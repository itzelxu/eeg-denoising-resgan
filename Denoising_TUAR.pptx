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32.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80" r:id="rId3"/>
    <p:sldMasterId id="2147483681"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Lst>
  <p:sldSz cy="5143500" cx="9144000"/>
  <p:notesSz cx="6858000" cy="9144000"/>
  <p:embeddedFontLst>
    <p:embeddedFont>
      <p:font typeface="Proxima Nova"/>
      <p:regular r:id="rId15"/>
      <p:bold r:id="rId16"/>
      <p:italic r:id="rId17"/>
      <p:boldItalic r:id="rId18"/>
    </p:embeddedFont>
    <p:embeddedFont>
      <p:font typeface="Montserrat Black"/>
      <p:bold r:id="rId19"/>
      <p:boldItalic r:id="rId20"/>
    </p:embeddedFont>
    <p:embeddedFont>
      <p:font typeface="Montserrat"/>
      <p:regular r:id="rId21"/>
      <p:bold r:id="rId22"/>
      <p:italic r:id="rId23"/>
      <p:boldItalic r:id="rId24"/>
    </p:embeddedFont>
    <p:embeddedFont>
      <p:font typeface="Anaheim"/>
      <p:regular r:id="rId25"/>
      <p:bold r:id="rId26"/>
    </p:embeddedFont>
    <p:embeddedFont>
      <p:font typeface="Bebas Neue"/>
      <p:regular r:id="rId27"/>
    </p:embeddedFont>
    <p:embeddedFont>
      <p:font typeface="PT Sans"/>
      <p:regular r:id="rId28"/>
      <p:bold r:id="rId29"/>
      <p:italic r:id="rId30"/>
      <p:boldItalic r:id="rId3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font" Target="fonts/MontserratBlack-boldItalic.fntdata"/><Relationship Id="rId22" Type="http://schemas.openxmlformats.org/officeDocument/2006/relationships/font" Target="fonts/Montserrat-bold.fntdata"/><Relationship Id="rId21" Type="http://schemas.openxmlformats.org/officeDocument/2006/relationships/font" Target="fonts/Montserrat-regular.fntdata"/><Relationship Id="rId24" Type="http://schemas.openxmlformats.org/officeDocument/2006/relationships/font" Target="fonts/Montserrat-boldItalic.fntdata"/><Relationship Id="rId23" Type="http://schemas.openxmlformats.org/officeDocument/2006/relationships/font" Target="fonts/Montserrat-italic.fntdata"/><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slideMaster" Target="slideMasters/slideMaster2.xml"/><Relationship Id="rId9" Type="http://schemas.openxmlformats.org/officeDocument/2006/relationships/slide" Target="slides/slide4.xml"/><Relationship Id="rId26" Type="http://schemas.openxmlformats.org/officeDocument/2006/relationships/font" Target="fonts/Anaheim-bold.fntdata"/><Relationship Id="rId25" Type="http://schemas.openxmlformats.org/officeDocument/2006/relationships/font" Target="fonts/Anaheim-regular.fntdata"/><Relationship Id="rId28" Type="http://schemas.openxmlformats.org/officeDocument/2006/relationships/font" Target="fonts/PTSans-regular.fntdata"/><Relationship Id="rId27" Type="http://schemas.openxmlformats.org/officeDocument/2006/relationships/font" Target="fonts/BebasNeue-regular.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PTSans-bold.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PTSans-boldItalic.fntdata"/><Relationship Id="rId30" Type="http://schemas.openxmlformats.org/officeDocument/2006/relationships/font" Target="fonts/PTSans-italic.fnt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font" Target="fonts/ProximaNova-regular.fntdata"/><Relationship Id="rId14" Type="http://schemas.openxmlformats.org/officeDocument/2006/relationships/slide" Target="slides/slide9.xml"/><Relationship Id="rId17" Type="http://schemas.openxmlformats.org/officeDocument/2006/relationships/font" Target="fonts/ProximaNova-italic.fntdata"/><Relationship Id="rId16" Type="http://schemas.openxmlformats.org/officeDocument/2006/relationships/font" Target="fonts/ProximaNova-bold.fntdata"/><Relationship Id="rId19" Type="http://schemas.openxmlformats.org/officeDocument/2006/relationships/font" Target="fonts/MontserratBlack-bold.fntdata"/><Relationship Id="rId18" Type="http://schemas.openxmlformats.org/officeDocument/2006/relationships/font" Target="fonts/ProximaNova-boldItalic.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5" name="Shape 1235"/>
        <p:cNvGrpSpPr/>
        <p:nvPr/>
      </p:nvGrpSpPr>
      <p:grpSpPr>
        <a:xfrm>
          <a:off x="0" y="0"/>
          <a:ext cx="0" cy="0"/>
          <a:chOff x="0" y="0"/>
          <a:chExt cx="0" cy="0"/>
        </a:xfrm>
      </p:grpSpPr>
      <p:sp>
        <p:nvSpPr>
          <p:cNvPr id="1236" name="Google Shape;1236;g4dfce81f19_0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37" name="Google Shape;1237;g4dfce81f19_0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6" name="Shape 1246"/>
        <p:cNvGrpSpPr/>
        <p:nvPr/>
      </p:nvGrpSpPr>
      <p:grpSpPr>
        <a:xfrm>
          <a:off x="0" y="0"/>
          <a:ext cx="0" cy="0"/>
          <a:chOff x="0" y="0"/>
          <a:chExt cx="0" cy="0"/>
        </a:xfrm>
      </p:grpSpPr>
      <p:sp>
        <p:nvSpPr>
          <p:cNvPr id="1247" name="Google Shape;1247;gd431007ba2_0_2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48" name="Google Shape;1248;gd431007ba2_0_2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i="1" sz="1200">
              <a:solidFill>
                <a:srgbClr val="595959"/>
              </a:solidFill>
              <a:latin typeface="Anaheim"/>
              <a:ea typeface="Anaheim"/>
              <a:cs typeface="Anaheim"/>
              <a:sym typeface="Anaheim"/>
            </a:endParaRPr>
          </a:p>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5" name="Shape 1265"/>
        <p:cNvGrpSpPr/>
        <p:nvPr/>
      </p:nvGrpSpPr>
      <p:grpSpPr>
        <a:xfrm>
          <a:off x="0" y="0"/>
          <a:ext cx="0" cy="0"/>
          <a:chOff x="0" y="0"/>
          <a:chExt cx="0" cy="0"/>
        </a:xfrm>
      </p:grpSpPr>
      <p:sp>
        <p:nvSpPr>
          <p:cNvPr id="1266" name="Google Shape;1266;g1734a882cf6_0_2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67" name="Google Shape;1267;g1734a882cf6_0_2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t>Artifact removal problem:</a:t>
            </a:r>
            <a:r>
              <a:rPr lang="en"/>
              <a:t> in EEG is challenging because overlapping noise sources—such as eye blinks, muscle activity, and other artifacts—can severely distort the true brain signals.</a:t>
            </a:r>
            <a:endParaRPr/>
          </a:p>
          <a:p>
            <a:pPr indent="0" lvl="0" marL="0" rtl="0" algn="l">
              <a:spcBef>
                <a:spcPts val="0"/>
              </a:spcBef>
              <a:spcAft>
                <a:spcPts val="0"/>
              </a:spcAft>
              <a:buNone/>
            </a:pPr>
            <a:r>
              <a:rPr lang="en"/>
              <a:t>Traditional methods (band-pass filtering, regression, ICA) either lose important high‑frequency brain signals or require extensive manual intervention or prior knowledge. </a:t>
            </a:r>
            <a:endParaRPr/>
          </a:p>
          <a:p>
            <a:pPr indent="0" lvl="0" marL="0" rtl="0" algn="l">
              <a:spcBef>
                <a:spcPts val="0"/>
              </a:spcBef>
              <a:spcAft>
                <a:spcPts val="0"/>
              </a:spcAft>
              <a:buNone/>
            </a:pPr>
            <a:r>
              <a:t/>
            </a:r>
            <a:endParaRPr/>
          </a:p>
          <a:p>
            <a:pPr indent="0" lvl="0" marL="0" rtl="0" algn="l">
              <a:spcBef>
                <a:spcPts val="0"/>
              </a:spcBef>
              <a:spcAft>
                <a:spcPts val="0"/>
              </a:spcAft>
              <a:buNone/>
            </a:pPr>
            <a:r>
              <a:rPr b="1" lang="en"/>
              <a:t>Lack of Real‑World Ground Truth:</a:t>
            </a:r>
            <a:r>
              <a:rPr lang="en"/>
              <a:t> Deep learning models (CNNs, RNNs, EEGANet,) promising alternative for EEG artifact removal by leveraging its ability to model complex, non-linear relationships in data. however the majority of these models rely on synthetic or controlled datasets, which restricts their ability to generalize to real-world clinical EEG scenarios.</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6" name="Shape 1276"/>
        <p:cNvGrpSpPr/>
        <p:nvPr/>
      </p:nvGrpSpPr>
      <p:grpSpPr>
        <a:xfrm>
          <a:off x="0" y="0"/>
          <a:ext cx="0" cy="0"/>
          <a:chOff x="0" y="0"/>
          <a:chExt cx="0" cy="0"/>
        </a:xfrm>
      </p:grpSpPr>
      <p:sp>
        <p:nvSpPr>
          <p:cNvPr id="1277" name="Google Shape;1277;g1734a882cf6_0_2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78" name="Google Shape;1278;g1734a882cf6_0_2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lang="en"/>
              <a:t>Our solution uses a LSTM‑GAN that learns to predict and subtract artifacts from EEG recordings while preserving true brain signals.</a:t>
            </a:r>
            <a:endParaRPr/>
          </a:p>
          <a:p>
            <a:pPr indent="0" lvl="0" marL="0" rtl="0" algn="l">
              <a:lnSpc>
                <a:spcPct val="115000"/>
              </a:lnSpc>
              <a:spcBef>
                <a:spcPts val="1200"/>
              </a:spcBef>
              <a:spcAft>
                <a:spcPts val="0"/>
              </a:spcAft>
              <a:buNone/>
            </a:pPr>
            <a:r>
              <a:rPr b="1" lang="en"/>
              <a:t>Generator (Denoiser):</a:t>
            </a:r>
            <a:r>
              <a:rPr lang="en"/>
              <a:t> In the network, the input is the noisy EEG signal, and the generator produces an estimate of the artifact; subtracting this estimate from the noisy input yields the denoised (clean) EEG signal.In other words, it learns the mapping:</a:t>
            </a:r>
            <a:endParaRPr/>
          </a:p>
          <a:p>
            <a:pPr indent="0" lvl="0" marL="0" rtl="0" algn="l">
              <a:lnSpc>
                <a:spcPct val="115000"/>
              </a:lnSpc>
              <a:spcBef>
                <a:spcPts val="1200"/>
              </a:spcBef>
              <a:spcAft>
                <a:spcPts val="0"/>
              </a:spcAft>
              <a:buNone/>
            </a:pPr>
            <a:r>
              <a:rPr lang="en"/>
              <a:t>Clean EEG ≈ Noisy EEG − Generator(Noisy EEG)</a:t>
            </a:r>
            <a:endParaRPr/>
          </a:p>
          <a:p>
            <a:pPr indent="0" lvl="0" marL="0" rtl="0" algn="l">
              <a:lnSpc>
                <a:spcPct val="115000"/>
              </a:lnSpc>
              <a:spcBef>
                <a:spcPts val="1200"/>
              </a:spcBef>
              <a:spcAft>
                <a:spcPts val="0"/>
              </a:spcAft>
              <a:buNone/>
            </a:pPr>
            <a:r>
              <a:rPr b="1" lang="en"/>
              <a:t>Discriminator:</a:t>
            </a:r>
            <a:r>
              <a:rPr lang="en"/>
              <a:t> The discriminator is a CNN that aims to distinguish between true clean EEG signals and the denoised outputs generated by the model. Its adversarial loss pressures the generator to produce outputs that are statistically similar to real clean EEG, thereby further refining the quality of the cleaned signals.</a:t>
            </a:r>
            <a:endParaRPr/>
          </a:p>
          <a:p>
            <a:pPr indent="0" lvl="0" marL="0" rtl="0" algn="l">
              <a:lnSpc>
                <a:spcPct val="115000"/>
              </a:lnSpc>
              <a:spcBef>
                <a:spcPts val="1200"/>
              </a:spcBef>
              <a:spcAft>
                <a:spcPts val="1200"/>
              </a:spcAft>
              <a:buNone/>
            </a:pPr>
            <a:r>
              <a:rPr lang="en"/>
              <a:t>The TUAR dataset, with its realistic clinical annotations, provides the essential ground truth for effective training.</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3" name="Shape 1293"/>
        <p:cNvGrpSpPr/>
        <p:nvPr/>
      </p:nvGrpSpPr>
      <p:grpSpPr>
        <a:xfrm>
          <a:off x="0" y="0"/>
          <a:ext cx="0" cy="0"/>
          <a:chOff x="0" y="0"/>
          <a:chExt cx="0" cy="0"/>
        </a:xfrm>
      </p:grpSpPr>
      <p:sp>
        <p:nvSpPr>
          <p:cNvPr id="1294" name="Google Shape;1294;g1734a882cf6_0_1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95" name="Google Shape;1295;g1734a882cf6_0_1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experiment workflow.</a:t>
            </a:r>
            <a:endParaRPr/>
          </a:p>
          <a:p>
            <a:pPr indent="0" lvl="0" marL="0" rtl="0" algn="l">
              <a:spcBef>
                <a:spcPts val="0"/>
              </a:spcBef>
              <a:spcAft>
                <a:spcPts val="0"/>
              </a:spcAft>
              <a:buNone/>
            </a:pPr>
            <a:r>
              <a:rPr lang="en"/>
              <a:t>All EEG recordings are </a:t>
            </a:r>
            <a:r>
              <a:rPr lang="en"/>
              <a:t>imported</a:t>
            </a:r>
            <a:r>
              <a:rPr lang="en"/>
              <a:t> with corresponding bipolar montage files. The data is then chopped into 4-second windows, and artifact annotations are used to separate out noisy segments. </a:t>
            </a:r>
            <a:endParaRPr/>
          </a:p>
          <a:p>
            <a:pPr indent="0" lvl="0" marL="0" rtl="0" algn="l">
              <a:spcBef>
                <a:spcPts val="0"/>
              </a:spcBef>
              <a:spcAft>
                <a:spcPts val="0"/>
              </a:spcAft>
              <a:buNone/>
            </a:pPr>
            <a:r>
              <a:rPr lang="en"/>
              <a:t>To train the network, we simulate noisy EEG by linearly mixing clean EEG with real artifact recordings (a semi-synthetic approach)</a:t>
            </a:r>
            <a:endParaRPr/>
          </a:p>
          <a:p>
            <a:pPr indent="0" lvl="0" marL="0" rtl="0" algn="l">
              <a:spcBef>
                <a:spcPts val="0"/>
              </a:spcBef>
              <a:spcAft>
                <a:spcPts val="0"/>
              </a:spcAft>
              <a:buNone/>
            </a:pPr>
            <a:r>
              <a:rPr lang="en"/>
              <a:t>The LSTM-GAN is then trained so that its generator learns to remove the added artifact, while the discriminator ensures the output still looks like genuine EEG.</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3" name="Shape 1303"/>
        <p:cNvGrpSpPr/>
        <p:nvPr/>
      </p:nvGrpSpPr>
      <p:grpSpPr>
        <a:xfrm>
          <a:off x="0" y="0"/>
          <a:ext cx="0" cy="0"/>
          <a:chOff x="0" y="0"/>
          <a:chExt cx="0" cy="0"/>
        </a:xfrm>
      </p:grpSpPr>
      <p:sp>
        <p:nvSpPr>
          <p:cNvPr id="1304" name="Google Shape;1304;g1734a882cf6_0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05" name="Google Shape;1305;g1734a882cf6_0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t>SNR </a:t>
            </a:r>
            <a:r>
              <a:rPr lang="en"/>
              <a:t>the cleaned EEG signal has significantly more signal power than noise, indicating effective artifact removal.</a:t>
            </a:r>
            <a:endParaRPr/>
          </a:p>
          <a:p>
            <a:pPr indent="0" lvl="0" marL="0" rtl="0" algn="l">
              <a:spcBef>
                <a:spcPts val="0"/>
              </a:spcBef>
              <a:spcAft>
                <a:spcPts val="0"/>
              </a:spcAft>
              <a:buNone/>
            </a:pPr>
            <a:r>
              <a:rPr lang="en"/>
              <a:t>High </a:t>
            </a:r>
            <a:r>
              <a:rPr b="1" lang="en"/>
              <a:t>Std</a:t>
            </a:r>
            <a:r>
              <a:rPr lang="en"/>
              <a:t>: Some may have much stronger improvement, while others may still retain artifacts.</a:t>
            </a:r>
            <a:endParaRPr/>
          </a:p>
          <a:p>
            <a:pPr indent="0" lvl="0" marL="0" rtl="0" algn="l">
              <a:spcBef>
                <a:spcPts val="0"/>
              </a:spcBef>
              <a:spcAft>
                <a:spcPts val="0"/>
              </a:spcAft>
              <a:buNone/>
            </a:pPr>
            <a:r>
              <a:rPr lang="en"/>
              <a:t>The low Avg </a:t>
            </a:r>
            <a:r>
              <a:rPr b="1" lang="en"/>
              <a:t>RMSE</a:t>
            </a:r>
            <a:r>
              <a:rPr lang="en"/>
              <a:t> suggests that the denoised EEG is close to the clean reference, meaning strong performance.</a:t>
            </a:r>
            <a:endParaRPr/>
          </a:p>
          <a:p>
            <a:pPr indent="0" lvl="0" marL="0" rtl="0" algn="l">
              <a:spcBef>
                <a:spcPts val="0"/>
              </a:spcBef>
              <a:spcAft>
                <a:spcPts val="0"/>
              </a:spcAft>
              <a:buNone/>
            </a:pPr>
            <a:r>
              <a:rPr lang="en"/>
              <a:t>Strong Positive </a:t>
            </a:r>
            <a:r>
              <a:rPr b="1" lang="en"/>
              <a:t>Correlation</a:t>
            </a:r>
            <a:r>
              <a:rPr lang="en"/>
              <a:t> → The denoised EEG signal is highly similar to the original clean EEG signal.The model preserved essential features → While artifacts were removed, the fundamental EEG structure remained intact.Minor differences remain → Since the value isn’t exactly 1, there are slight variations between the clean and denoised signals, but they still align well.</a:t>
            </a:r>
            <a:endParaRPr/>
          </a:p>
          <a:p>
            <a:pPr indent="0" lvl="0" marL="0" rtl="0" algn="l">
              <a:spcBef>
                <a:spcPts val="0"/>
              </a:spcBef>
              <a:spcAft>
                <a:spcPts val="0"/>
              </a:spcAft>
              <a:buClr>
                <a:schemeClr val="dk1"/>
              </a:buClr>
              <a:buSzPts val="1100"/>
              <a:buFont typeface="Arial"/>
              <a:buNone/>
            </a:pPr>
            <a:r>
              <a:rPr lang="en">
                <a:solidFill>
                  <a:schemeClr val="dk1"/>
                </a:solidFill>
              </a:rPr>
              <a:t>The high</a:t>
            </a:r>
            <a:r>
              <a:rPr b="1" lang="en">
                <a:solidFill>
                  <a:schemeClr val="dk1"/>
                </a:solidFill>
              </a:rPr>
              <a:t> t-stat</a:t>
            </a:r>
            <a:r>
              <a:rPr lang="en">
                <a:solidFill>
                  <a:schemeClr val="dk1"/>
                </a:solidFill>
              </a:rPr>
              <a:t> suggests that the difference between the paired samples (noisy vs. denoised EEG) is </a:t>
            </a:r>
            <a:r>
              <a:rPr b="1" lang="en">
                <a:solidFill>
                  <a:schemeClr val="dk1"/>
                </a:solidFill>
              </a:rPr>
              <a:t>large and consistent</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the </a:t>
            </a:r>
            <a:r>
              <a:rPr b="1" lang="en">
                <a:solidFill>
                  <a:schemeClr val="dk1"/>
                </a:solidFill>
              </a:rPr>
              <a:t>p-value</a:t>
            </a:r>
            <a:r>
              <a:rPr lang="en">
                <a:solidFill>
                  <a:schemeClr val="dk1"/>
                </a:solidFill>
              </a:rPr>
              <a:t> is very small, it confirms that this difference is unlikely due to random chance, meaning that the model significantly alters the signals.</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1" name="Shape 1321"/>
        <p:cNvGrpSpPr/>
        <p:nvPr/>
      </p:nvGrpSpPr>
      <p:grpSpPr>
        <a:xfrm>
          <a:off x="0" y="0"/>
          <a:ext cx="0" cy="0"/>
          <a:chOff x="0" y="0"/>
          <a:chExt cx="0" cy="0"/>
        </a:xfrm>
      </p:grpSpPr>
      <p:sp>
        <p:nvSpPr>
          <p:cNvPr id="1322" name="Google Shape;1322;g54dda1946d_6_3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23" name="Google Shape;1323;g54dda1946d_6_3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In conclusion, our approach using the LSTM‑GAN and the TUAR dataset provides an effective solution to challenging artifact removal. The model not only boosts SNR and reduces error but also retains crucial EEG features, demonstrating its potential for clinical applications.</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performance </a:t>
            </a:r>
            <a:r>
              <a:rPr b="1" lang="en">
                <a:solidFill>
                  <a:schemeClr val="dk1"/>
                </a:solidFill>
              </a:rPr>
              <a:t>variability</a:t>
            </a:r>
            <a:r>
              <a:rPr lang="en">
                <a:solidFill>
                  <a:schemeClr val="dk1"/>
                </a:solidFill>
              </a:rPr>
              <a:t> need further refining the network architecture and data augmentation strategies.</a:t>
            </a:r>
            <a:endParaRPr>
              <a:solidFill>
                <a:schemeClr val="dk1"/>
              </a:solidFil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0" name="Shape 1330"/>
        <p:cNvGrpSpPr/>
        <p:nvPr/>
      </p:nvGrpSpPr>
      <p:grpSpPr>
        <a:xfrm>
          <a:off x="0" y="0"/>
          <a:ext cx="0" cy="0"/>
          <a:chOff x="0" y="0"/>
          <a:chExt cx="0" cy="0"/>
        </a:xfrm>
      </p:grpSpPr>
      <p:sp>
        <p:nvSpPr>
          <p:cNvPr id="1331" name="Google Shape;1331;g14ca49efd4d_0_137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32" name="Google Shape;1332;g14ca49efd4d_0_137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6" name="Shape 1336"/>
        <p:cNvGrpSpPr/>
        <p:nvPr/>
      </p:nvGrpSpPr>
      <p:grpSpPr>
        <a:xfrm>
          <a:off x="0" y="0"/>
          <a:ext cx="0" cy="0"/>
          <a:chOff x="0" y="0"/>
          <a:chExt cx="0" cy="0"/>
        </a:xfrm>
      </p:grpSpPr>
      <p:sp>
        <p:nvSpPr>
          <p:cNvPr id="1337" name="Google Shape;1337;g54dda1946d_6_3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38" name="Google Shape;1338;g54dda1946d_6_3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7.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bit.ly/3A1uf1Q" TargetMode="External"/><Relationship Id="rId3" Type="http://schemas.openxmlformats.org/officeDocument/2006/relationships/hyperlink" Target="http://bit.ly/2TyoMsr" TargetMode="External"/><Relationship Id="rId4" Type="http://schemas.openxmlformats.org/officeDocument/2006/relationships/hyperlink" Target="http://bit.ly/2TtBDfr" TargetMode="Externa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7.png"/><Relationship Id="rId3" Type="http://schemas.openxmlformats.org/officeDocument/2006/relationships/image" Target="../media/image15.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7.png"/><Relationship Id="rId3" Type="http://schemas.openxmlformats.org/officeDocument/2006/relationships/image" Target="../media/image18.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3.pn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8" name="Shape 8"/>
        <p:cNvGrpSpPr/>
        <p:nvPr/>
      </p:nvGrpSpPr>
      <p:grpSpPr>
        <a:xfrm>
          <a:off x="0" y="0"/>
          <a:ext cx="0" cy="0"/>
          <a:chOff x="0" y="0"/>
          <a:chExt cx="0" cy="0"/>
        </a:xfrm>
      </p:grpSpPr>
      <p:sp>
        <p:nvSpPr>
          <p:cNvPr id="9" name="Google Shape;9;p2"/>
          <p:cNvSpPr txBox="1"/>
          <p:nvPr>
            <p:ph type="ctrTitle"/>
          </p:nvPr>
        </p:nvSpPr>
        <p:spPr>
          <a:xfrm>
            <a:off x="713225" y="1256688"/>
            <a:ext cx="7033800" cy="2193000"/>
          </a:xfrm>
          <a:prstGeom prst="rect">
            <a:avLst/>
          </a:prstGeom>
        </p:spPr>
        <p:txBody>
          <a:bodyPr anchorCtr="0" anchor="b" bIns="91425" lIns="91425" spcFirstLastPara="1" rIns="91425" wrap="square" tIns="91425">
            <a:noAutofit/>
          </a:bodyPr>
          <a:lstStyle>
            <a:lvl1pPr lvl="0">
              <a:lnSpc>
                <a:spcPct val="80000"/>
              </a:lnSpc>
              <a:spcBef>
                <a:spcPts val="0"/>
              </a:spcBef>
              <a:spcAft>
                <a:spcPts val="0"/>
              </a:spcAft>
              <a:buClr>
                <a:srgbClr val="191919"/>
              </a:buClr>
              <a:buSzPts val="5200"/>
              <a:buNone/>
              <a:defRPr sz="9600"/>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p:txBody>
      </p:sp>
      <p:sp>
        <p:nvSpPr>
          <p:cNvPr id="10" name="Google Shape;10;p2"/>
          <p:cNvSpPr txBox="1"/>
          <p:nvPr>
            <p:ph idx="1" type="subTitle"/>
          </p:nvPr>
        </p:nvSpPr>
        <p:spPr>
          <a:xfrm>
            <a:off x="713225" y="3521113"/>
            <a:ext cx="4528800" cy="365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400"/>
              <a:buNone/>
              <a:defRPr sz="1500">
                <a:solidFill>
                  <a:schemeClr val="dk1"/>
                </a:solidFill>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grpSp>
        <p:nvGrpSpPr>
          <p:cNvPr id="11" name="Google Shape;11;p2"/>
          <p:cNvGrpSpPr/>
          <p:nvPr/>
        </p:nvGrpSpPr>
        <p:grpSpPr>
          <a:xfrm>
            <a:off x="4780389" y="2513201"/>
            <a:ext cx="5036265" cy="4113315"/>
            <a:chOff x="4780389" y="2513201"/>
            <a:chExt cx="5036265" cy="4113315"/>
          </a:xfrm>
        </p:grpSpPr>
        <p:grpSp>
          <p:nvGrpSpPr>
            <p:cNvPr id="12" name="Google Shape;12;p2"/>
            <p:cNvGrpSpPr/>
            <p:nvPr/>
          </p:nvGrpSpPr>
          <p:grpSpPr>
            <a:xfrm>
              <a:off x="4780389" y="2513201"/>
              <a:ext cx="5036265" cy="4113315"/>
              <a:chOff x="4673664" y="2214101"/>
              <a:chExt cx="5036265" cy="4113315"/>
            </a:xfrm>
          </p:grpSpPr>
          <p:sp>
            <p:nvSpPr>
              <p:cNvPr id="13" name="Google Shape;13;p2"/>
              <p:cNvSpPr/>
              <p:nvPr/>
            </p:nvSpPr>
            <p:spPr>
              <a:xfrm rot="157512">
                <a:off x="9047033" y="4559649"/>
                <a:ext cx="57072" cy="57047"/>
              </a:xfrm>
              <a:custGeom>
                <a:rect b="b" l="l" r="r" t="t"/>
                <a:pathLst>
                  <a:path extrusionOk="0" h="2282" w="2283">
                    <a:moveTo>
                      <a:pt x="1141" y="1"/>
                    </a:moveTo>
                    <a:cubicBezTo>
                      <a:pt x="511" y="1"/>
                      <a:pt x="0" y="512"/>
                      <a:pt x="0" y="1142"/>
                    </a:cubicBezTo>
                    <a:cubicBezTo>
                      <a:pt x="0" y="1771"/>
                      <a:pt x="511" y="2282"/>
                      <a:pt x="1141" y="2282"/>
                    </a:cubicBezTo>
                    <a:cubicBezTo>
                      <a:pt x="1771" y="2282"/>
                      <a:pt x="2282" y="1771"/>
                      <a:pt x="2282" y="1142"/>
                    </a:cubicBezTo>
                    <a:cubicBezTo>
                      <a:pt x="2282" y="512"/>
                      <a:pt x="1771" y="1"/>
                      <a:pt x="114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4" name="Google Shape;14;p2"/>
              <p:cNvGrpSpPr/>
              <p:nvPr/>
            </p:nvGrpSpPr>
            <p:grpSpPr>
              <a:xfrm>
                <a:off x="4673664" y="2214101"/>
                <a:ext cx="5036265" cy="4113315"/>
                <a:chOff x="4673664" y="2214101"/>
                <a:chExt cx="5036265" cy="4113315"/>
              </a:xfrm>
            </p:grpSpPr>
            <p:grpSp>
              <p:nvGrpSpPr>
                <p:cNvPr id="15" name="Google Shape;15;p2"/>
                <p:cNvGrpSpPr/>
                <p:nvPr/>
              </p:nvGrpSpPr>
              <p:grpSpPr>
                <a:xfrm>
                  <a:off x="4673664" y="2214101"/>
                  <a:ext cx="5036265" cy="4113315"/>
                  <a:chOff x="3825164" y="427026"/>
                  <a:chExt cx="5036265" cy="4113315"/>
                </a:xfrm>
              </p:grpSpPr>
              <p:sp>
                <p:nvSpPr>
                  <p:cNvPr id="16" name="Google Shape;16;p2"/>
                  <p:cNvSpPr/>
                  <p:nvPr/>
                </p:nvSpPr>
                <p:spPr>
                  <a:xfrm rot="157512">
                    <a:off x="6915828" y="473247"/>
                    <a:ext cx="650167" cy="721089"/>
                  </a:xfrm>
                  <a:custGeom>
                    <a:rect b="b" l="l" r="r" t="t"/>
                    <a:pathLst>
                      <a:path extrusionOk="0" fill="none" h="28845" w="26008">
                        <a:moveTo>
                          <a:pt x="26008" y="20744"/>
                        </a:moveTo>
                        <a:lnTo>
                          <a:pt x="24980" y="6321"/>
                        </a:lnTo>
                        <a:lnTo>
                          <a:pt x="11976" y="1"/>
                        </a:lnTo>
                        <a:lnTo>
                          <a:pt x="0" y="8102"/>
                        </a:lnTo>
                        <a:lnTo>
                          <a:pt x="1028" y="22524"/>
                        </a:lnTo>
                        <a:lnTo>
                          <a:pt x="14032"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2"/>
                  <p:cNvSpPr/>
                  <p:nvPr/>
                </p:nvSpPr>
                <p:spPr>
                  <a:xfrm rot="157512">
                    <a:off x="7541687" y="457392"/>
                    <a:ext cx="650192" cy="721114"/>
                  </a:xfrm>
                  <a:custGeom>
                    <a:rect b="b" l="l" r="r" t="t"/>
                    <a:pathLst>
                      <a:path extrusionOk="0" fill="none" h="28846" w="26009">
                        <a:moveTo>
                          <a:pt x="26009" y="20743"/>
                        </a:moveTo>
                        <a:lnTo>
                          <a:pt x="24981" y="6321"/>
                        </a:lnTo>
                        <a:lnTo>
                          <a:pt x="11976" y="1"/>
                        </a:lnTo>
                        <a:lnTo>
                          <a:pt x="1" y="8102"/>
                        </a:lnTo>
                        <a:lnTo>
                          <a:pt x="1029" y="22525"/>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 name="Google Shape;18;p2"/>
                  <p:cNvSpPr/>
                  <p:nvPr/>
                </p:nvSpPr>
                <p:spPr>
                  <a:xfrm rot="157512">
                    <a:off x="8167572" y="441537"/>
                    <a:ext cx="650192" cy="721089"/>
                  </a:xfrm>
                  <a:custGeom>
                    <a:rect b="b" l="l" r="r" t="t"/>
                    <a:pathLst>
                      <a:path extrusionOk="0" fill="none" h="28845" w="26009">
                        <a:moveTo>
                          <a:pt x="26008" y="20743"/>
                        </a:moveTo>
                        <a:lnTo>
                          <a:pt x="24980" y="6321"/>
                        </a:lnTo>
                        <a:lnTo>
                          <a:pt x="11976" y="0"/>
                        </a:lnTo>
                        <a:lnTo>
                          <a:pt x="1" y="8102"/>
                        </a:lnTo>
                        <a:lnTo>
                          <a:pt x="1029" y="22524"/>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 name="Google Shape;19;p2"/>
                  <p:cNvSpPr/>
                  <p:nvPr/>
                </p:nvSpPr>
                <p:spPr>
                  <a:xfrm rot="157512">
                    <a:off x="7242491" y="1007356"/>
                    <a:ext cx="650192" cy="721089"/>
                  </a:xfrm>
                  <a:custGeom>
                    <a:rect b="b" l="l" r="r" t="t"/>
                    <a:pathLst>
                      <a:path extrusionOk="0" fill="none" h="28845" w="26009">
                        <a:moveTo>
                          <a:pt x="26008" y="20743"/>
                        </a:moveTo>
                        <a:lnTo>
                          <a:pt x="24980" y="6321"/>
                        </a:lnTo>
                        <a:lnTo>
                          <a:pt x="11976" y="1"/>
                        </a:lnTo>
                        <a:lnTo>
                          <a:pt x="0" y="8102"/>
                        </a:lnTo>
                        <a:lnTo>
                          <a:pt x="1028" y="22525"/>
                        </a:lnTo>
                        <a:lnTo>
                          <a:pt x="14033" y="28844"/>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2"/>
                  <p:cNvSpPr/>
                  <p:nvPr/>
                </p:nvSpPr>
                <p:spPr>
                  <a:xfrm rot="157512">
                    <a:off x="7868375" y="991501"/>
                    <a:ext cx="650167" cy="721089"/>
                  </a:xfrm>
                  <a:custGeom>
                    <a:rect b="b" l="l" r="r" t="t"/>
                    <a:pathLst>
                      <a:path extrusionOk="0" fill="none" h="28845" w="26008">
                        <a:moveTo>
                          <a:pt x="26008" y="20743"/>
                        </a:moveTo>
                        <a:lnTo>
                          <a:pt x="24980" y="6321"/>
                        </a:lnTo>
                        <a:lnTo>
                          <a:pt x="11976" y="0"/>
                        </a:lnTo>
                        <a:lnTo>
                          <a:pt x="0" y="8102"/>
                        </a:lnTo>
                        <a:lnTo>
                          <a:pt x="1028" y="22524"/>
                        </a:lnTo>
                        <a:lnTo>
                          <a:pt x="14032"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2"/>
                  <p:cNvSpPr/>
                  <p:nvPr/>
                </p:nvSpPr>
                <p:spPr>
                  <a:xfrm rot="157512">
                    <a:off x="6943294" y="1557320"/>
                    <a:ext cx="650167" cy="721089"/>
                  </a:xfrm>
                  <a:custGeom>
                    <a:rect b="b" l="l" r="r" t="t"/>
                    <a:pathLst>
                      <a:path extrusionOk="0" fill="none" h="28845" w="26008">
                        <a:moveTo>
                          <a:pt x="26008" y="20743"/>
                        </a:moveTo>
                        <a:lnTo>
                          <a:pt x="24980" y="6320"/>
                        </a:lnTo>
                        <a:lnTo>
                          <a:pt x="11975" y="1"/>
                        </a:lnTo>
                        <a:lnTo>
                          <a:pt x="0" y="8102"/>
                        </a:lnTo>
                        <a:lnTo>
                          <a:pt x="1028" y="22524"/>
                        </a:lnTo>
                        <a:lnTo>
                          <a:pt x="14032" y="28844"/>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2"/>
                  <p:cNvSpPr/>
                  <p:nvPr/>
                </p:nvSpPr>
                <p:spPr>
                  <a:xfrm rot="157512">
                    <a:off x="7569154" y="1541466"/>
                    <a:ext cx="650217" cy="721064"/>
                  </a:xfrm>
                  <a:custGeom>
                    <a:rect b="b" l="l" r="r" t="t"/>
                    <a:pathLst>
                      <a:path extrusionOk="0" fill="none" h="28844" w="26010">
                        <a:moveTo>
                          <a:pt x="26009" y="20743"/>
                        </a:moveTo>
                        <a:lnTo>
                          <a:pt x="24980" y="6321"/>
                        </a:lnTo>
                        <a:lnTo>
                          <a:pt x="11976" y="0"/>
                        </a:lnTo>
                        <a:lnTo>
                          <a:pt x="1" y="8101"/>
                        </a:lnTo>
                        <a:lnTo>
                          <a:pt x="1029" y="22524"/>
                        </a:lnTo>
                        <a:lnTo>
                          <a:pt x="14033" y="28844"/>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 name="Google Shape;23;p2"/>
                  <p:cNvSpPr/>
                  <p:nvPr/>
                </p:nvSpPr>
                <p:spPr>
                  <a:xfrm rot="157512">
                    <a:off x="8195039" y="1525586"/>
                    <a:ext cx="650217" cy="721114"/>
                  </a:xfrm>
                  <a:custGeom>
                    <a:rect b="b" l="l" r="r" t="t"/>
                    <a:pathLst>
                      <a:path extrusionOk="0" fill="none" h="28846" w="26010">
                        <a:moveTo>
                          <a:pt x="26009" y="20743"/>
                        </a:moveTo>
                        <a:lnTo>
                          <a:pt x="24980" y="6322"/>
                        </a:lnTo>
                        <a:lnTo>
                          <a:pt x="11976" y="1"/>
                        </a:lnTo>
                        <a:lnTo>
                          <a:pt x="0" y="8103"/>
                        </a:lnTo>
                        <a:lnTo>
                          <a:pt x="1029" y="22525"/>
                        </a:lnTo>
                        <a:lnTo>
                          <a:pt x="14033" y="28846"/>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2"/>
                  <p:cNvSpPr/>
                  <p:nvPr/>
                </p:nvSpPr>
                <p:spPr>
                  <a:xfrm rot="157512">
                    <a:off x="4140535" y="2170703"/>
                    <a:ext cx="650217" cy="721089"/>
                  </a:xfrm>
                  <a:custGeom>
                    <a:rect b="b" l="l" r="r" t="t"/>
                    <a:pathLst>
                      <a:path extrusionOk="0" fill="none" h="28845" w="26010">
                        <a:moveTo>
                          <a:pt x="26009" y="20743"/>
                        </a:moveTo>
                        <a:lnTo>
                          <a:pt x="24980" y="6321"/>
                        </a:lnTo>
                        <a:lnTo>
                          <a:pt x="11977" y="0"/>
                        </a:lnTo>
                        <a:lnTo>
                          <a:pt x="1" y="8102"/>
                        </a:lnTo>
                        <a:lnTo>
                          <a:pt x="1028" y="22524"/>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2"/>
                  <p:cNvSpPr/>
                  <p:nvPr/>
                </p:nvSpPr>
                <p:spPr>
                  <a:xfrm rot="157512">
                    <a:off x="4766419" y="2154848"/>
                    <a:ext cx="650192" cy="721089"/>
                  </a:xfrm>
                  <a:custGeom>
                    <a:rect b="b" l="l" r="r" t="t"/>
                    <a:pathLst>
                      <a:path extrusionOk="0" fill="none" h="28845" w="26009">
                        <a:moveTo>
                          <a:pt x="26009" y="20743"/>
                        </a:moveTo>
                        <a:lnTo>
                          <a:pt x="24980" y="6321"/>
                        </a:lnTo>
                        <a:lnTo>
                          <a:pt x="11977" y="1"/>
                        </a:lnTo>
                        <a:lnTo>
                          <a:pt x="0" y="8102"/>
                        </a:lnTo>
                        <a:lnTo>
                          <a:pt x="1029" y="22524"/>
                        </a:lnTo>
                        <a:lnTo>
                          <a:pt x="14034"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2"/>
                  <p:cNvSpPr/>
                  <p:nvPr/>
                </p:nvSpPr>
                <p:spPr>
                  <a:xfrm rot="157512">
                    <a:off x="5392303" y="2138993"/>
                    <a:ext cx="650192" cy="721089"/>
                  </a:xfrm>
                  <a:custGeom>
                    <a:rect b="b" l="l" r="r" t="t"/>
                    <a:pathLst>
                      <a:path extrusionOk="0" fill="none" h="28845" w="26009">
                        <a:moveTo>
                          <a:pt x="26009" y="20743"/>
                        </a:moveTo>
                        <a:lnTo>
                          <a:pt x="24981" y="6321"/>
                        </a:lnTo>
                        <a:lnTo>
                          <a:pt x="11976" y="0"/>
                        </a:lnTo>
                        <a:lnTo>
                          <a:pt x="0" y="8102"/>
                        </a:lnTo>
                        <a:lnTo>
                          <a:pt x="1029" y="22524"/>
                        </a:lnTo>
                        <a:lnTo>
                          <a:pt x="14033" y="28844"/>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2"/>
                  <p:cNvSpPr/>
                  <p:nvPr/>
                </p:nvSpPr>
                <p:spPr>
                  <a:xfrm rot="157512">
                    <a:off x="6018188" y="2123139"/>
                    <a:ext cx="650192" cy="721089"/>
                  </a:xfrm>
                  <a:custGeom>
                    <a:rect b="b" l="l" r="r" t="t"/>
                    <a:pathLst>
                      <a:path extrusionOk="0" fill="none" h="28845" w="26009">
                        <a:moveTo>
                          <a:pt x="26008" y="20743"/>
                        </a:moveTo>
                        <a:lnTo>
                          <a:pt x="24981" y="6321"/>
                        </a:lnTo>
                        <a:lnTo>
                          <a:pt x="11976" y="0"/>
                        </a:lnTo>
                        <a:lnTo>
                          <a:pt x="1" y="8102"/>
                        </a:lnTo>
                        <a:lnTo>
                          <a:pt x="1029" y="22524"/>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2"/>
                  <p:cNvSpPr/>
                  <p:nvPr/>
                </p:nvSpPr>
                <p:spPr>
                  <a:xfrm rot="157512">
                    <a:off x="6644073" y="2107259"/>
                    <a:ext cx="650192" cy="721114"/>
                  </a:xfrm>
                  <a:custGeom>
                    <a:rect b="b" l="l" r="r" t="t"/>
                    <a:pathLst>
                      <a:path extrusionOk="0" fill="none" h="28846" w="26009">
                        <a:moveTo>
                          <a:pt x="26008" y="20743"/>
                        </a:moveTo>
                        <a:lnTo>
                          <a:pt x="24980" y="6321"/>
                        </a:lnTo>
                        <a:lnTo>
                          <a:pt x="11976" y="1"/>
                        </a:lnTo>
                        <a:lnTo>
                          <a:pt x="1" y="8103"/>
                        </a:lnTo>
                        <a:lnTo>
                          <a:pt x="1028" y="22525"/>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2"/>
                  <p:cNvSpPr/>
                  <p:nvPr/>
                </p:nvSpPr>
                <p:spPr>
                  <a:xfrm rot="157512">
                    <a:off x="7269957" y="2091430"/>
                    <a:ext cx="650192" cy="721064"/>
                  </a:xfrm>
                  <a:custGeom>
                    <a:rect b="b" l="l" r="r" t="t"/>
                    <a:pathLst>
                      <a:path extrusionOk="0" fill="none" h="28844" w="26009">
                        <a:moveTo>
                          <a:pt x="26009" y="20743"/>
                        </a:moveTo>
                        <a:lnTo>
                          <a:pt x="24980" y="6320"/>
                        </a:lnTo>
                        <a:lnTo>
                          <a:pt x="11976" y="0"/>
                        </a:lnTo>
                        <a:lnTo>
                          <a:pt x="0" y="8101"/>
                        </a:lnTo>
                        <a:lnTo>
                          <a:pt x="1028" y="22523"/>
                        </a:lnTo>
                        <a:lnTo>
                          <a:pt x="14033" y="28844"/>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 name="Google Shape;30;p2"/>
                  <p:cNvSpPr/>
                  <p:nvPr/>
                </p:nvSpPr>
                <p:spPr>
                  <a:xfrm rot="157512">
                    <a:off x="7895842" y="2075550"/>
                    <a:ext cx="650192" cy="721089"/>
                  </a:xfrm>
                  <a:custGeom>
                    <a:rect b="b" l="l" r="r" t="t"/>
                    <a:pathLst>
                      <a:path extrusionOk="0" fill="none" h="28845" w="26009">
                        <a:moveTo>
                          <a:pt x="26009" y="20743"/>
                        </a:moveTo>
                        <a:lnTo>
                          <a:pt x="24980" y="6322"/>
                        </a:lnTo>
                        <a:lnTo>
                          <a:pt x="11976" y="1"/>
                        </a:lnTo>
                        <a:lnTo>
                          <a:pt x="0" y="8102"/>
                        </a:lnTo>
                        <a:lnTo>
                          <a:pt x="1029" y="22525"/>
                        </a:lnTo>
                        <a:lnTo>
                          <a:pt x="14032"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2"/>
                  <p:cNvSpPr/>
                  <p:nvPr/>
                </p:nvSpPr>
                <p:spPr>
                  <a:xfrm rot="157512">
                    <a:off x="3841337" y="2720667"/>
                    <a:ext cx="650192" cy="721114"/>
                  </a:xfrm>
                  <a:custGeom>
                    <a:rect b="b" l="l" r="r" t="t"/>
                    <a:pathLst>
                      <a:path extrusionOk="0" fill="none" h="28846" w="26009">
                        <a:moveTo>
                          <a:pt x="26009" y="20743"/>
                        </a:moveTo>
                        <a:lnTo>
                          <a:pt x="24980" y="6321"/>
                        </a:lnTo>
                        <a:lnTo>
                          <a:pt x="11975" y="0"/>
                        </a:lnTo>
                        <a:lnTo>
                          <a:pt x="0" y="8102"/>
                        </a:lnTo>
                        <a:lnTo>
                          <a:pt x="1029" y="22524"/>
                        </a:lnTo>
                        <a:lnTo>
                          <a:pt x="14032"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2"/>
                  <p:cNvSpPr/>
                  <p:nvPr/>
                </p:nvSpPr>
                <p:spPr>
                  <a:xfrm rot="157512">
                    <a:off x="4467198" y="2704787"/>
                    <a:ext cx="650217" cy="721114"/>
                  </a:xfrm>
                  <a:custGeom>
                    <a:rect b="b" l="l" r="r" t="t"/>
                    <a:pathLst>
                      <a:path extrusionOk="0" fill="none" h="28846" w="26010">
                        <a:moveTo>
                          <a:pt x="26010" y="20743"/>
                        </a:moveTo>
                        <a:lnTo>
                          <a:pt x="24982" y="6322"/>
                        </a:lnTo>
                        <a:lnTo>
                          <a:pt x="11977" y="1"/>
                        </a:lnTo>
                        <a:lnTo>
                          <a:pt x="1" y="8103"/>
                        </a:lnTo>
                        <a:lnTo>
                          <a:pt x="1030" y="22525"/>
                        </a:lnTo>
                        <a:lnTo>
                          <a:pt x="14033" y="28846"/>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2"/>
                  <p:cNvSpPr/>
                  <p:nvPr/>
                </p:nvSpPr>
                <p:spPr>
                  <a:xfrm rot="157512">
                    <a:off x="5093107" y="2688958"/>
                    <a:ext cx="650192" cy="721089"/>
                  </a:xfrm>
                  <a:custGeom>
                    <a:rect b="b" l="l" r="r" t="t"/>
                    <a:pathLst>
                      <a:path extrusionOk="0" fill="none" h="28845" w="26009">
                        <a:moveTo>
                          <a:pt x="26008" y="20743"/>
                        </a:moveTo>
                        <a:lnTo>
                          <a:pt x="24980" y="6320"/>
                        </a:lnTo>
                        <a:lnTo>
                          <a:pt x="11976" y="0"/>
                        </a:lnTo>
                        <a:lnTo>
                          <a:pt x="1" y="8102"/>
                        </a:lnTo>
                        <a:lnTo>
                          <a:pt x="1029" y="22523"/>
                        </a:lnTo>
                        <a:lnTo>
                          <a:pt x="14033" y="28844"/>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2"/>
                  <p:cNvSpPr/>
                  <p:nvPr/>
                </p:nvSpPr>
                <p:spPr>
                  <a:xfrm rot="157512">
                    <a:off x="5718992" y="2673103"/>
                    <a:ext cx="650192" cy="721064"/>
                  </a:xfrm>
                  <a:custGeom>
                    <a:rect b="b" l="l" r="r" t="t"/>
                    <a:pathLst>
                      <a:path extrusionOk="0" fill="none" h="28844" w="26009">
                        <a:moveTo>
                          <a:pt x="26008" y="20743"/>
                        </a:moveTo>
                        <a:lnTo>
                          <a:pt x="24980" y="6321"/>
                        </a:lnTo>
                        <a:lnTo>
                          <a:pt x="11976" y="0"/>
                        </a:lnTo>
                        <a:lnTo>
                          <a:pt x="0" y="8101"/>
                        </a:lnTo>
                        <a:lnTo>
                          <a:pt x="1028" y="22524"/>
                        </a:lnTo>
                        <a:lnTo>
                          <a:pt x="14033" y="28844"/>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2"/>
                  <p:cNvSpPr/>
                  <p:nvPr/>
                </p:nvSpPr>
                <p:spPr>
                  <a:xfrm rot="157512">
                    <a:off x="6344876" y="2657223"/>
                    <a:ext cx="650167" cy="721114"/>
                  </a:xfrm>
                  <a:custGeom>
                    <a:rect b="b" l="l" r="r" t="t"/>
                    <a:pathLst>
                      <a:path extrusionOk="0" fill="none" h="28846" w="26008">
                        <a:moveTo>
                          <a:pt x="26008" y="20743"/>
                        </a:moveTo>
                        <a:lnTo>
                          <a:pt x="24980" y="6321"/>
                        </a:lnTo>
                        <a:lnTo>
                          <a:pt x="11975" y="1"/>
                        </a:lnTo>
                        <a:lnTo>
                          <a:pt x="0" y="8103"/>
                        </a:lnTo>
                        <a:lnTo>
                          <a:pt x="1028" y="22525"/>
                        </a:lnTo>
                        <a:lnTo>
                          <a:pt x="14032"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2"/>
                  <p:cNvSpPr/>
                  <p:nvPr/>
                </p:nvSpPr>
                <p:spPr>
                  <a:xfrm rot="157512">
                    <a:off x="6970736" y="2641369"/>
                    <a:ext cx="650217" cy="721114"/>
                  </a:xfrm>
                  <a:custGeom>
                    <a:rect b="b" l="l" r="r" t="t"/>
                    <a:pathLst>
                      <a:path extrusionOk="0" fill="none" h="28846" w="26010">
                        <a:moveTo>
                          <a:pt x="26010" y="20743"/>
                        </a:moveTo>
                        <a:lnTo>
                          <a:pt x="24981" y="6321"/>
                        </a:lnTo>
                        <a:lnTo>
                          <a:pt x="11976" y="0"/>
                        </a:lnTo>
                        <a:lnTo>
                          <a:pt x="1" y="8102"/>
                        </a:lnTo>
                        <a:lnTo>
                          <a:pt x="1029" y="22524"/>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2"/>
                  <p:cNvSpPr/>
                  <p:nvPr/>
                </p:nvSpPr>
                <p:spPr>
                  <a:xfrm rot="157512">
                    <a:off x="4168001" y="3254751"/>
                    <a:ext cx="650217" cy="721114"/>
                  </a:xfrm>
                  <a:custGeom>
                    <a:rect b="b" l="l" r="r" t="t"/>
                    <a:pathLst>
                      <a:path extrusionOk="0" fill="none" h="28846" w="26010">
                        <a:moveTo>
                          <a:pt x="26009" y="20744"/>
                        </a:moveTo>
                        <a:lnTo>
                          <a:pt x="24980" y="6322"/>
                        </a:lnTo>
                        <a:lnTo>
                          <a:pt x="11977" y="1"/>
                        </a:lnTo>
                        <a:lnTo>
                          <a:pt x="0" y="8103"/>
                        </a:lnTo>
                        <a:lnTo>
                          <a:pt x="1029" y="22525"/>
                        </a:lnTo>
                        <a:lnTo>
                          <a:pt x="14034" y="28846"/>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2"/>
                  <p:cNvSpPr/>
                  <p:nvPr/>
                </p:nvSpPr>
                <p:spPr>
                  <a:xfrm rot="157512">
                    <a:off x="4793885" y="3238896"/>
                    <a:ext cx="650192" cy="721114"/>
                  </a:xfrm>
                  <a:custGeom>
                    <a:rect b="b" l="l" r="r" t="t"/>
                    <a:pathLst>
                      <a:path extrusionOk="0" fill="none" h="28846" w="26009">
                        <a:moveTo>
                          <a:pt x="26009" y="20743"/>
                        </a:moveTo>
                        <a:lnTo>
                          <a:pt x="24981" y="6321"/>
                        </a:lnTo>
                        <a:lnTo>
                          <a:pt x="11977" y="0"/>
                        </a:lnTo>
                        <a:lnTo>
                          <a:pt x="0" y="8103"/>
                        </a:lnTo>
                        <a:lnTo>
                          <a:pt x="1029" y="22525"/>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2"/>
                  <p:cNvSpPr/>
                  <p:nvPr/>
                </p:nvSpPr>
                <p:spPr>
                  <a:xfrm rot="157512">
                    <a:off x="5419770" y="3223067"/>
                    <a:ext cx="650192" cy="721064"/>
                  </a:xfrm>
                  <a:custGeom>
                    <a:rect b="b" l="l" r="r" t="t"/>
                    <a:pathLst>
                      <a:path extrusionOk="0" fill="none" h="28844" w="26009">
                        <a:moveTo>
                          <a:pt x="26009" y="20743"/>
                        </a:moveTo>
                        <a:lnTo>
                          <a:pt x="24981" y="6320"/>
                        </a:lnTo>
                        <a:lnTo>
                          <a:pt x="11976" y="0"/>
                        </a:lnTo>
                        <a:lnTo>
                          <a:pt x="1" y="8101"/>
                        </a:lnTo>
                        <a:lnTo>
                          <a:pt x="1029" y="22523"/>
                        </a:lnTo>
                        <a:lnTo>
                          <a:pt x="14033" y="28844"/>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 name="Google Shape;40;p2"/>
                  <p:cNvSpPr/>
                  <p:nvPr/>
                </p:nvSpPr>
                <p:spPr>
                  <a:xfrm rot="157512">
                    <a:off x="6045654" y="3207187"/>
                    <a:ext cx="650192" cy="721114"/>
                  </a:xfrm>
                  <a:custGeom>
                    <a:rect b="b" l="l" r="r" t="t"/>
                    <a:pathLst>
                      <a:path extrusionOk="0" fill="none" h="28846" w="26009">
                        <a:moveTo>
                          <a:pt x="26008" y="20743"/>
                        </a:moveTo>
                        <a:lnTo>
                          <a:pt x="24980" y="6321"/>
                        </a:lnTo>
                        <a:lnTo>
                          <a:pt x="11976" y="1"/>
                        </a:lnTo>
                        <a:lnTo>
                          <a:pt x="1" y="8102"/>
                        </a:lnTo>
                        <a:lnTo>
                          <a:pt x="1029" y="22525"/>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2"/>
                  <p:cNvSpPr/>
                  <p:nvPr/>
                </p:nvSpPr>
                <p:spPr>
                  <a:xfrm rot="157512">
                    <a:off x="3868779" y="3804714"/>
                    <a:ext cx="650217" cy="721114"/>
                  </a:xfrm>
                  <a:custGeom>
                    <a:rect b="b" l="l" r="r" t="t"/>
                    <a:pathLst>
                      <a:path extrusionOk="0" fill="none" h="28846" w="26010">
                        <a:moveTo>
                          <a:pt x="26010" y="20744"/>
                        </a:moveTo>
                        <a:lnTo>
                          <a:pt x="24982" y="6322"/>
                        </a:lnTo>
                        <a:lnTo>
                          <a:pt x="11977" y="1"/>
                        </a:lnTo>
                        <a:lnTo>
                          <a:pt x="1" y="8102"/>
                        </a:lnTo>
                        <a:lnTo>
                          <a:pt x="1030" y="22525"/>
                        </a:lnTo>
                        <a:lnTo>
                          <a:pt x="14034" y="28846"/>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2"/>
                  <p:cNvSpPr/>
                  <p:nvPr/>
                </p:nvSpPr>
                <p:spPr>
                  <a:xfrm rot="157512">
                    <a:off x="4494689" y="3788860"/>
                    <a:ext cx="650192" cy="721114"/>
                  </a:xfrm>
                  <a:custGeom>
                    <a:rect b="b" l="l" r="r" t="t"/>
                    <a:pathLst>
                      <a:path extrusionOk="0" fill="none" h="28846" w="26009">
                        <a:moveTo>
                          <a:pt x="26008" y="20743"/>
                        </a:moveTo>
                        <a:lnTo>
                          <a:pt x="24980" y="6321"/>
                        </a:lnTo>
                        <a:lnTo>
                          <a:pt x="11976" y="1"/>
                        </a:lnTo>
                        <a:lnTo>
                          <a:pt x="1" y="8103"/>
                        </a:lnTo>
                        <a:lnTo>
                          <a:pt x="1029" y="22525"/>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 name="Google Shape;43;p2"/>
                  <p:cNvSpPr/>
                  <p:nvPr/>
                </p:nvSpPr>
                <p:spPr>
                  <a:xfrm rot="157512">
                    <a:off x="5120574" y="3773006"/>
                    <a:ext cx="650192" cy="721089"/>
                  </a:xfrm>
                  <a:custGeom>
                    <a:rect b="b" l="l" r="r" t="t"/>
                    <a:pathLst>
                      <a:path extrusionOk="0" fill="none" h="28845" w="26009">
                        <a:moveTo>
                          <a:pt x="26008" y="20744"/>
                        </a:moveTo>
                        <a:lnTo>
                          <a:pt x="24980" y="6321"/>
                        </a:lnTo>
                        <a:lnTo>
                          <a:pt x="11976" y="0"/>
                        </a:lnTo>
                        <a:lnTo>
                          <a:pt x="0" y="8102"/>
                        </a:lnTo>
                        <a:lnTo>
                          <a:pt x="1028" y="22524"/>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4" name="Google Shape;44;p2"/>
                <p:cNvSpPr/>
                <p:nvPr/>
              </p:nvSpPr>
              <p:spPr>
                <a:xfrm rot="157512">
                  <a:off x="6228998" y="4446717"/>
                  <a:ext cx="57072" cy="57047"/>
                </a:xfrm>
                <a:custGeom>
                  <a:rect b="b" l="l" r="r" t="t"/>
                  <a:pathLst>
                    <a:path extrusionOk="0" h="2282" w="2283">
                      <a:moveTo>
                        <a:pt x="1142" y="0"/>
                      </a:moveTo>
                      <a:cubicBezTo>
                        <a:pt x="512" y="0"/>
                        <a:pt x="1" y="511"/>
                        <a:pt x="1" y="1141"/>
                      </a:cubicBezTo>
                      <a:cubicBezTo>
                        <a:pt x="1" y="1771"/>
                        <a:pt x="512" y="2281"/>
                        <a:pt x="1142" y="2281"/>
                      </a:cubicBezTo>
                      <a:cubicBezTo>
                        <a:pt x="1772" y="2281"/>
                        <a:pt x="2283" y="1772"/>
                        <a:pt x="2283" y="1141"/>
                      </a:cubicBezTo>
                      <a:cubicBezTo>
                        <a:pt x="2283" y="511"/>
                        <a:pt x="1772" y="0"/>
                        <a:pt x="114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 name="Google Shape;45;p2"/>
                <p:cNvSpPr/>
                <p:nvPr/>
              </p:nvSpPr>
              <p:spPr>
                <a:xfrm rot="157512">
                  <a:off x="9351770" y="4005108"/>
                  <a:ext cx="57047" cy="57072"/>
                </a:xfrm>
                <a:custGeom>
                  <a:rect b="b" l="l" r="r" t="t"/>
                  <a:pathLst>
                    <a:path extrusionOk="0" h="2283" w="2282">
                      <a:moveTo>
                        <a:pt x="1141" y="0"/>
                      </a:moveTo>
                      <a:cubicBezTo>
                        <a:pt x="511" y="0"/>
                        <a:pt x="0" y="511"/>
                        <a:pt x="0" y="1141"/>
                      </a:cubicBezTo>
                      <a:cubicBezTo>
                        <a:pt x="0" y="1772"/>
                        <a:pt x="511" y="2282"/>
                        <a:pt x="1141" y="2282"/>
                      </a:cubicBezTo>
                      <a:cubicBezTo>
                        <a:pt x="1771" y="2282"/>
                        <a:pt x="2281" y="1772"/>
                        <a:pt x="2281" y="1141"/>
                      </a:cubicBezTo>
                      <a:cubicBezTo>
                        <a:pt x="2281" y="511"/>
                        <a:pt x="1771" y="0"/>
                        <a:pt x="114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 name="Google Shape;46;p2"/>
                <p:cNvSpPr/>
                <p:nvPr/>
              </p:nvSpPr>
              <p:spPr>
                <a:xfrm rot="157512">
                  <a:off x="8403706" y="3847890"/>
                  <a:ext cx="57072" cy="57047"/>
                </a:xfrm>
                <a:custGeom>
                  <a:rect b="b" l="l" r="r" t="t"/>
                  <a:pathLst>
                    <a:path extrusionOk="0" h="2282" w="2283">
                      <a:moveTo>
                        <a:pt x="1141" y="1"/>
                      </a:moveTo>
                      <a:cubicBezTo>
                        <a:pt x="511" y="1"/>
                        <a:pt x="0" y="511"/>
                        <a:pt x="0" y="1141"/>
                      </a:cubicBezTo>
                      <a:cubicBezTo>
                        <a:pt x="0" y="1771"/>
                        <a:pt x="511" y="2282"/>
                        <a:pt x="1141" y="2282"/>
                      </a:cubicBezTo>
                      <a:cubicBezTo>
                        <a:pt x="1771" y="2282"/>
                        <a:pt x="2282" y="1771"/>
                        <a:pt x="2282" y="1141"/>
                      </a:cubicBezTo>
                      <a:cubicBezTo>
                        <a:pt x="2282" y="511"/>
                        <a:pt x="1771" y="1"/>
                        <a:pt x="114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 name="Google Shape;47;p2"/>
                <p:cNvSpPr/>
                <p:nvPr/>
              </p:nvSpPr>
              <p:spPr>
                <a:xfrm rot="157512">
                  <a:off x="8124633" y="5115580"/>
                  <a:ext cx="57047" cy="57047"/>
                </a:xfrm>
                <a:custGeom>
                  <a:rect b="b" l="l" r="r" t="t"/>
                  <a:pathLst>
                    <a:path extrusionOk="0" h="2282" w="2282">
                      <a:moveTo>
                        <a:pt x="1140" y="0"/>
                      </a:moveTo>
                      <a:cubicBezTo>
                        <a:pt x="511" y="0"/>
                        <a:pt x="0" y="511"/>
                        <a:pt x="0" y="1141"/>
                      </a:cubicBezTo>
                      <a:cubicBezTo>
                        <a:pt x="0" y="1771"/>
                        <a:pt x="510" y="2281"/>
                        <a:pt x="1140" y="2281"/>
                      </a:cubicBezTo>
                      <a:cubicBezTo>
                        <a:pt x="1771" y="2281"/>
                        <a:pt x="2281" y="1771"/>
                        <a:pt x="2281" y="1141"/>
                      </a:cubicBezTo>
                      <a:cubicBezTo>
                        <a:pt x="2281" y="511"/>
                        <a:pt x="1771" y="0"/>
                        <a:pt x="114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 name="Google Shape;48;p2"/>
                <p:cNvSpPr/>
                <p:nvPr/>
              </p:nvSpPr>
              <p:spPr>
                <a:xfrm rot="157512">
                  <a:off x="6574005" y="5703526"/>
                  <a:ext cx="57072" cy="57047"/>
                </a:xfrm>
                <a:custGeom>
                  <a:rect b="b" l="l" r="r" t="t"/>
                  <a:pathLst>
                    <a:path extrusionOk="0" h="2282" w="2283">
                      <a:moveTo>
                        <a:pt x="1141" y="1"/>
                      </a:moveTo>
                      <a:cubicBezTo>
                        <a:pt x="511" y="1"/>
                        <a:pt x="0" y="511"/>
                        <a:pt x="0" y="1141"/>
                      </a:cubicBezTo>
                      <a:cubicBezTo>
                        <a:pt x="0" y="1771"/>
                        <a:pt x="511" y="2282"/>
                        <a:pt x="1141" y="2282"/>
                      </a:cubicBezTo>
                      <a:cubicBezTo>
                        <a:pt x="1771" y="2282"/>
                        <a:pt x="2282" y="1771"/>
                        <a:pt x="2282" y="1141"/>
                      </a:cubicBezTo>
                      <a:cubicBezTo>
                        <a:pt x="2282" y="511"/>
                        <a:pt x="1771" y="1"/>
                        <a:pt x="114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 name="Google Shape;49;p2"/>
                <p:cNvSpPr/>
                <p:nvPr/>
              </p:nvSpPr>
              <p:spPr>
                <a:xfrm rot="157512">
                  <a:off x="5957267" y="6080755"/>
                  <a:ext cx="57072" cy="57047"/>
                </a:xfrm>
                <a:custGeom>
                  <a:rect b="b" l="l" r="r" t="t"/>
                  <a:pathLst>
                    <a:path extrusionOk="0" h="2282" w="2283">
                      <a:moveTo>
                        <a:pt x="1141" y="0"/>
                      </a:moveTo>
                      <a:cubicBezTo>
                        <a:pt x="511" y="0"/>
                        <a:pt x="0" y="510"/>
                        <a:pt x="0" y="1140"/>
                      </a:cubicBezTo>
                      <a:cubicBezTo>
                        <a:pt x="0" y="1770"/>
                        <a:pt x="511" y="2281"/>
                        <a:pt x="1141" y="2281"/>
                      </a:cubicBezTo>
                      <a:cubicBezTo>
                        <a:pt x="1771" y="2281"/>
                        <a:pt x="2282" y="1770"/>
                        <a:pt x="2282" y="1140"/>
                      </a:cubicBezTo>
                      <a:cubicBezTo>
                        <a:pt x="2282" y="510"/>
                        <a:pt x="1771" y="0"/>
                        <a:pt x="114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 name="Google Shape;50;p2"/>
                <p:cNvSpPr/>
                <p:nvPr/>
              </p:nvSpPr>
              <p:spPr>
                <a:xfrm rot="157512">
                  <a:off x="5929801" y="4996682"/>
                  <a:ext cx="57072" cy="57047"/>
                </a:xfrm>
                <a:custGeom>
                  <a:rect b="b" l="l" r="r" t="t"/>
                  <a:pathLst>
                    <a:path extrusionOk="0" h="2282" w="2283">
                      <a:moveTo>
                        <a:pt x="1142" y="0"/>
                      </a:moveTo>
                      <a:cubicBezTo>
                        <a:pt x="511" y="0"/>
                        <a:pt x="1" y="510"/>
                        <a:pt x="1" y="1140"/>
                      </a:cubicBezTo>
                      <a:cubicBezTo>
                        <a:pt x="1" y="1771"/>
                        <a:pt x="511" y="2281"/>
                        <a:pt x="1142" y="2281"/>
                      </a:cubicBezTo>
                      <a:cubicBezTo>
                        <a:pt x="1772" y="2281"/>
                        <a:pt x="2283" y="1771"/>
                        <a:pt x="2283" y="1140"/>
                      </a:cubicBezTo>
                      <a:cubicBezTo>
                        <a:pt x="2283" y="510"/>
                        <a:pt x="1772" y="0"/>
                        <a:pt x="114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2"/>
                <p:cNvSpPr/>
                <p:nvPr/>
              </p:nvSpPr>
              <p:spPr>
                <a:xfrm rot="157512">
                  <a:off x="9015730" y="3465389"/>
                  <a:ext cx="57047" cy="57072"/>
                </a:xfrm>
                <a:custGeom>
                  <a:rect b="b" l="l" r="r" t="t"/>
                  <a:pathLst>
                    <a:path extrusionOk="0" h="2283" w="2282">
                      <a:moveTo>
                        <a:pt x="1142" y="0"/>
                      </a:moveTo>
                      <a:cubicBezTo>
                        <a:pt x="512" y="0"/>
                        <a:pt x="1" y="511"/>
                        <a:pt x="1" y="1141"/>
                      </a:cubicBezTo>
                      <a:cubicBezTo>
                        <a:pt x="1" y="1771"/>
                        <a:pt x="512" y="2282"/>
                        <a:pt x="1142" y="2282"/>
                      </a:cubicBezTo>
                      <a:cubicBezTo>
                        <a:pt x="1771" y="2282"/>
                        <a:pt x="2282" y="1771"/>
                        <a:pt x="2282" y="1141"/>
                      </a:cubicBezTo>
                      <a:cubicBezTo>
                        <a:pt x="2282" y="511"/>
                        <a:pt x="1771" y="0"/>
                        <a:pt x="114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52" name="Google Shape;52;p2"/>
            <p:cNvSpPr/>
            <p:nvPr/>
          </p:nvSpPr>
          <p:spPr>
            <a:xfrm rot="157512">
              <a:off x="8799542" y="3225845"/>
              <a:ext cx="57022" cy="57072"/>
            </a:xfrm>
            <a:custGeom>
              <a:rect b="b" l="l" r="r" t="t"/>
              <a:pathLst>
                <a:path extrusionOk="0" h="2283" w="2281">
                  <a:moveTo>
                    <a:pt x="1141" y="1"/>
                  </a:moveTo>
                  <a:cubicBezTo>
                    <a:pt x="511" y="1"/>
                    <a:pt x="0" y="512"/>
                    <a:pt x="0" y="1142"/>
                  </a:cubicBezTo>
                  <a:cubicBezTo>
                    <a:pt x="0" y="1772"/>
                    <a:pt x="511" y="2283"/>
                    <a:pt x="1141" y="2283"/>
                  </a:cubicBezTo>
                  <a:cubicBezTo>
                    <a:pt x="1771" y="2283"/>
                    <a:pt x="2281" y="1772"/>
                    <a:pt x="2281" y="1142"/>
                  </a:cubicBezTo>
                  <a:cubicBezTo>
                    <a:pt x="2281" y="512"/>
                    <a:pt x="1771" y="1"/>
                    <a:pt x="114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2"/>
            <p:cNvSpPr/>
            <p:nvPr/>
          </p:nvSpPr>
          <p:spPr>
            <a:xfrm rot="157512">
              <a:off x="5710335" y="4761896"/>
              <a:ext cx="57072" cy="57072"/>
            </a:xfrm>
            <a:custGeom>
              <a:rect b="b" l="l" r="r" t="t"/>
              <a:pathLst>
                <a:path extrusionOk="0" h="2283" w="2283">
                  <a:moveTo>
                    <a:pt x="1141" y="1"/>
                  </a:moveTo>
                  <a:cubicBezTo>
                    <a:pt x="511" y="1"/>
                    <a:pt x="0" y="511"/>
                    <a:pt x="0" y="1142"/>
                  </a:cubicBezTo>
                  <a:cubicBezTo>
                    <a:pt x="0" y="1772"/>
                    <a:pt x="511" y="2283"/>
                    <a:pt x="1141" y="2283"/>
                  </a:cubicBezTo>
                  <a:cubicBezTo>
                    <a:pt x="1771" y="2283"/>
                    <a:pt x="2282" y="1772"/>
                    <a:pt x="2282" y="1142"/>
                  </a:cubicBezTo>
                  <a:cubicBezTo>
                    <a:pt x="2282" y="511"/>
                    <a:pt x="1771" y="1"/>
                    <a:pt x="114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 name="Google Shape;54;p2"/>
            <p:cNvSpPr/>
            <p:nvPr/>
          </p:nvSpPr>
          <p:spPr>
            <a:xfrm rot="157512">
              <a:off x="7885492" y="4168682"/>
              <a:ext cx="57047" cy="57047"/>
            </a:xfrm>
            <a:custGeom>
              <a:rect b="b" l="l" r="r" t="t"/>
              <a:pathLst>
                <a:path extrusionOk="0" h="2282" w="2282">
                  <a:moveTo>
                    <a:pt x="1141" y="0"/>
                  </a:moveTo>
                  <a:cubicBezTo>
                    <a:pt x="511" y="0"/>
                    <a:pt x="0" y="511"/>
                    <a:pt x="0" y="1141"/>
                  </a:cubicBezTo>
                  <a:cubicBezTo>
                    <a:pt x="0" y="1770"/>
                    <a:pt x="511" y="2281"/>
                    <a:pt x="1141" y="2281"/>
                  </a:cubicBezTo>
                  <a:cubicBezTo>
                    <a:pt x="1772" y="2281"/>
                    <a:pt x="2281" y="1770"/>
                    <a:pt x="2281" y="1141"/>
                  </a:cubicBezTo>
                  <a:cubicBezTo>
                    <a:pt x="2281" y="511"/>
                    <a:pt x="1772" y="0"/>
                    <a:pt x="114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5" name="Google Shape;55;p2"/>
          <p:cNvGrpSpPr/>
          <p:nvPr/>
        </p:nvGrpSpPr>
        <p:grpSpPr>
          <a:xfrm>
            <a:off x="-3382536" y="-1517162"/>
            <a:ext cx="5036265" cy="4113315"/>
            <a:chOff x="4780389" y="2513201"/>
            <a:chExt cx="5036265" cy="4113315"/>
          </a:xfrm>
        </p:grpSpPr>
        <p:grpSp>
          <p:nvGrpSpPr>
            <p:cNvPr id="56" name="Google Shape;56;p2"/>
            <p:cNvGrpSpPr/>
            <p:nvPr/>
          </p:nvGrpSpPr>
          <p:grpSpPr>
            <a:xfrm>
              <a:off x="4780389" y="2513201"/>
              <a:ext cx="5036265" cy="4113315"/>
              <a:chOff x="4673664" y="2214101"/>
              <a:chExt cx="5036265" cy="4113315"/>
            </a:xfrm>
          </p:grpSpPr>
          <p:sp>
            <p:nvSpPr>
              <p:cNvPr id="57" name="Google Shape;57;p2"/>
              <p:cNvSpPr/>
              <p:nvPr/>
            </p:nvSpPr>
            <p:spPr>
              <a:xfrm rot="157512">
                <a:off x="9047033" y="4559649"/>
                <a:ext cx="57072" cy="57047"/>
              </a:xfrm>
              <a:custGeom>
                <a:rect b="b" l="l" r="r" t="t"/>
                <a:pathLst>
                  <a:path extrusionOk="0" h="2282" w="2283">
                    <a:moveTo>
                      <a:pt x="1141" y="1"/>
                    </a:moveTo>
                    <a:cubicBezTo>
                      <a:pt x="511" y="1"/>
                      <a:pt x="0" y="512"/>
                      <a:pt x="0" y="1142"/>
                    </a:cubicBezTo>
                    <a:cubicBezTo>
                      <a:pt x="0" y="1771"/>
                      <a:pt x="511" y="2282"/>
                      <a:pt x="1141" y="2282"/>
                    </a:cubicBezTo>
                    <a:cubicBezTo>
                      <a:pt x="1771" y="2282"/>
                      <a:pt x="2282" y="1771"/>
                      <a:pt x="2282" y="1142"/>
                    </a:cubicBezTo>
                    <a:cubicBezTo>
                      <a:pt x="2282" y="512"/>
                      <a:pt x="1771" y="1"/>
                      <a:pt x="114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8" name="Google Shape;58;p2"/>
              <p:cNvGrpSpPr/>
              <p:nvPr/>
            </p:nvGrpSpPr>
            <p:grpSpPr>
              <a:xfrm>
                <a:off x="4673664" y="2214101"/>
                <a:ext cx="5036265" cy="4113315"/>
                <a:chOff x="4673664" y="2214101"/>
                <a:chExt cx="5036265" cy="4113315"/>
              </a:xfrm>
            </p:grpSpPr>
            <p:grpSp>
              <p:nvGrpSpPr>
                <p:cNvPr id="59" name="Google Shape;59;p2"/>
                <p:cNvGrpSpPr/>
                <p:nvPr/>
              </p:nvGrpSpPr>
              <p:grpSpPr>
                <a:xfrm>
                  <a:off x="4673664" y="2214101"/>
                  <a:ext cx="5036265" cy="4113315"/>
                  <a:chOff x="3825164" y="427026"/>
                  <a:chExt cx="5036265" cy="4113315"/>
                </a:xfrm>
              </p:grpSpPr>
              <p:sp>
                <p:nvSpPr>
                  <p:cNvPr id="60" name="Google Shape;60;p2"/>
                  <p:cNvSpPr/>
                  <p:nvPr/>
                </p:nvSpPr>
                <p:spPr>
                  <a:xfrm rot="157512">
                    <a:off x="6915828" y="473247"/>
                    <a:ext cx="650167" cy="721089"/>
                  </a:xfrm>
                  <a:custGeom>
                    <a:rect b="b" l="l" r="r" t="t"/>
                    <a:pathLst>
                      <a:path extrusionOk="0" fill="none" h="28845" w="26008">
                        <a:moveTo>
                          <a:pt x="26008" y="20744"/>
                        </a:moveTo>
                        <a:lnTo>
                          <a:pt x="24980" y="6321"/>
                        </a:lnTo>
                        <a:lnTo>
                          <a:pt x="11976" y="1"/>
                        </a:lnTo>
                        <a:lnTo>
                          <a:pt x="0" y="8102"/>
                        </a:lnTo>
                        <a:lnTo>
                          <a:pt x="1028" y="22524"/>
                        </a:lnTo>
                        <a:lnTo>
                          <a:pt x="14032"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 name="Google Shape;61;p2"/>
                  <p:cNvSpPr/>
                  <p:nvPr/>
                </p:nvSpPr>
                <p:spPr>
                  <a:xfrm rot="157512">
                    <a:off x="7541687" y="457392"/>
                    <a:ext cx="650192" cy="721114"/>
                  </a:xfrm>
                  <a:custGeom>
                    <a:rect b="b" l="l" r="r" t="t"/>
                    <a:pathLst>
                      <a:path extrusionOk="0" fill="none" h="28846" w="26009">
                        <a:moveTo>
                          <a:pt x="26009" y="20743"/>
                        </a:moveTo>
                        <a:lnTo>
                          <a:pt x="24981" y="6321"/>
                        </a:lnTo>
                        <a:lnTo>
                          <a:pt x="11976" y="1"/>
                        </a:lnTo>
                        <a:lnTo>
                          <a:pt x="1" y="8102"/>
                        </a:lnTo>
                        <a:lnTo>
                          <a:pt x="1029" y="22525"/>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 name="Google Shape;62;p2"/>
                  <p:cNvSpPr/>
                  <p:nvPr/>
                </p:nvSpPr>
                <p:spPr>
                  <a:xfrm rot="157512">
                    <a:off x="8167572" y="441537"/>
                    <a:ext cx="650192" cy="721089"/>
                  </a:xfrm>
                  <a:custGeom>
                    <a:rect b="b" l="l" r="r" t="t"/>
                    <a:pathLst>
                      <a:path extrusionOk="0" fill="none" h="28845" w="26009">
                        <a:moveTo>
                          <a:pt x="26008" y="20743"/>
                        </a:moveTo>
                        <a:lnTo>
                          <a:pt x="24980" y="6321"/>
                        </a:lnTo>
                        <a:lnTo>
                          <a:pt x="11976" y="0"/>
                        </a:lnTo>
                        <a:lnTo>
                          <a:pt x="1" y="8102"/>
                        </a:lnTo>
                        <a:lnTo>
                          <a:pt x="1029" y="22524"/>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 name="Google Shape;63;p2"/>
                  <p:cNvSpPr/>
                  <p:nvPr/>
                </p:nvSpPr>
                <p:spPr>
                  <a:xfrm rot="157512">
                    <a:off x="7242491" y="1007356"/>
                    <a:ext cx="650192" cy="721089"/>
                  </a:xfrm>
                  <a:custGeom>
                    <a:rect b="b" l="l" r="r" t="t"/>
                    <a:pathLst>
                      <a:path extrusionOk="0" fill="none" h="28845" w="26009">
                        <a:moveTo>
                          <a:pt x="26008" y="20743"/>
                        </a:moveTo>
                        <a:lnTo>
                          <a:pt x="24980" y="6321"/>
                        </a:lnTo>
                        <a:lnTo>
                          <a:pt x="11976" y="1"/>
                        </a:lnTo>
                        <a:lnTo>
                          <a:pt x="0" y="8102"/>
                        </a:lnTo>
                        <a:lnTo>
                          <a:pt x="1028" y="22525"/>
                        </a:lnTo>
                        <a:lnTo>
                          <a:pt x="14033" y="28844"/>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 name="Google Shape;64;p2"/>
                  <p:cNvSpPr/>
                  <p:nvPr/>
                </p:nvSpPr>
                <p:spPr>
                  <a:xfrm rot="157512">
                    <a:off x="7868375" y="991501"/>
                    <a:ext cx="650167" cy="721089"/>
                  </a:xfrm>
                  <a:custGeom>
                    <a:rect b="b" l="l" r="r" t="t"/>
                    <a:pathLst>
                      <a:path extrusionOk="0" fill="none" h="28845" w="26008">
                        <a:moveTo>
                          <a:pt x="26008" y="20743"/>
                        </a:moveTo>
                        <a:lnTo>
                          <a:pt x="24980" y="6321"/>
                        </a:lnTo>
                        <a:lnTo>
                          <a:pt x="11976" y="0"/>
                        </a:lnTo>
                        <a:lnTo>
                          <a:pt x="0" y="8102"/>
                        </a:lnTo>
                        <a:lnTo>
                          <a:pt x="1028" y="22524"/>
                        </a:lnTo>
                        <a:lnTo>
                          <a:pt x="14032"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2"/>
                  <p:cNvSpPr/>
                  <p:nvPr/>
                </p:nvSpPr>
                <p:spPr>
                  <a:xfrm rot="157512">
                    <a:off x="6943294" y="1557320"/>
                    <a:ext cx="650167" cy="721089"/>
                  </a:xfrm>
                  <a:custGeom>
                    <a:rect b="b" l="l" r="r" t="t"/>
                    <a:pathLst>
                      <a:path extrusionOk="0" fill="none" h="28845" w="26008">
                        <a:moveTo>
                          <a:pt x="26008" y="20743"/>
                        </a:moveTo>
                        <a:lnTo>
                          <a:pt x="24980" y="6320"/>
                        </a:lnTo>
                        <a:lnTo>
                          <a:pt x="11975" y="1"/>
                        </a:lnTo>
                        <a:lnTo>
                          <a:pt x="0" y="8102"/>
                        </a:lnTo>
                        <a:lnTo>
                          <a:pt x="1028" y="22524"/>
                        </a:lnTo>
                        <a:lnTo>
                          <a:pt x="14032" y="28844"/>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p2"/>
                  <p:cNvSpPr/>
                  <p:nvPr/>
                </p:nvSpPr>
                <p:spPr>
                  <a:xfrm rot="157512">
                    <a:off x="7569154" y="1541466"/>
                    <a:ext cx="650217" cy="721064"/>
                  </a:xfrm>
                  <a:custGeom>
                    <a:rect b="b" l="l" r="r" t="t"/>
                    <a:pathLst>
                      <a:path extrusionOk="0" fill="none" h="28844" w="26010">
                        <a:moveTo>
                          <a:pt x="26009" y="20743"/>
                        </a:moveTo>
                        <a:lnTo>
                          <a:pt x="24980" y="6321"/>
                        </a:lnTo>
                        <a:lnTo>
                          <a:pt x="11976" y="0"/>
                        </a:lnTo>
                        <a:lnTo>
                          <a:pt x="1" y="8101"/>
                        </a:lnTo>
                        <a:lnTo>
                          <a:pt x="1029" y="22524"/>
                        </a:lnTo>
                        <a:lnTo>
                          <a:pt x="14033" y="28844"/>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 name="Google Shape;67;p2"/>
                  <p:cNvSpPr/>
                  <p:nvPr/>
                </p:nvSpPr>
                <p:spPr>
                  <a:xfrm rot="157512">
                    <a:off x="8195039" y="1525586"/>
                    <a:ext cx="650217" cy="721114"/>
                  </a:xfrm>
                  <a:custGeom>
                    <a:rect b="b" l="l" r="r" t="t"/>
                    <a:pathLst>
                      <a:path extrusionOk="0" fill="none" h="28846" w="26010">
                        <a:moveTo>
                          <a:pt x="26009" y="20743"/>
                        </a:moveTo>
                        <a:lnTo>
                          <a:pt x="24980" y="6322"/>
                        </a:lnTo>
                        <a:lnTo>
                          <a:pt x="11976" y="1"/>
                        </a:lnTo>
                        <a:lnTo>
                          <a:pt x="0" y="8103"/>
                        </a:lnTo>
                        <a:lnTo>
                          <a:pt x="1029" y="22525"/>
                        </a:lnTo>
                        <a:lnTo>
                          <a:pt x="14033" y="28846"/>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 name="Google Shape;68;p2"/>
                  <p:cNvSpPr/>
                  <p:nvPr/>
                </p:nvSpPr>
                <p:spPr>
                  <a:xfrm rot="157512">
                    <a:off x="4140535" y="2170703"/>
                    <a:ext cx="650217" cy="721089"/>
                  </a:xfrm>
                  <a:custGeom>
                    <a:rect b="b" l="l" r="r" t="t"/>
                    <a:pathLst>
                      <a:path extrusionOk="0" fill="none" h="28845" w="26010">
                        <a:moveTo>
                          <a:pt x="26009" y="20743"/>
                        </a:moveTo>
                        <a:lnTo>
                          <a:pt x="24980" y="6321"/>
                        </a:lnTo>
                        <a:lnTo>
                          <a:pt x="11977" y="0"/>
                        </a:lnTo>
                        <a:lnTo>
                          <a:pt x="1" y="8102"/>
                        </a:lnTo>
                        <a:lnTo>
                          <a:pt x="1028" y="22524"/>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 name="Google Shape;69;p2"/>
                  <p:cNvSpPr/>
                  <p:nvPr/>
                </p:nvSpPr>
                <p:spPr>
                  <a:xfrm rot="157512">
                    <a:off x="4766419" y="2154848"/>
                    <a:ext cx="650192" cy="721089"/>
                  </a:xfrm>
                  <a:custGeom>
                    <a:rect b="b" l="l" r="r" t="t"/>
                    <a:pathLst>
                      <a:path extrusionOk="0" fill="none" h="28845" w="26009">
                        <a:moveTo>
                          <a:pt x="26009" y="20743"/>
                        </a:moveTo>
                        <a:lnTo>
                          <a:pt x="24980" y="6321"/>
                        </a:lnTo>
                        <a:lnTo>
                          <a:pt x="11977" y="1"/>
                        </a:lnTo>
                        <a:lnTo>
                          <a:pt x="0" y="8102"/>
                        </a:lnTo>
                        <a:lnTo>
                          <a:pt x="1029" y="22524"/>
                        </a:lnTo>
                        <a:lnTo>
                          <a:pt x="14034"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 name="Google Shape;70;p2"/>
                  <p:cNvSpPr/>
                  <p:nvPr/>
                </p:nvSpPr>
                <p:spPr>
                  <a:xfrm rot="157512">
                    <a:off x="5392303" y="2138993"/>
                    <a:ext cx="650192" cy="721089"/>
                  </a:xfrm>
                  <a:custGeom>
                    <a:rect b="b" l="l" r="r" t="t"/>
                    <a:pathLst>
                      <a:path extrusionOk="0" fill="none" h="28845" w="26009">
                        <a:moveTo>
                          <a:pt x="26009" y="20743"/>
                        </a:moveTo>
                        <a:lnTo>
                          <a:pt x="24981" y="6321"/>
                        </a:lnTo>
                        <a:lnTo>
                          <a:pt x="11976" y="0"/>
                        </a:lnTo>
                        <a:lnTo>
                          <a:pt x="0" y="8102"/>
                        </a:lnTo>
                        <a:lnTo>
                          <a:pt x="1029" y="22524"/>
                        </a:lnTo>
                        <a:lnTo>
                          <a:pt x="14033" y="28844"/>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 name="Google Shape;71;p2"/>
                  <p:cNvSpPr/>
                  <p:nvPr/>
                </p:nvSpPr>
                <p:spPr>
                  <a:xfrm rot="157512">
                    <a:off x="6018188" y="2123139"/>
                    <a:ext cx="650192" cy="721089"/>
                  </a:xfrm>
                  <a:custGeom>
                    <a:rect b="b" l="l" r="r" t="t"/>
                    <a:pathLst>
                      <a:path extrusionOk="0" fill="none" h="28845" w="26009">
                        <a:moveTo>
                          <a:pt x="26008" y="20743"/>
                        </a:moveTo>
                        <a:lnTo>
                          <a:pt x="24981" y="6321"/>
                        </a:lnTo>
                        <a:lnTo>
                          <a:pt x="11976" y="0"/>
                        </a:lnTo>
                        <a:lnTo>
                          <a:pt x="1" y="8102"/>
                        </a:lnTo>
                        <a:lnTo>
                          <a:pt x="1029" y="22524"/>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2"/>
                  <p:cNvSpPr/>
                  <p:nvPr/>
                </p:nvSpPr>
                <p:spPr>
                  <a:xfrm rot="157512">
                    <a:off x="6644073" y="2107259"/>
                    <a:ext cx="650192" cy="721114"/>
                  </a:xfrm>
                  <a:custGeom>
                    <a:rect b="b" l="l" r="r" t="t"/>
                    <a:pathLst>
                      <a:path extrusionOk="0" fill="none" h="28846" w="26009">
                        <a:moveTo>
                          <a:pt x="26008" y="20743"/>
                        </a:moveTo>
                        <a:lnTo>
                          <a:pt x="24980" y="6321"/>
                        </a:lnTo>
                        <a:lnTo>
                          <a:pt x="11976" y="1"/>
                        </a:lnTo>
                        <a:lnTo>
                          <a:pt x="1" y="8103"/>
                        </a:lnTo>
                        <a:lnTo>
                          <a:pt x="1028" y="22525"/>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2"/>
                  <p:cNvSpPr/>
                  <p:nvPr/>
                </p:nvSpPr>
                <p:spPr>
                  <a:xfrm rot="157512">
                    <a:off x="7269957" y="2091430"/>
                    <a:ext cx="650192" cy="721064"/>
                  </a:xfrm>
                  <a:custGeom>
                    <a:rect b="b" l="l" r="r" t="t"/>
                    <a:pathLst>
                      <a:path extrusionOk="0" fill="none" h="28844" w="26009">
                        <a:moveTo>
                          <a:pt x="26009" y="20743"/>
                        </a:moveTo>
                        <a:lnTo>
                          <a:pt x="24980" y="6320"/>
                        </a:lnTo>
                        <a:lnTo>
                          <a:pt x="11976" y="0"/>
                        </a:lnTo>
                        <a:lnTo>
                          <a:pt x="0" y="8101"/>
                        </a:lnTo>
                        <a:lnTo>
                          <a:pt x="1028" y="22523"/>
                        </a:lnTo>
                        <a:lnTo>
                          <a:pt x="14033" y="28844"/>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2"/>
                  <p:cNvSpPr/>
                  <p:nvPr/>
                </p:nvSpPr>
                <p:spPr>
                  <a:xfrm rot="157512">
                    <a:off x="7895842" y="2075550"/>
                    <a:ext cx="650192" cy="721089"/>
                  </a:xfrm>
                  <a:custGeom>
                    <a:rect b="b" l="l" r="r" t="t"/>
                    <a:pathLst>
                      <a:path extrusionOk="0" fill="none" h="28845" w="26009">
                        <a:moveTo>
                          <a:pt x="26009" y="20743"/>
                        </a:moveTo>
                        <a:lnTo>
                          <a:pt x="24980" y="6322"/>
                        </a:lnTo>
                        <a:lnTo>
                          <a:pt x="11976" y="1"/>
                        </a:lnTo>
                        <a:lnTo>
                          <a:pt x="0" y="8102"/>
                        </a:lnTo>
                        <a:lnTo>
                          <a:pt x="1029" y="22525"/>
                        </a:lnTo>
                        <a:lnTo>
                          <a:pt x="14032"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2"/>
                  <p:cNvSpPr/>
                  <p:nvPr/>
                </p:nvSpPr>
                <p:spPr>
                  <a:xfrm rot="157512">
                    <a:off x="3841337" y="2720667"/>
                    <a:ext cx="650192" cy="721114"/>
                  </a:xfrm>
                  <a:custGeom>
                    <a:rect b="b" l="l" r="r" t="t"/>
                    <a:pathLst>
                      <a:path extrusionOk="0" fill="none" h="28846" w="26009">
                        <a:moveTo>
                          <a:pt x="26009" y="20743"/>
                        </a:moveTo>
                        <a:lnTo>
                          <a:pt x="24980" y="6321"/>
                        </a:lnTo>
                        <a:lnTo>
                          <a:pt x="11975" y="0"/>
                        </a:lnTo>
                        <a:lnTo>
                          <a:pt x="0" y="8102"/>
                        </a:lnTo>
                        <a:lnTo>
                          <a:pt x="1029" y="22524"/>
                        </a:lnTo>
                        <a:lnTo>
                          <a:pt x="14032"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2"/>
                  <p:cNvSpPr/>
                  <p:nvPr/>
                </p:nvSpPr>
                <p:spPr>
                  <a:xfrm rot="157512">
                    <a:off x="4467198" y="2704787"/>
                    <a:ext cx="650217" cy="721114"/>
                  </a:xfrm>
                  <a:custGeom>
                    <a:rect b="b" l="l" r="r" t="t"/>
                    <a:pathLst>
                      <a:path extrusionOk="0" fill="none" h="28846" w="26010">
                        <a:moveTo>
                          <a:pt x="26010" y="20743"/>
                        </a:moveTo>
                        <a:lnTo>
                          <a:pt x="24982" y="6322"/>
                        </a:lnTo>
                        <a:lnTo>
                          <a:pt x="11977" y="1"/>
                        </a:lnTo>
                        <a:lnTo>
                          <a:pt x="1" y="8103"/>
                        </a:lnTo>
                        <a:lnTo>
                          <a:pt x="1030" y="22525"/>
                        </a:lnTo>
                        <a:lnTo>
                          <a:pt x="14033" y="28846"/>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2"/>
                  <p:cNvSpPr/>
                  <p:nvPr/>
                </p:nvSpPr>
                <p:spPr>
                  <a:xfrm rot="157512">
                    <a:off x="5093107" y="2688958"/>
                    <a:ext cx="650192" cy="721089"/>
                  </a:xfrm>
                  <a:custGeom>
                    <a:rect b="b" l="l" r="r" t="t"/>
                    <a:pathLst>
                      <a:path extrusionOk="0" fill="none" h="28845" w="26009">
                        <a:moveTo>
                          <a:pt x="26008" y="20743"/>
                        </a:moveTo>
                        <a:lnTo>
                          <a:pt x="24980" y="6320"/>
                        </a:lnTo>
                        <a:lnTo>
                          <a:pt x="11976" y="0"/>
                        </a:lnTo>
                        <a:lnTo>
                          <a:pt x="1" y="8102"/>
                        </a:lnTo>
                        <a:lnTo>
                          <a:pt x="1029" y="22523"/>
                        </a:lnTo>
                        <a:lnTo>
                          <a:pt x="14033" y="28844"/>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2"/>
                  <p:cNvSpPr/>
                  <p:nvPr/>
                </p:nvSpPr>
                <p:spPr>
                  <a:xfrm rot="157512">
                    <a:off x="5718992" y="2673103"/>
                    <a:ext cx="650192" cy="721064"/>
                  </a:xfrm>
                  <a:custGeom>
                    <a:rect b="b" l="l" r="r" t="t"/>
                    <a:pathLst>
                      <a:path extrusionOk="0" fill="none" h="28844" w="26009">
                        <a:moveTo>
                          <a:pt x="26008" y="20743"/>
                        </a:moveTo>
                        <a:lnTo>
                          <a:pt x="24980" y="6321"/>
                        </a:lnTo>
                        <a:lnTo>
                          <a:pt x="11976" y="0"/>
                        </a:lnTo>
                        <a:lnTo>
                          <a:pt x="0" y="8101"/>
                        </a:lnTo>
                        <a:lnTo>
                          <a:pt x="1028" y="22524"/>
                        </a:lnTo>
                        <a:lnTo>
                          <a:pt x="14033" y="28844"/>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2"/>
                  <p:cNvSpPr/>
                  <p:nvPr/>
                </p:nvSpPr>
                <p:spPr>
                  <a:xfrm rot="157512">
                    <a:off x="6344876" y="2657223"/>
                    <a:ext cx="650167" cy="721114"/>
                  </a:xfrm>
                  <a:custGeom>
                    <a:rect b="b" l="l" r="r" t="t"/>
                    <a:pathLst>
                      <a:path extrusionOk="0" fill="none" h="28846" w="26008">
                        <a:moveTo>
                          <a:pt x="26008" y="20743"/>
                        </a:moveTo>
                        <a:lnTo>
                          <a:pt x="24980" y="6321"/>
                        </a:lnTo>
                        <a:lnTo>
                          <a:pt x="11975" y="1"/>
                        </a:lnTo>
                        <a:lnTo>
                          <a:pt x="0" y="8103"/>
                        </a:lnTo>
                        <a:lnTo>
                          <a:pt x="1028" y="22525"/>
                        </a:lnTo>
                        <a:lnTo>
                          <a:pt x="14032"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2"/>
                  <p:cNvSpPr/>
                  <p:nvPr/>
                </p:nvSpPr>
                <p:spPr>
                  <a:xfrm rot="157512">
                    <a:off x="6970736" y="2641369"/>
                    <a:ext cx="650217" cy="721114"/>
                  </a:xfrm>
                  <a:custGeom>
                    <a:rect b="b" l="l" r="r" t="t"/>
                    <a:pathLst>
                      <a:path extrusionOk="0" fill="none" h="28846" w="26010">
                        <a:moveTo>
                          <a:pt x="26010" y="20743"/>
                        </a:moveTo>
                        <a:lnTo>
                          <a:pt x="24981" y="6321"/>
                        </a:lnTo>
                        <a:lnTo>
                          <a:pt x="11976" y="0"/>
                        </a:lnTo>
                        <a:lnTo>
                          <a:pt x="1" y="8102"/>
                        </a:lnTo>
                        <a:lnTo>
                          <a:pt x="1029" y="22524"/>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2"/>
                  <p:cNvSpPr/>
                  <p:nvPr/>
                </p:nvSpPr>
                <p:spPr>
                  <a:xfrm rot="157512">
                    <a:off x="4168001" y="3254751"/>
                    <a:ext cx="650217" cy="721114"/>
                  </a:xfrm>
                  <a:custGeom>
                    <a:rect b="b" l="l" r="r" t="t"/>
                    <a:pathLst>
                      <a:path extrusionOk="0" fill="none" h="28846" w="26010">
                        <a:moveTo>
                          <a:pt x="26009" y="20744"/>
                        </a:moveTo>
                        <a:lnTo>
                          <a:pt x="24980" y="6322"/>
                        </a:lnTo>
                        <a:lnTo>
                          <a:pt x="11977" y="1"/>
                        </a:lnTo>
                        <a:lnTo>
                          <a:pt x="0" y="8103"/>
                        </a:lnTo>
                        <a:lnTo>
                          <a:pt x="1029" y="22525"/>
                        </a:lnTo>
                        <a:lnTo>
                          <a:pt x="14034" y="28846"/>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2"/>
                  <p:cNvSpPr/>
                  <p:nvPr/>
                </p:nvSpPr>
                <p:spPr>
                  <a:xfrm rot="157512">
                    <a:off x="4793885" y="3238896"/>
                    <a:ext cx="650192" cy="721114"/>
                  </a:xfrm>
                  <a:custGeom>
                    <a:rect b="b" l="l" r="r" t="t"/>
                    <a:pathLst>
                      <a:path extrusionOk="0" fill="none" h="28846" w="26009">
                        <a:moveTo>
                          <a:pt x="26009" y="20743"/>
                        </a:moveTo>
                        <a:lnTo>
                          <a:pt x="24981" y="6321"/>
                        </a:lnTo>
                        <a:lnTo>
                          <a:pt x="11977" y="0"/>
                        </a:lnTo>
                        <a:lnTo>
                          <a:pt x="0" y="8103"/>
                        </a:lnTo>
                        <a:lnTo>
                          <a:pt x="1029" y="22525"/>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2"/>
                  <p:cNvSpPr/>
                  <p:nvPr/>
                </p:nvSpPr>
                <p:spPr>
                  <a:xfrm rot="157512">
                    <a:off x="5419770" y="3223067"/>
                    <a:ext cx="650192" cy="721064"/>
                  </a:xfrm>
                  <a:custGeom>
                    <a:rect b="b" l="l" r="r" t="t"/>
                    <a:pathLst>
                      <a:path extrusionOk="0" fill="none" h="28844" w="26009">
                        <a:moveTo>
                          <a:pt x="26009" y="20743"/>
                        </a:moveTo>
                        <a:lnTo>
                          <a:pt x="24981" y="6320"/>
                        </a:lnTo>
                        <a:lnTo>
                          <a:pt x="11976" y="0"/>
                        </a:lnTo>
                        <a:lnTo>
                          <a:pt x="1" y="8101"/>
                        </a:lnTo>
                        <a:lnTo>
                          <a:pt x="1029" y="22523"/>
                        </a:lnTo>
                        <a:lnTo>
                          <a:pt x="14033" y="28844"/>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 name="Google Shape;84;p2"/>
                  <p:cNvSpPr/>
                  <p:nvPr/>
                </p:nvSpPr>
                <p:spPr>
                  <a:xfrm rot="157512">
                    <a:off x="6045654" y="3207187"/>
                    <a:ext cx="650192" cy="721114"/>
                  </a:xfrm>
                  <a:custGeom>
                    <a:rect b="b" l="l" r="r" t="t"/>
                    <a:pathLst>
                      <a:path extrusionOk="0" fill="none" h="28846" w="26009">
                        <a:moveTo>
                          <a:pt x="26008" y="20743"/>
                        </a:moveTo>
                        <a:lnTo>
                          <a:pt x="24980" y="6321"/>
                        </a:lnTo>
                        <a:lnTo>
                          <a:pt x="11976" y="1"/>
                        </a:lnTo>
                        <a:lnTo>
                          <a:pt x="1" y="8102"/>
                        </a:lnTo>
                        <a:lnTo>
                          <a:pt x="1029" y="22525"/>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p2"/>
                  <p:cNvSpPr/>
                  <p:nvPr/>
                </p:nvSpPr>
                <p:spPr>
                  <a:xfrm rot="157512">
                    <a:off x="3868779" y="3804714"/>
                    <a:ext cx="650217" cy="721114"/>
                  </a:xfrm>
                  <a:custGeom>
                    <a:rect b="b" l="l" r="r" t="t"/>
                    <a:pathLst>
                      <a:path extrusionOk="0" fill="none" h="28846" w="26010">
                        <a:moveTo>
                          <a:pt x="26010" y="20744"/>
                        </a:moveTo>
                        <a:lnTo>
                          <a:pt x="24982" y="6322"/>
                        </a:lnTo>
                        <a:lnTo>
                          <a:pt x="11977" y="1"/>
                        </a:lnTo>
                        <a:lnTo>
                          <a:pt x="1" y="8102"/>
                        </a:lnTo>
                        <a:lnTo>
                          <a:pt x="1030" y="22525"/>
                        </a:lnTo>
                        <a:lnTo>
                          <a:pt x="14034" y="28846"/>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2"/>
                  <p:cNvSpPr/>
                  <p:nvPr/>
                </p:nvSpPr>
                <p:spPr>
                  <a:xfrm rot="157512">
                    <a:off x="4494689" y="3788860"/>
                    <a:ext cx="650192" cy="721114"/>
                  </a:xfrm>
                  <a:custGeom>
                    <a:rect b="b" l="l" r="r" t="t"/>
                    <a:pathLst>
                      <a:path extrusionOk="0" fill="none" h="28846" w="26009">
                        <a:moveTo>
                          <a:pt x="26008" y="20743"/>
                        </a:moveTo>
                        <a:lnTo>
                          <a:pt x="24980" y="6321"/>
                        </a:lnTo>
                        <a:lnTo>
                          <a:pt x="11976" y="1"/>
                        </a:lnTo>
                        <a:lnTo>
                          <a:pt x="1" y="8103"/>
                        </a:lnTo>
                        <a:lnTo>
                          <a:pt x="1029" y="22525"/>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2"/>
                  <p:cNvSpPr/>
                  <p:nvPr/>
                </p:nvSpPr>
                <p:spPr>
                  <a:xfrm rot="157512">
                    <a:off x="5120574" y="3773006"/>
                    <a:ext cx="650192" cy="721089"/>
                  </a:xfrm>
                  <a:custGeom>
                    <a:rect b="b" l="l" r="r" t="t"/>
                    <a:pathLst>
                      <a:path extrusionOk="0" fill="none" h="28845" w="26009">
                        <a:moveTo>
                          <a:pt x="26008" y="20744"/>
                        </a:moveTo>
                        <a:lnTo>
                          <a:pt x="24980" y="6321"/>
                        </a:lnTo>
                        <a:lnTo>
                          <a:pt x="11976" y="0"/>
                        </a:lnTo>
                        <a:lnTo>
                          <a:pt x="0" y="8102"/>
                        </a:lnTo>
                        <a:lnTo>
                          <a:pt x="1028" y="22524"/>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8" name="Google Shape;88;p2"/>
                <p:cNvSpPr/>
                <p:nvPr/>
              </p:nvSpPr>
              <p:spPr>
                <a:xfrm rot="157512">
                  <a:off x="6228998" y="4446717"/>
                  <a:ext cx="57072" cy="57047"/>
                </a:xfrm>
                <a:custGeom>
                  <a:rect b="b" l="l" r="r" t="t"/>
                  <a:pathLst>
                    <a:path extrusionOk="0" h="2282" w="2283">
                      <a:moveTo>
                        <a:pt x="1142" y="0"/>
                      </a:moveTo>
                      <a:cubicBezTo>
                        <a:pt x="512" y="0"/>
                        <a:pt x="1" y="511"/>
                        <a:pt x="1" y="1141"/>
                      </a:cubicBezTo>
                      <a:cubicBezTo>
                        <a:pt x="1" y="1771"/>
                        <a:pt x="512" y="2281"/>
                        <a:pt x="1142" y="2281"/>
                      </a:cubicBezTo>
                      <a:cubicBezTo>
                        <a:pt x="1772" y="2281"/>
                        <a:pt x="2283" y="1772"/>
                        <a:pt x="2283" y="1141"/>
                      </a:cubicBezTo>
                      <a:cubicBezTo>
                        <a:pt x="2283" y="511"/>
                        <a:pt x="1772" y="0"/>
                        <a:pt x="114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 name="Google Shape;89;p2"/>
                <p:cNvSpPr/>
                <p:nvPr/>
              </p:nvSpPr>
              <p:spPr>
                <a:xfrm rot="157512">
                  <a:off x="9351770" y="4005108"/>
                  <a:ext cx="57047" cy="57072"/>
                </a:xfrm>
                <a:custGeom>
                  <a:rect b="b" l="l" r="r" t="t"/>
                  <a:pathLst>
                    <a:path extrusionOk="0" h="2283" w="2282">
                      <a:moveTo>
                        <a:pt x="1141" y="0"/>
                      </a:moveTo>
                      <a:cubicBezTo>
                        <a:pt x="511" y="0"/>
                        <a:pt x="0" y="511"/>
                        <a:pt x="0" y="1141"/>
                      </a:cubicBezTo>
                      <a:cubicBezTo>
                        <a:pt x="0" y="1772"/>
                        <a:pt x="511" y="2282"/>
                        <a:pt x="1141" y="2282"/>
                      </a:cubicBezTo>
                      <a:cubicBezTo>
                        <a:pt x="1771" y="2282"/>
                        <a:pt x="2281" y="1772"/>
                        <a:pt x="2281" y="1141"/>
                      </a:cubicBezTo>
                      <a:cubicBezTo>
                        <a:pt x="2281" y="511"/>
                        <a:pt x="1771" y="0"/>
                        <a:pt x="114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p2"/>
                <p:cNvSpPr/>
                <p:nvPr/>
              </p:nvSpPr>
              <p:spPr>
                <a:xfrm rot="157512">
                  <a:off x="8403706" y="3847890"/>
                  <a:ext cx="57072" cy="57047"/>
                </a:xfrm>
                <a:custGeom>
                  <a:rect b="b" l="l" r="r" t="t"/>
                  <a:pathLst>
                    <a:path extrusionOk="0" h="2282" w="2283">
                      <a:moveTo>
                        <a:pt x="1141" y="1"/>
                      </a:moveTo>
                      <a:cubicBezTo>
                        <a:pt x="511" y="1"/>
                        <a:pt x="0" y="511"/>
                        <a:pt x="0" y="1141"/>
                      </a:cubicBezTo>
                      <a:cubicBezTo>
                        <a:pt x="0" y="1771"/>
                        <a:pt x="511" y="2282"/>
                        <a:pt x="1141" y="2282"/>
                      </a:cubicBezTo>
                      <a:cubicBezTo>
                        <a:pt x="1771" y="2282"/>
                        <a:pt x="2282" y="1771"/>
                        <a:pt x="2282" y="1141"/>
                      </a:cubicBezTo>
                      <a:cubicBezTo>
                        <a:pt x="2282" y="511"/>
                        <a:pt x="1771" y="1"/>
                        <a:pt x="114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2"/>
                <p:cNvSpPr/>
                <p:nvPr/>
              </p:nvSpPr>
              <p:spPr>
                <a:xfrm rot="157512">
                  <a:off x="8124633" y="5115580"/>
                  <a:ext cx="57047" cy="57047"/>
                </a:xfrm>
                <a:custGeom>
                  <a:rect b="b" l="l" r="r" t="t"/>
                  <a:pathLst>
                    <a:path extrusionOk="0" h="2282" w="2282">
                      <a:moveTo>
                        <a:pt x="1140" y="0"/>
                      </a:moveTo>
                      <a:cubicBezTo>
                        <a:pt x="511" y="0"/>
                        <a:pt x="0" y="511"/>
                        <a:pt x="0" y="1141"/>
                      </a:cubicBezTo>
                      <a:cubicBezTo>
                        <a:pt x="0" y="1771"/>
                        <a:pt x="510" y="2281"/>
                        <a:pt x="1140" y="2281"/>
                      </a:cubicBezTo>
                      <a:cubicBezTo>
                        <a:pt x="1771" y="2281"/>
                        <a:pt x="2281" y="1771"/>
                        <a:pt x="2281" y="1141"/>
                      </a:cubicBezTo>
                      <a:cubicBezTo>
                        <a:pt x="2281" y="511"/>
                        <a:pt x="1771" y="0"/>
                        <a:pt x="114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2"/>
                <p:cNvSpPr/>
                <p:nvPr/>
              </p:nvSpPr>
              <p:spPr>
                <a:xfrm rot="157512">
                  <a:off x="6574005" y="5703526"/>
                  <a:ext cx="57072" cy="57047"/>
                </a:xfrm>
                <a:custGeom>
                  <a:rect b="b" l="l" r="r" t="t"/>
                  <a:pathLst>
                    <a:path extrusionOk="0" h="2282" w="2283">
                      <a:moveTo>
                        <a:pt x="1141" y="1"/>
                      </a:moveTo>
                      <a:cubicBezTo>
                        <a:pt x="511" y="1"/>
                        <a:pt x="0" y="511"/>
                        <a:pt x="0" y="1141"/>
                      </a:cubicBezTo>
                      <a:cubicBezTo>
                        <a:pt x="0" y="1771"/>
                        <a:pt x="511" y="2282"/>
                        <a:pt x="1141" y="2282"/>
                      </a:cubicBezTo>
                      <a:cubicBezTo>
                        <a:pt x="1771" y="2282"/>
                        <a:pt x="2282" y="1771"/>
                        <a:pt x="2282" y="1141"/>
                      </a:cubicBezTo>
                      <a:cubicBezTo>
                        <a:pt x="2282" y="511"/>
                        <a:pt x="1771" y="1"/>
                        <a:pt x="114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 name="Google Shape;93;p2"/>
                <p:cNvSpPr/>
                <p:nvPr/>
              </p:nvSpPr>
              <p:spPr>
                <a:xfrm rot="157512">
                  <a:off x="5957267" y="6080755"/>
                  <a:ext cx="57072" cy="57047"/>
                </a:xfrm>
                <a:custGeom>
                  <a:rect b="b" l="l" r="r" t="t"/>
                  <a:pathLst>
                    <a:path extrusionOk="0" h="2282" w="2283">
                      <a:moveTo>
                        <a:pt x="1141" y="0"/>
                      </a:moveTo>
                      <a:cubicBezTo>
                        <a:pt x="511" y="0"/>
                        <a:pt x="0" y="510"/>
                        <a:pt x="0" y="1140"/>
                      </a:cubicBezTo>
                      <a:cubicBezTo>
                        <a:pt x="0" y="1770"/>
                        <a:pt x="511" y="2281"/>
                        <a:pt x="1141" y="2281"/>
                      </a:cubicBezTo>
                      <a:cubicBezTo>
                        <a:pt x="1771" y="2281"/>
                        <a:pt x="2282" y="1770"/>
                        <a:pt x="2282" y="1140"/>
                      </a:cubicBezTo>
                      <a:cubicBezTo>
                        <a:pt x="2282" y="510"/>
                        <a:pt x="1771" y="0"/>
                        <a:pt x="114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2"/>
                <p:cNvSpPr/>
                <p:nvPr/>
              </p:nvSpPr>
              <p:spPr>
                <a:xfrm rot="157512">
                  <a:off x="5929801" y="4996682"/>
                  <a:ext cx="57072" cy="57047"/>
                </a:xfrm>
                <a:custGeom>
                  <a:rect b="b" l="l" r="r" t="t"/>
                  <a:pathLst>
                    <a:path extrusionOk="0" h="2282" w="2283">
                      <a:moveTo>
                        <a:pt x="1142" y="0"/>
                      </a:moveTo>
                      <a:cubicBezTo>
                        <a:pt x="511" y="0"/>
                        <a:pt x="1" y="510"/>
                        <a:pt x="1" y="1140"/>
                      </a:cubicBezTo>
                      <a:cubicBezTo>
                        <a:pt x="1" y="1771"/>
                        <a:pt x="511" y="2281"/>
                        <a:pt x="1142" y="2281"/>
                      </a:cubicBezTo>
                      <a:cubicBezTo>
                        <a:pt x="1772" y="2281"/>
                        <a:pt x="2283" y="1771"/>
                        <a:pt x="2283" y="1140"/>
                      </a:cubicBezTo>
                      <a:cubicBezTo>
                        <a:pt x="2283" y="510"/>
                        <a:pt x="1772" y="0"/>
                        <a:pt x="114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 name="Google Shape;95;p2"/>
                <p:cNvSpPr/>
                <p:nvPr/>
              </p:nvSpPr>
              <p:spPr>
                <a:xfrm rot="157512">
                  <a:off x="9015730" y="3465389"/>
                  <a:ext cx="57047" cy="57072"/>
                </a:xfrm>
                <a:custGeom>
                  <a:rect b="b" l="l" r="r" t="t"/>
                  <a:pathLst>
                    <a:path extrusionOk="0" h="2283" w="2282">
                      <a:moveTo>
                        <a:pt x="1142" y="0"/>
                      </a:moveTo>
                      <a:cubicBezTo>
                        <a:pt x="512" y="0"/>
                        <a:pt x="1" y="511"/>
                        <a:pt x="1" y="1141"/>
                      </a:cubicBezTo>
                      <a:cubicBezTo>
                        <a:pt x="1" y="1771"/>
                        <a:pt x="512" y="2282"/>
                        <a:pt x="1142" y="2282"/>
                      </a:cubicBezTo>
                      <a:cubicBezTo>
                        <a:pt x="1771" y="2282"/>
                        <a:pt x="2282" y="1771"/>
                        <a:pt x="2282" y="1141"/>
                      </a:cubicBezTo>
                      <a:cubicBezTo>
                        <a:pt x="2282" y="511"/>
                        <a:pt x="1771" y="0"/>
                        <a:pt x="114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96" name="Google Shape;96;p2"/>
            <p:cNvSpPr/>
            <p:nvPr/>
          </p:nvSpPr>
          <p:spPr>
            <a:xfrm rot="157512">
              <a:off x="8799542" y="3225845"/>
              <a:ext cx="57022" cy="57072"/>
            </a:xfrm>
            <a:custGeom>
              <a:rect b="b" l="l" r="r" t="t"/>
              <a:pathLst>
                <a:path extrusionOk="0" h="2283" w="2281">
                  <a:moveTo>
                    <a:pt x="1141" y="1"/>
                  </a:moveTo>
                  <a:cubicBezTo>
                    <a:pt x="511" y="1"/>
                    <a:pt x="0" y="512"/>
                    <a:pt x="0" y="1142"/>
                  </a:cubicBezTo>
                  <a:cubicBezTo>
                    <a:pt x="0" y="1772"/>
                    <a:pt x="511" y="2283"/>
                    <a:pt x="1141" y="2283"/>
                  </a:cubicBezTo>
                  <a:cubicBezTo>
                    <a:pt x="1771" y="2283"/>
                    <a:pt x="2281" y="1772"/>
                    <a:pt x="2281" y="1142"/>
                  </a:cubicBezTo>
                  <a:cubicBezTo>
                    <a:pt x="2281" y="512"/>
                    <a:pt x="1771" y="1"/>
                    <a:pt x="114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2"/>
            <p:cNvSpPr/>
            <p:nvPr/>
          </p:nvSpPr>
          <p:spPr>
            <a:xfrm rot="157512">
              <a:off x="5710335" y="4761896"/>
              <a:ext cx="57072" cy="57072"/>
            </a:xfrm>
            <a:custGeom>
              <a:rect b="b" l="l" r="r" t="t"/>
              <a:pathLst>
                <a:path extrusionOk="0" h="2283" w="2283">
                  <a:moveTo>
                    <a:pt x="1141" y="1"/>
                  </a:moveTo>
                  <a:cubicBezTo>
                    <a:pt x="511" y="1"/>
                    <a:pt x="0" y="511"/>
                    <a:pt x="0" y="1142"/>
                  </a:cubicBezTo>
                  <a:cubicBezTo>
                    <a:pt x="0" y="1772"/>
                    <a:pt x="511" y="2283"/>
                    <a:pt x="1141" y="2283"/>
                  </a:cubicBezTo>
                  <a:cubicBezTo>
                    <a:pt x="1771" y="2283"/>
                    <a:pt x="2282" y="1772"/>
                    <a:pt x="2282" y="1142"/>
                  </a:cubicBezTo>
                  <a:cubicBezTo>
                    <a:pt x="2282" y="511"/>
                    <a:pt x="1771" y="1"/>
                    <a:pt x="114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2"/>
            <p:cNvSpPr/>
            <p:nvPr/>
          </p:nvSpPr>
          <p:spPr>
            <a:xfrm rot="157512">
              <a:off x="7885492" y="4168682"/>
              <a:ext cx="57047" cy="57047"/>
            </a:xfrm>
            <a:custGeom>
              <a:rect b="b" l="l" r="r" t="t"/>
              <a:pathLst>
                <a:path extrusionOk="0" h="2282" w="2282">
                  <a:moveTo>
                    <a:pt x="1141" y="0"/>
                  </a:moveTo>
                  <a:cubicBezTo>
                    <a:pt x="511" y="0"/>
                    <a:pt x="0" y="511"/>
                    <a:pt x="0" y="1141"/>
                  </a:cubicBezTo>
                  <a:cubicBezTo>
                    <a:pt x="0" y="1770"/>
                    <a:pt x="511" y="2281"/>
                    <a:pt x="1141" y="2281"/>
                  </a:cubicBezTo>
                  <a:cubicBezTo>
                    <a:pt x="1772" y="2281"/>
                    <a:pt x="2281" y="1770"/>
                    <a:pt x="2281" y="1141"/>
                  </a:cubicBezTo>
                  <a:cubicBezTo>
                    <a:pt x="2281" y="511"/>
                    <a:pt x="1772" y="0"/>
                    <a:pt x="114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99" name="Shape 99"/>
        <p:cNvGrpSpPr/>
        <p:nvPr/>
      </p:nvGrpSpPr>
      <p:grpSpPr>
        <a:xfrm>
          <a:off x="0" y="0"/>
          <a:ext cx="0" cy="0"/>
          <a:chOff x="0" y="0"/>
          <a:chExt cx="0" cy="0"/>
        </a:xfrm>
      </p:grpSpPr>
      <p:sp>
        <p:nvSpPr>
          <p:cNvPr id="100" name="Google Shape;100;p3"/>
          <p:cNvSpPr txBox="1"/>
          <p:nvPr>
            <p:ph type="title"/>
          </p:nvPr>
        </p:nvSpPr>
        <p:spPr>
          <a:xfrm>
            <a:off x="720000" y="2384238"/>
            <a:ext cx="7351800" cy="841800"/>
          </a:xfrm>
          <a:prstGeom prst="rect">
            <a:avLst/>
          </a:prstGeom>
        </p:spPr>
        <p:txBody>
          <a:bodyPr anchorCtr="0" anchor="b" bIns="91425" lIns="91425" spcFirstLastPara="1" rIns="91425" wrap="square" tIns="91425">
            <a:noAutofit/>
          </a:bodyPr>
          <a:lstStyle>
            <a:lvl1pPr lvl="0">
              <a:spcBef>
                <a:spcPts val="0"/>
              </a:spcBef>
              <a:spcAft>
                <a:spcPts val="0"/>
              </a:spcAft>
              <a:buSzPts val="3600"/>
              <a:buNone/>
              <a:defRPr sz="43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01" name="Google Shape;101;p3"/>
          <p:cNvSpPr txBox="1"/>
          <p:nvPr>
            <p:ph hasCustomPrompt="1" idx="2" type="title"/>
          </p:nvPr>
        </p:nvSpPr>
        <p:spPr>
          <a:xfrm>
            <a:off x="720000" y="1496250"/>
            <a:ext cx="1381800" cy="841800"/>
          </a:xfrm>
          <a:prstGeom prst="rect">
            <a:avLst/>
          </a:prstGeom>
          <a:noFill/>
        </p:spPr>
        <p:txBody>
          <a:bodyPr anchorCtr="0" anchor="ctr" bIns="91425" lIns="91425" spcFirstLastPara="1" rIns="91425" wrap="square" tIns="91425">
            <a:noAutofit/>
          </a:bodyPr>
          <a:lstStyle>
            <a:lvl1pPr lvl="0" rtl="0">
              <a:spcBef>
                <a:spcPts val="0"/>
              </a:spcBef>
              <a:spcAft>
                <a:spcPts val="0"/>
              </a:spcAft>
              <a:buClr>
                <a:schemeClr val="lt1"/>
              </a:buClr>
              <a:buSzPts val="6000"/>
              <a:buNone/>
              <a:defRPr sz="7200"/>
            </a:lvl1pPr>
            <a:lvl2pPr lvl="1" rtl="0" algn="ctr">
              <a:spcBef>
                <a:spcPts val="0"/>
              </a:spcBef>
              <a:spcAft>
                <a:spcPts val="0"/>
              </a:spcAft>
              <a:buClr>
                <a:schemeClr val="lt1"/>
              </a:buClr>
              <a:buSzPts val="6000"/>
              <a:buNone/>
              <a:defRPr sz="6000">
                <a:solidFill>
                  <a:schemeClr val="lt1"/>
                </a:solidFill>
              </a:defRPr>
            </a:lvl2pPr>
            <a:lvl3pPr lvl="2" rtl="0" algn="ctr">
              <a:spcBef>
                <a:spcPts val="0"/>
              </a:spcBef>
              <a:spcAft>
                <a:spcPts val="0"/>
              </a:spcAft>
              <a:buClr>
                <a:schemeClr val="lt1"/>
              </a:buClr>
              <a:buSzPts val="6000"/>
              <a:buNone/>
              <a:defRPr sz="6000">
                <a:solidFill>
                  <a:schemeClr val="lt1"/>
                </a:solidFill>
              </a:defRPr>
            </a:lvl3pPr>
            <a:lvl4pPr lvl="3" rtl="0" algn="ctr">
              <a:spcBef>
                <a:spcPts val="0"/>
              </a:spcBef>
              <a:spcAft>
                <a:spcPts val="0"/>
              </a:spcAft>
              <a:buClr>
                <a:schemeClr val="lt1"/>
              </a:buClr>
              <a:buSzPts val="6000"/>
              <a:buNone/>
              <a:defRPr sz="6000">
                <a:solidFill>
                  <a:schemeClr val="lt1"/>
                </a:solidFill>
              </a:defRPr>
            </a:lvl4pPr>
            <a:lvl5pPr lvl="4" rtl="0" algn="ctr">
              <a:spcBef>
                <a:spcPts val="0"/>
              </a:spcBef>
              <a:spcAft>
                <a:spcPts val="0"/>
              </a:spcAft>
              <a:buClr>
                <a:schemeClr val="lt1"/>
              </a:buClr>
              <a:buSzPts val="6000"/>
              <a:buNone/>
              <a:defRPr sz="6000">
                <a:solidFill>
                  <a:schemeClr val="lt1"/>
                </a:solidFill>
              </a:defRPr>
            </a:lvl5pPr>
            <a:lvl6pPr lvl="5" rtl="0" algn="ctr">
              <a:spcBef>
                <a:spcPts val="0"/>
              </a:spcBef>
              <a:spcAft>
                <a:spcPts val="0"/>
              </a:spcAft>
              <a:buClr>
                <a:schemeClr val="lt1"/>
              </a:buClr>
              <a:buSzPts val="6000"/>
              <a:buNone/>
              <a:defRPr sz="6000">
                <a:solidFill>
                  <a:schemeClr val="lt1"/>
                </a:solidFill>
              </a:defRPr>
            </a:lvl6pPr>
            <a:lvl7pPr lvl="6" rtl="0" algn="ctr">
              <a:spcBef>
                <a:spcPts val="0"/>
              </a:spcBef>
              <a:spcAft>
                <a:spcPts val="0"/>
              </a:spcAft>
              <a:buClr>
                <a:schemeClr val="lt1"/>
              </a:buClr>
              <a:buSzPts val="6000"/>
              <a:buNone/>
              <a:defRPr sz="6000">
                <a:solidFill>
                  <a:schemeClr val="lt1"/>
                </a:solidFill>
              </a:defRPr>
            </a:lvl7pPr>
            <a:lvl8pPr lvl="7" rtl="0" algn="ctr">
              <a:spcBef>
                <a:spcPts val="0"/>
              </a:spcBef>
              <a:spcAft>
                <a:spcPts val="0"/>
              </a:spcAft>
              <a:buClr>
                <a:schemeClr val="lt1"/>
              </a:buClr>
              <a:buSzPts val="6000"/>
              <a:buNone/>
              <a:defRPr sz="6000">
                <a:solidFill>
                  <a:schemeClr val="lt1"/>
                </a:solidFill>
              </a:defRPr>
            </a:lvl8pPr>
            <a:lvl9pPr lvl="8" rtl="0" algn="ctr">
              <a:spcBef>
                <a:spcPts val="0"/>
              </a:spcBef>
              <a:spcAft>
                <a:spcPts val="0"/>
              </a:spcAft>
              <a:buClr>
                <a:schemeClr val="lt1"/>
              </a:buClr>
              <a:buSzPts val="6000"/>
              <a:buNone/>
              <a:defRPr sz="6000">
                <a:solidFill>
                  <a:schemeClr val="lt1"/>
                </a:solidFill>
              </a:defRPr>
            </a:lvl9pPr>
          </a:lstStyle>
          <a:p>
            <a:r>
              <a:t>xx%</a:t>
            </a:r>
          </a:p>
        </p:txBody>
      </p:sp>
      <p:sp>
        <p:nvSpPr>
          <p:cNvPr id="102" name="Google Shape;102;p3"/>
          <p:cNvSpPr txBox="1"/>
          <p:nvPr>
            <p:ph idx="1" type="subTitle"/>
          </p:nvPr>
        </p:nvSpPr>
        <p:spPr>
          <a:xfrm>
            <a:off x="720000" y="3272250"/>
            <a:ext cx="5067600" cy="3750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5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grpSp>
        <p:nvGrpSpPr>
          <p:cNvPr id="103" name="Google Shape;103;p3"/>
          <p:cNvGrpSpPr/>
          <p:nvPr/>
        </p:nvGrpSpPr>
        <p:grpSpPr>
          <a:xfrm>
            <a:off x="5175689" y="2774776"/>
            <a:ext cx="5036265" cy="4113315"/>
            <a:chOff x="4780389" y="2513201"/>
            <a:chExt cx="5036265" cy="4113315"/>
          </a:xfrm>
        </p:grpSpPr>
        <p:grpSp>
          <p:nvGrpSpPr>
            <p:cNvPr id="104" name="Google Shape;104;p3"/>
            <p:cNvGrpSpPr/>
            <p:nvPr/>
          </p:nvGrpSpPr>
          <p:grpSpPr>
            <a:xfrm>
              <a:off x="4780389" y="2513201"/>
              <a:ext cx="5036265" cy="4113315"/>
              <a:chOff x="4673664" y="2214101"/>
              <a:chExt cx="5036265" cy="4113315"/>
            </a:xfrm>
          </p:grpSpPr>
          <p:sp>
            <p:nvSpPr>
              <p:cNvPr id="105" name="Google Shape;105;p3"/>
              <p:cNvSpPr/>
              <p:nvPr/>
            </p:nvSpPr>
            <p:spPr>
              <a:xfrm rot="157512">
                <a:off x="9047033" y="4559649"/>
                <a:ext cx="57072" cy="57047"/>
              </a:xfrm>
              <a:custGeom>
                <a:rect b="b" l="l" r="r" t="t"/>
                <a:pathLst>
                  <a:path extrusionOk="0" h="2282" w="2283">
                    <a:moveTo>
                      <a:pt x="1141" y="1"/>
                    </a:moveTo>
                    <a:cubicBezTo>
                      <a:pt x="511" y="1"/>
                      <a:pt x="0" y="512"/>
                      <a:pt x="0" y="1142"/>
                    </a:cubicBezTo>
                    <a:cubicBezTo>
                      <a:pt x="0" y="1771"/>
                      <a:pt x="511" y="2282"/>
                      <a:pt x="1141" y="2282"/>
                    </a:cubicBezTo>
                    <a:cubicBezTo>
                      <a:pt x="1771" y="2282"/>
                      <a:pt x="2282" y="1771"/>
                      <a:pt x="2282" y="1142"/>
                    </a:cubicBezTo>
                    <a:cubicBezTo>
                      <a:pt x="2282" y="512"/>
                      <a:pt x="1771" y="1"/>
                      <a:pt x="114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06" name="Google Shape;106;p3"/>
              <p:cNvGrpSpPr/>
              <p:nvPr/>
            </p:nvGrpSpPr>
            <p:grpSpPr>
              <a:xfrm>
                <a:off x="4673664" y="2214101"/>
                <a:ext cx="5036265" cy="4113315"/>
                <a:chOff x="4673664" y="2214101"/>
                <a:chExt cx="5036265" cy="4113315"/>
              </a:xfrm>
            </p:grpSpPr>
            <p:grpSp>
              <p:nvGrpSpPr>
                <p:cNvPr id="107" name="Google Shape;107;p3"/>
                <p:cNvGrpSpPr/>
                <p:nvPr/>
              </p:nvGrpSpPr>
              <p:grpSpPr>
                <a:xfrm>
                  <a:off x="4673664" y="2214101"/>
                  <a:ext cx="5036265" cy="4113315"/>
                  <a:chOff x="3825164" y="427026"/>
                  <a:chExt cx="5036265" cy="4113315"/>
                </a:xfrm>
              </p:grpSpPr>
              <p:sp>
                <p:nvSpPr>
                  <p:cNvPr id="108" name="Google Shape;108;p3"/>
                  <p:cNvSpPr/>
                  <p:nvPr/>
                </p:nvSpPr>
                <p:spPr>
                  <a:xfrm rot="157512">
                    <a:off x="6915828" y="473247"/>
                    <a:ext cx="650167" cy="721089"/>
                  </a:xfrm>
                  <a:custGeom>
                    <a:rect b="b" l="l" r="r" t="t"/>
                    <a:pathLst>
                      <a:path extrusionOk="0" fill="none" h="28845" w="26008">
                        <a:moveTo>
                          <a:pt x="26008" y="20744"/>
                        </a:moveTo>
                        <a:lnTo>
                          <a:pt x="24980" y="6321"/>
                        </a:lnTo>
                        <a:lnTo>
                          <a:pt x="11976" y="1"/>
                        </a:lnTo>
                        <a:lnTo>
                          <a:pt x="0" y="8102"/>
                        </a:lnTo>
                        <a:lnTo>
                          <a:pt x="1028" y="22524"/>
                        </a:lnTo>
                        <a:lnTo>
                          <a:pt x="14032"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3"/>
                  <p:cNvSpPr/>
                  <p:nvPr/>
                </p:nvSpPr>
                <p:spPr>
                  <a:xfrm rot="157512">
                    <a:off x="7541687" y="457392"/>
                    <a:ext cx="650192" cy="721114"/>
                  </a:xfrm>
                  <a:custGeom>
                    <a:rect b="b" l="l" r="r" t="t"/>
                    <a:pathLst>
                      <a:path extrusionOk="0" fill="none" h="28846" w="26009">
                        <a:moveTo>
                          <a:pt x="26009" y="20743"/>
                        </a:moveTo>
                        <a:lnTo>
                          <a:pt x="24981" y="6321"/>
                        </a:lnTo>
                        <a:lnTo>
                          <a:pt x="11976" y="1"/>
                        </a:lnTo>
                        <a:lnTo>
                          <a:pt x="1" y="8102"/>
                        </a:lnTo>
                        <a:lnTo>
                          <a:pt x="1029" y="22525"/>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3"/>
                  <p:cNvSpPr/>
                  <p:nvPr/>
                </p:nvSpPr>
                <p:spPr>
                  <a:xfrm rot="157512">
                    <a:off x="8167572" y="441537"/>
                    <a:ext cx="650192" cy="721089"/>
                  </a:xfrm>
                  <a:custGeom>
                    <a:rect b="b" l="l" r="r" t="t"/>
                    <a:pathLst>
                      <a:path extrusionOk="0" fill="none" h="28845" w="26009">
                        <a:moveTo>
                          <a:pt x="26008" y="20743"/>
                        </a:moveTo>
                        <a:lnTo>
                          <a:pt x="24980" y="6321"/>
                        </a:lnTo>
                        <a:lnTo>
                          <a:pt x="11976" y="0"/>
                        </a:lnTo>
                        <a:lnTo>
                          <a:pt x="1" y="8102"/>
                        </a:lnTo>
                        <a:lnTo>
                          <a:pt x="1029" y="22524"/>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3"/>
                  <p:cNvSpPr/>
                  <p:nvPr/>
                </p:nvSpPr>
                <p:spPr>
                  <a:xfrm rot="157512">
                    <a:off x="7242491" y="1007356"/>
                    <a:ext cx="650192" cy="721089"/>
                  </a:xfrm>
                  <a:custGeom>
                    <a:rect b="b" l="l" r="r" t="t"/>
                    <a:pathLst>
                      <a:path extrusionOk="0" fill="none" h="28845" w="26009">
                        <a:moveTo>
                          <a:pt x="26008" y="20743"/>
                        </a:moveTo>
                        <a:lnTo>
                          <a:pt x="24980" y="6321"/>
                        </a:lnTo>
                        <a:lnTo>
                          <a:pt x="11976" y="1"/>
                        </a:lnTo>
                        <a:lnTo>
                          <a:pt x="0" y="8102"/>
                        </a:lnTo>
                        <a:lnTo>
                          <a:pt x="1028" y="22525"/>
                        </a:lnTo>
                        <a:lnTo>
                          <a:pt x="14033" y="28844"/>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3"/>
                  <p:cNvSpPr/>
                  <p:nvPr/>
                </p:nvSpPr>
                <p:spPr>
                  <a:xfrm rot="157512">
                    <a:off x="7868375" y="991501"/>
                    <a:ext cx="650167" cy="721089"/>
                  </a:xfrm>
                  <a:custGeom>
                    <a:rect b="b" l="l" r="r" t="t"/>
                    <a:pathLst>
                      <a:path extrusionOk="0" fill="none" h="28845" w="26008">
                        <a:moveTo>
                          <a:pt x="26008" y="20743"/>
                        </a:moveTo>
                        <a:lnTo>
                          <a:pt x="24980" y="6321"/>
                        </a:lnTo>
                        <a:lnTo>
                          <a:pt x="11976" y="0"/>
                        </a:lnTo>
                        <a:lnTo>
                          <a:pt x="0" y="8102"/>
                        </a:lnTo>
                        <a:lnTo>
                          <a:pt x="1028" y="22524"/>
                        </a:lnTo>
                        <a:lnTo>
                          <a:pt x="14032"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3"/>
                  <p:cNvSpPr/>
                  <p:nvPr/>
                </p:nvSpPr>
                <p:spPr>
                  <a:xfrm rot="157512">
                    <a:off x="6943294" y="1557320"/>
                    <a:ext cx="650167" cy="721089"/>
                  </a:xfrm>
                  <a:custGeom>
                    <a:rect b="b" l="l" r="r" t="t"/>
                    <a:pathLst>
                      <a:path extrusionOk="0" fill="none" h="28845" w="26008">
                        <a:moveTo>
                          <a:pt x="26008" y="20743"/>
                        </a:moveTo>
                        <a:lnTo>
                          <a:pt x="24980" y="6320"/>
                        </a:lnTo>
                        <a:lnTo>
                          <a:pt x="11975" y="1"/>
                        </a:lnTo>
                        <a:lnTo>
                          <a:pt x="0" y="8102"/>
                        </a:lnTo>
                        <a:lnTo>
                          <a:pt x="1028" y="22524"/>
                        </a:lnTo>
                        <a:lnTo>
                          <a:pt x="14032" y="28844"/>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3"/>
                  <p:cNvSpPr/>
                  <p:nvPr/>
                </p:nvSpPr>
                <p:spPr>
                  <a:xfrm rot="157512">
                    <a:off x="7569154" y="1541466"/>
                    <a:ext cx="650217" cy="721064"/>
                  </a:xfrm>
                  <a:custGeom>
                    <a:rect b="b" l="l" r="r" t="t"/>
                    <a:pathLst>
                      <a:path extrusionOk="0" fill="none" h="28844" w="26010">
                        <a:moveTo>
                          <a:pt x="26009" y="20743"/>
                        </a:moveTo>
                        <a:lnTo>
                          <a:pt x="24980" y="6321"/>
                        </a:lnTo>
                        <a:lnTo>
                          <a:pt x="11976" y="0"/>
                        </a:lnTo>
                        <a:lnTo>
                          <a:pt x="1" y="8101"/>
                        </a:lnTo>
                        <a:lnTo>
                          <a:pt x="1029" y="22524"/>
                        </a:lnTo>
                        <a:lnTo>
                          <a:pt x="14033" y="28844"/>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3"/>
                  <p:cNvSpPr/>
                  <p:nvPr/>
                </p:nvSpPr>
                <p:spPr>
                  <a:xfrm rot="157512">
                    <a:off x="8195039" y="1525586"/>
                    <a:ext cx="650217" cy="721114"/>
                  </a:xfrm>
                  <a:custGeom>
                    <a:rect b="b" l="l" r="r" t="t"/>
                    <a:pathLst>
                      <a:path extrusionOk="0" fill="none" h="28846" w="26010">
                        <a:moveTo>
                          <a:pt x="26009" y="20743"/>
                        </a:moveTo>
                        <a:lnTo>
                          <a:pt x="24980" y="6322"/>
                        </a:lnTo>
                        <a:lnTo>
                          <a:pt x="11976" y="1"/>
                        </a:lnTo>
                        <a:lnTo>
                          <a:pt x="0" y="8103"/>
                        </a:lnTo>
                        <a:lnTo>
                          <a:pt x="1029" y="22525"/>
                        </a:lnTo>
                        <a:lnTo>
                          <a:pt x="14033" y="28846"/>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3"/>
                  <p:cNvSpPr/>
                  <p:nvPr/>
                </p:nvSpPr>
                <p:spPr>
                  <a:xfrm rot="157512">
                    <a:off x="4140535" y="2170703"/>
                    <a:ext cx="650217" cy="721089"/>
                  </a:xfrm>
                  <a:custGeom>
                    <a:rect b="b" l="l" r="r" t="t"/>
                    <a:pathLst>
                      <a:path extrusionOk="0" fill="none" h="28845" w="26010">
                        <a:moveTo>
                          <a:pt x="26009" y="20743"/>
                        </a:moveTo>
                        <a:lnTo>
                          <a:pt x="24980" y="6321"/>
                        </a:lnTo>
                        <a:lnTo>
                          <a:pt x="11977" y="0"/>
                        </a:lnTo>
                        <a:lnTo>
                          <a:pt x="1" y="8102"/>
                        </a:lnTo>
                        <a:lnTo>
                          <a:pt x="1028" y="22524"/>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3"/>
                  <p:cNvSpPr/>
                  <p:nvPr/>
                </p:nvSpPr>
                <p:spPr>
                  <a:xfrm rot="157512">
                    <a:off x="4766419" y="2154848"/>
                    <a:ext cx="650192" cy="721089"/>
                  </a:xfrm>
                  <a:custGeom>
                    <a:rect b="b" l="l" r="r" t="t"/>
                    <a:pathLst>
                      <a:path extrusionOk="0" fill="none" h="28845" w="26009">
                        <a:moveTo>
                          <a:pt x="26009" y="20743"/>
                        </a:moveTo>
                        <a:lnTo>
                          <a:pt x="24980" y="6321"/>
                        </a:lnTo>
                        <a:lnTo>
                          <a:pt x="11977" y="1"/>
                        </a:lnTo>
                        <a:lnTo>
                          <a:pt x="0" y="8102"/>
                        </a:lnTo>
                        <a:lnTo>
                          <a:pt x="1029" y="22524"/>
                        </a:lnTo>
                        <a:lnTo>
                          <a:pt x="14034"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3"/>
                  <p:cNvSpPr/>
                  <p:nvPr/>
                </p:nvSpPr>
                <p:spPr>
                  <a:xfrm rot="157512">
                    <a:off x="5392303" y="2138993"/>
                    <a:ext cx="650192" cy="721089"/>
                  </a:xfrm>
                  <a:custGeom>
                    <a:rect b="b" l="l" r="r" t="t"/>
                    <a:pathLst>
                      <a:path extrusionOk="0" fill="none" h="28845" w="26009">
                        <a:moveTo>
                          <a:pt x="26009" y="20743"/>
                        </a:moveTo>
                        <a:lnTo>
                          <a:pt x="24981" y="6321"/>
                        </a:lnTo>
                        <a:lnTo>
                          <a:pt x="11976" y="0"/>
                        </a:lnTo>
                        <a:lnTo>
                          <a:pt x="0" y="8102"/>
                        </a:lnTo>
                        <a:lnTo>
                          <a:pt x="1029" y="22524"/>
                        </a:lnTo>
                        <a:lnTo>
                          <a:pt x="14033" y="28844"/>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3"/>
                  <p:cNvSpPr/>
                  <p:nvPr/>
                </p:nvSpPr>
                <p:spPr>
                  <a:xfrm rot="157512">
                    <a:off x="6018188" y="2123139"/>
                    <a:ext cx="650192" cy="721089"/>
                  </a:xfrm>
                  <a:custGeom>
                    <a:rect b="b" l="l" r="r" t="t"/>
                    <a:pathLst>
                      <a:path extrusionOk="0" fill="none" h="28845" w="26009">
                        <a:moveTo>
                          <a:pt x="26008" y="20743"/>
                        </a:moveTo>
                        <a:lnTo>
                          <a:pt x="24981" y="6321"/>
                        </a:lnTo>
                        <a:lnTo>
                          <a:pt x="11976" y="0"/>
                        </a:lnTo>
                        <a:lnTo>
                          <a:pt x="1" y="8102"/>
                        </a:lnTo>
                        <a:lnTo>
                          <a:pt x="1029" y="22524"/>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3"/>
                  <p:cNvSpPr/>
                  <p:nvPr/>
                </p:nvSpPr>
                <p:spPr>
                  <a:xfrm rot="157512">
                    <a:off x="6644073" y="2107259"/>
                    <a:ext cx="650192" cy="721114"/>
                  </a:xfrm>
                  <a:custGeom>
                    <a:rect b="b" l="l" r="r" t="t"/>
                    <a:pathLst>
                      <a:path extrusionOk="0" fill="none" h="28846" w="26009">
                        <a:moveTo>
                          <a:pt x="26008" y="20743"/>
                        </a:moveTo>
                        <a:lnTo>
                          <a:pt x="24980" y="6321"/>
                        </a:lnTo>
                        <a:lnTo>
                          <a:pt x="11976" y="1"/>
                        </a:lnTo>
                        <a:lnTo>
                          <a:pt x="1" y="8103"/>
                        </a:lnTo>
                        <a:lnTo>
                          <a:pt x="1028" y="22525"/>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3"/>
                  <p:cNvSpPr/>
                  <p:nvPr/>
                </p:nvSpPr>
                <p:spPr>
                  <a:xfrm rot="157512">
                    <a:off x="7269957" y="2091430"/>
                    <a:ext cx="650192" cy="721064"/>
                  </a:xfrm>
                  <a:custGeom>
                    <a:rect b="b" l="l" r="r" t="t"/>
                    <a:pathLst>
                      <a:path extrusionOk="0" fill="none" h="28844" w="26009">
                        <a:moveTo>
                          <a:pt x="26009" y="20743"/>
                        </a:moveTo>
                        <a:lnTo>
                          <a:pt x="24980" y="6320"/>
                        </a:lnTo>
                        <a:lnTo>
                          <a:pt x="11976" y="0"/>
                        </a:lnTo>
                        <a:lnTo>
                          <a:pt x="0" y="8101"/>
                        </a:lnTo>
                        <a:lnTo>
                          <a:pt x="1028" y="22523"/>
                        </a:lnTo>
                        <a:lnTo>
                          <a:pt x="14033" y="28844"/>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3"/>
                  <p:cNvSpPr/>
                  <p:nvPr/>
                </p:nvSpPr>
                <p:spPr>
                  <a:xfrm rot="157512">
                    <a:off x="7895842" y="2075550"/>
                    <a:ext cx="650192" cy="721089"/>
                  </a:xfrm>
                  <a:custGeom>
                    <a:rect b="b" l="l" r="r" t="t"/>
                    <a:pathLst>
                      <a:path extrusionOk="0" fill="none" h="28845" w="26009">
                        <a:moveTo>
                          <a:pt x="26009" y="20743"/>
                        </a:moveTo>
                        <a:lnTo>
                          <a:pt x="24980" y="6322"/>
                        </a:lnTo>
                        <a:lnTo>
                          <a:pt x="11976" y="1"/>
                        </a:lnTo>
                        <a:lnTo>
                          <a:pt x="0" y="8102"/>
                        </a:lnTo>
                        <a:lnTo>
                          <a:pt x="1029" y="22525"/>
                        </a:lnTo>
                        <a:lnTo>
                          <a:pt x="14032"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3"/>
                  <p:cNvSpPr/>
                  <p:nvPr/>
                </p:nvSpPr>
                <p:spPr>
                  <a:xfrm rot="157512">
                    <a:off x="3841337" y="2720667"/>
                    <a:ext cx="650192" cy="721114"/>
                  </a:xfrm>
                  <a:custGeom>
                    <a:rect b="b" l="l" r="r" t="t"/>
                    <a:pathLst>
                      <a:path extrusionOk="0" fill="none" h="28846" w="26009">
                        <a:moveTo>
                          <a:pt x="26009" y="20743"/>
                        </a:moveTo>
                        <a:lnTo>
                          <a:pt x="24980" y="6321"/>
                        </a:lnTo>
                        <a:lnTo>
                          <a:pt x="11975" y="0"/>
                        </a:lnTo>
                        <a:lnTo>
                          <a:pt x="0" y="8102"/>
                        </a:lnTo>
                        <a:lnTo>
                          <a:pt x="1029" y="22524"/>
                        </a:lnTo>
                        <a:lnTo>
                          <a:pt x="14032"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3"/>
                  <p:cNvSpPr/>
                  <p:nvPr/>
                </p:nvSpPr>
                <p:spPr>
                  <a:xfrm rot="157512">
                    <a:off x="4467198" y="2704787"/>
                    <a:ext cx="650217" cy="721114"/>
                  </a:xfrm>
                  <a:custGeom>
                    <a:rect b="b" l="l" r="r" t="t"/>
                    <a:pathLst>
                      <a:path extrusionOk="0" fill="none" h="28846" w="26010">
                        <a:moveTo>
                          <a:pt x="26010" y="20743"/>
                        </a:moveTo>
                        <a:lnTo>
                          <a:pt x="24982" y="6322"/>
                        </a:lnTo>
                        <a:lnTo>
                          <a:pt x="11977" y="1"/>
                        </a:lnTo>
                        <a:lnTo>
                          <a:pt x="1" y="8103"/>
                        </a:lnTo>
                        <a:lnTo>
                          <a:pt x="1030" y="22525"/>
                        </a:lnTo>
                        <a:lnTo>
                          <a:pt x="14033" y="28846"/>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 name="Google Shape;125;p3"/>
                  <p:cNvSpPr/>
                  <p:nvPr/>
                </p:nvSpPr>
                <p:spPr>
                  <a:xfrm rot="157512">
                    <a:off x="5093107" y="2688958"/>
                    <a:ext cx="650192" cy="721089"/>
                  </a:xfrm>
                  <a:custGeom>
                    <a:rect b="b" l="l" r="r" t="t"/>
                    <a:pathLst>
                      <a:path extrusionOk="0" fill="none" h="28845" w="26009">
                        <a:moveTo>
                          <a:pt x="26008" y="20743"/>
                        </a:moveTo>
                        <a:lnTo>
                          <a:pt x="24980" y="6320"/>
                        </a:lnTo>
                        <a:lnTo>
                          <a:pt x="11976" y="0"/>
                        </a:lnTo>
                        <a:lnTo>
                          <a:pt x="1" y="8102"/>
                        </a:lnTo>
                        <a:lnTo>
                          <a:pt x="1029" y="22523"/>
                        </a:lnTo>
                        <a:lnTo>
                          <a:pt x="14033" y="28844"/>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 name="Google Shape;126;p3"/>
                  <p:cNvSpPr/>
                  <p:nvPr/>
                </p:nvSpPr>
                <p:spPr>
                  <a:xfrm rot="157512">
                    <a:off x="5718992" y="2673103"/>
                    <a:ext cx="650192" cy="721064"/>
                  </a:xfrm>
                  <a:custGeom>
                    <a:rect b="b" l="l" r="r" t="t"/>
                    <a:pathLst>
                      <a:path extrusionOk="0" fill="none" h="28844" w="26009">
                        <a:moveTo>
                          <a:pt x="26008" y="20743"/>
                        </a:moveTo>
                        <a:lnTo>
                          <a:pt x="24980" y="6321"/>
                        </a:lnTo>
                        <a:lnTo>
                          <a:pt x="11976" y="0"/>
                        </a:lnTo>
                        <a:lnTo>
                          <a:pt x="0" y="8101"/>
                        </a:lnTo>
                        <a:lnTo>
                          <a:pt x="1028" y="22524"/>
                        </a:lnTo>
                        <a:lnTo>
                          <a:pt x="14033" y="28844"/>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p3"/>
                  <p:cNvSpPr/>
                  <p:nvPr/>
                </p:nvSpPr>
                <p:spPr>
                  <a:xfrm rot="157512">
                    <a:off x="6344876" y="2657223"/>
                    <a:ext cx="650167" cy="721114"/>
                  </a:xfrm>
                  <a:custGeom>
                    <a:rect b="b" l="l" r="r" t="t"/>
                    <a:pathLst>
                      <a:path extrusionOk="0" fill="none" h="28846" w="26008">
                        <a:moveTo>
                          <a:pt x="26008" y="20743"/>
                        </a:moveTo>
                        <a:lnTo>
                          <a:pt x="24980" y="6321"/>
                        </a:lnTo>
                        <a:lnTo>
                          <a:pt x="11975" y="1"/>
                        </a:lnTo>
                        <a:lnTo>
                          <a:pt x="0" y="8103"/>
                        </a:lnTo>
                        <a:lnTo>
                          <a:pt x="1028" y="22525"/>
                        </a:lnTo>
                        <a:lnTo>
                          <a:pt x="14032"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 name="Google Shape;128;p3"/>
                  <p:cNvSpPr/>
                  <p:nvPr/>
                </p:nvSpPr>
                <p:spPr>
                  <a:xfrm rot="157512">
                    <a:off x="6970736" y="2641369"/>
                    <a:ext cx="650217" cy="721114"/>
                  </a:xfrm>
                  <a:custGeom>
                    <a:rect b="b" l="l" r="r" t="t"/>
                    <a:pathLst>
                      <a:path extrusionOk="0" fill="none" h="28846" w="26010">
                        <a:moveTo>
                          <a:pt x="26010" y="20743"/>
                        </a:moveTo>
                        <a:lnTo>
                          <a:pt x="24981" y="6321"/>
                        </a:lnTo>
                        <a:lnTo>
                          <a:pt x="11976" y="0"/>
                        </a:lnTo>
                        <a:lnTo>
                          <a:pt x="1" y="8102"/>
                        </a:lnTo>
                        <a:lnTo>
                          <a:pt x="1029" y="22524"/>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 name="Google Shape;129;p3"/>
                  <p:cNvSpPr/>
                  <p:nvPr/>
                </p:nvSpPr>
                <p:spPr>
                  <a:xfrm rot="157512">
                    <a:off x="4168001" y="3254751"/>
                    <a:ext cx="650217" cy="721114"/>
                  </a:xfrm>
                  <a:custGeom>
                    <a:rect b="b" l="l" r="r" t="t"/>
                    <a:pathLst>
                      <a:path extrusionOk="0" fill="none" h="28846" w="26010">
                        <a:moveTo>
                          <a:pt x="26009" y="20744"/>
                        </a:moveTo>
                        <a:lnTo>
                          <a:pt x="24980" y="6322"/>
                        </a:lnTo>
                        <a:lnTo>
                          <a:pt x="11977" y="1"/>
                        </a:lnTo>
                        <a:lnTo>
                          <a:pt x="0" y="8103"/>
                        </a:lnTo>
                        <a:lnTo>
                          <a:pt x="1029" y="22525"/>
                        </a:lnTo>
                        <a:lnTo>
                          <a:pt x="14034" y="28846"/>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p3"/>
                  <p:cNvSpPr/>
                  <p:nvPr/>
                </p:nvSpPr>
                <p:spPr>
                  <a:xfrm rot="157512">
                    <a:off x="4793885" y="3238896"/>
                    <a:ext cx="650192" cy="721114"/>
                  </a:xfrm>
                  <a:custGeom>
                    <a:rect b="b" l="l" r="r" t="t"/>
                    <a:pathLst>
                      <a:path extrusionOk="0" fill="none" h="28846" w="26009">
                        <a:moveTo>
                          <a:pt x="26009" y="20743"/>
                        </a:moveTo>
                        <a:lnTo>
                          <a:pt x="24981" y="6321"/>
                        </a:lnTo>
                        <a:lnTo>
                          <a:pt x="11977" y="0"/>
                        </a:lnTo>
                        <a:lnTo>
                          <a:pt x="0" y="8103"/>
                        </a:lnTo>
                        <a:lnTo>
                          <a:pt x="1029" y="22525"/>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 name="Google Shape;131;p3"/>
                  <p:cNvSpPr/>
                  <p:nvPr/>
                </p:nvSpPr>
                <p:spPr>
                  <a:xfrm rot="157512">
                    <a:off x="5419770" y="3223067"/>
                    <a:ext cx="650192" cy="721064"/>
                  </a:xfrm>
                  <a:custGeom>
                    <a:rect b="b" l="l" r="r" t="t"/>
                    <a:pathLst>
                      <a:path extrusionOk="0" fill="none" h="28844" w="26009">
                        <a:moveTo>
                          <a:pt x="26009" y="20743"/>
                        </a:moveTo>
                        <a:lnTo>
                          <a:pt x="24981" y="6320"/>
                        </a:lnTo>
                        <a:lnTo>
                          <a:pt x="11976" y="0"/>
                        </a:lnTo>
                        <a:lnTo>
                          <a:pt x="1" y="8101"/>
                        </a:lnTo>
                        <a:lnTo>
                          <a:pt x="1029" y="22523"/>
                        </a:lnTo>
                        <a:lnTo>
                          <a:pt x="14033" y="28844"/>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 name="Google Shape;132;p3"/>
                  <p:cNvSpPr/>
                  <p:nvPr/>
                </p:nvSpPr>
                <p:spPr>
                  <a:xfrm rot="157512">
                    <a:off x="6045654" y="3207187"/>
                    <a:ext cx="650192" cy="721114"/>
                  </a:xfrm>
                  <a:custGeom>
                    <a:rect b="b" l="l" r="r" t="t"/>
                    <a:pathLst>
                      <a:path extrusionOk="0" fill="none" h="28846" w="26009">
                        <a:moveTo>
                          <a:pt x="26008" y="20743"/>
                        </a:moveTo>
                        <a:lnTo>
                          <a:pt x="24980" y="6321"/>
                        </a:lnTo>
                        <a:lnTo>
                          <a:pt x="11976" y="1"/>
                        </a:lnTo>
                        <a:lnTo>
                          <a:pt x="1" y="8102"/>
                        </a:lnTo>
                        <a:lnTo>
                          <a:pt x="1029" y="22525"/>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 name="Google Shape;133;p3"/>
                  <p:cNvSpPr/>
                  <p:nvPr/>
                </p:nvSpPr>
                <p:spPr>
                  <a:xfrm rot="157512">
                    <a:off x="3868779" y="3804714"/>
                    <a:ext cx="650217" cy="721114"/>
                  </a:xfrm>
                  <a:custGeom>
                    <a:rect b="b" l="l" r="r" t="t"/>
                    <a:pathLst>
                      <a:path extrusionOk="0" fill="none" h="28846" w="26010">
                        <a:moveTo>
                          <a:pt x="26010" y="20744"/>
                        </a:moveTo>
                        <a:lnTo>
                          <a:pt x="24982" y="6322"/>
                        </a:lnTo>
                        <a:lnTo>
                          <a:pt x="11977" y="1"/>
                        </a:lnTo>
                        <a:lnTo>
                          <a:pt x="1" y="8102"/>
                        </a:lnTo>
                        <a:lnTo>
                          <a:pt x="1030" y="22525"/>
                        </a:lnTo>
                        <a:lnTo>
                          <a:pt x="14034" y="28846"/>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 name="Google Shape;134;p3"/>
                  <p:cNvSpPr/>
                  <p:nvPr/>
                </p:nvSpPr>
                <p:spPr>
                  <a:xfrm rot="157512">
                    <a:off x="4494689" y="3788860"/>
                    <a:ext cx="650192" cy="721114"/>
                  </a:xfrm>
                  <a:custGeom>
                    <a:rect b="b" l="l" r="r" t="t"/>
                    <a:pathLst>
                      <a:path extrusionOk="0" fill="none" h="28846" w="26009">
                        <a:moveTo>
                          <a:pt x="26008" y="20743"/>
                        </a:moveTo>
                        <a:lnTo>
                          <a:pt x="24980" y="6321"/>
                        </a:lnTo>
                        <a:lnTo>
                          <a:pt x="11976" y="1"/>
                        </a:lnTo>
                        <a:lnTo>
                          <a:pt x="1" y="8103"/>
                        </a:lnTo>
                        <a:lnTo>
                          <a:pt x="1029" y="22525"/>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 name="Google Shape;135;p3"/>
                  <p:cNvSpPr/>
                  <p:nvPr/>
                </p:nvSpPr>
                <p:spPr>
                  <a:xfrm rot="157512">
                    <a:off x="5120574" y="3773006"/>
                    <a:ext cx="650192" cy="721089"/>
                  </a:xfrm>
                  <a:custGeom>
                    <a:rect b="b" l="l" r="r" t="t"/>
                    <a:pathLst>
                      <a:path extrusionOk="0" fill="none" h="28845" w="26009">
                        <a:moveTo>
                          <a:pt x="26008" y="20744"/>
                        </a:moveTo>
                        <a:lnTo>
                          <a:pt x="24980" y="6321"/>
                        </a:lnTo>
                        <a:lnTo>
                          <a:pt x="11976" y="0"/>
                        </a:lnTo>
                        <a:lnTo>
                          <a:pt x="0" y="8102"/>
                        </a:lnTo>
                        <a:lnTo>
                          <a:pt x="1028" y="22524"/>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36" name="Google Shape;136;p3"/>
                <p:cNvSpPr/>
                <p:nvPr/>
              </p:nvSpPr>
              <p:spPr>
                <a:xfrm rot="157512">
                  <a:off x="6228998" y="4446717"/>
                  <a:ext cx="57072" cy="57047"/>
                </a:xfrm>
                <a:custGeom>
                  <a:rect b="b" l="l" r="r" t="t"/>
                  <a:pathLst>
                    <a:path extrusionOk="0" h="2282" w="2283">
                      <a:moveTo>
                        <a:pt x="1142" y="0"/>
                      </a:moveTo>
                      <a:cubicBezTo>
                        <a:pt x="512" y="0"/>
                        <a:pt x="1" y="511"/>
                        <a:pt x="1" y="1141"/>
                      </a:cubicBezTo>
                      <a:cubicBezTo>
                        <a:pt x="1" y="1771"/>
                        <a:pt x="512" y="2281"/>
                        <a:pt x="1142" y="2281"/>
                      </a:cubicBezTo>
                      <a:cubicBezTo>
                        <a:pt x="1772" y="2281"/>
                        <a:pt x="2283" y="1772"/>
                        <a:pt x="2283" y="1141"/>
                      </a:cubicBezTo>
                      <a:cubicBezTo>
                        <a:pt x="2283" y="511"/>
                        <a:pt x="1772" y="0"/>
                        <a:pt x="114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 name="Google Shape;137;p3"/>
                <p:cNvSpPr/>
                <p:nvPr/>
              </p:nvSpPr>
              <p:spPr>
                <a:xfrm rot="157512">
                  <a:off x="9351770" y="4005108"/>
                  <a:ext cx="57047" cy="57072"/>
                </a:xfrm>
                <a:custGeom>
                  <a:rect b="b" l="l" r="r" t="t"/>
                  <a:pathLst>
                    <a:path extrusionOk="0" h="2283" w="2282">
                      <a:moveTo>
                        <a:pt x="1141" y="0"/>
                      </a:moveTo>
                      <a:cubicBezTo>
                        <a:pt x="511" y="0"/>
                        <a:pt x="0" y="511"/>
                        <a:pt x="0" y="1141"/>
                      </a:cubicBezTo>
                      <a:cubicBezTo>
                        <a:pt x="0" y="1772"/>
                        <a:pt x="511" y="2282"/>
                        <a:pt x="1141" y="2282"/>
                      </a:cubicBezTo>
                      <a:cubicBezTo>
                        <a:pt x="1771" y="2282"/>
                        <a:pt x="2281" y="1772"/>
                        <a:pt x="2281" y="1141"/>
                      </a:cubicBezTo>
                      <a:cubicBezTo>
                        <a:pt x="2281" y="511"/>
                        <a:pt x="1771" y="0"/>
                        <a:pt x="114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p3"/>
                <p:cNvSpPr/>
                <p:nvPr/>
              </p:nvSpPr>
              <p:spPr>
                <a:xfrm rot="157512">
                  <a:off x="8403706" y="3847890"/>
                  <a:ext cx="57072" cy="57047"/>
                </a:xfrm>
                <a:custGeom>
                  <a:rect b="b" l="l" r="r" t="t"/>
                  <a:pathLst>
                    <a:path extrusionOk="0" h="2282" w="2283">
                      <a:moveTo>
                        <a:pt x="1141" y="1"/>
                      </a:moveTo>
                      <a:cubicBezTo>
                        <a:pt x="511" y="1"/>
                        <a:pt x="0" y="511"/>
                        <a:pt x="0" y="1141"/>
                      </a:cubicBezTo>
                      <a:cubicBezTo>
                        <a:pt x="0" y="1771"/>
                        <a:pt x="511" y="2282"/>
                        <a:pt x="1141" y="2282"/>
                      </a:cubicBezTo>
                      <a:cubicBezTo>
                        <a:pt x="1771" y="2282"/>
                        <a:pt x="2282" y="1771"/>
                        <a:pt x="2282" y="1141"/>
                      </a:cubicBezTo>
                      <a:cubicBezTo>
                        <a:pt x="2282" y="511"/>
                        <a:pt x="1771" y="1"/>
                        <a:pt x="114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 name="Google Shape;139;p3"/>
                <p:cNvSpPr/>
                <p:nvPr/>
              </p:nvSpPr>
              <p:spPr>
                <a:xfrm rot="157512">
                  <a:off x="8124633" y="5115580"/>
                  <a:ext cx="57047" cy="57047"/>
                </a:xfrm>
                <a:custGeom>
                  <a:rect b="b" l="l" r="r" t="t"/>
                  <a:pathLst>
                    <a:path extrusionOk="0" h="2282" w="2282">
                      <a:moveTo>
                        <a:pt x="1140" y="0"/>
                      </a:moveTo>
                      <a:cubicBezTo>
                        <a:pt x="511" y="0"/>
                        <a:pt x="0" y="511"/>
                        <a:pt x="0" y="1141"/>
                      </a:cubicBezTo>
                      <a:cubicBezTo>
                        <a:pt x="0" y="1771"/>
                        <a:pt x="510" y="2281"/>
                        <a:pt x="1140" y="2281"/>
                      </a:cubicBezTo>
                      <a:cubicBezTo>
                        <a:pt x="1771" y="2281"/>
                        <a:pt x="2281" y="1771"/>
                        <a:pt x="2281" y="1141"/>
                      </a:cubicBezTo>
                      <a:cubicBezTo>
                        <a:pt x="2281" y="511"/>
                        <a:pt x="1771" y="0"/>
                        <a:pt x="114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 name="Google Shape;140;p3"/>
                <p:cNvSpPr/>
                <p:nvPr/>
              </p:nvSpPr>
              <p:spPr>
                <a:xfrm rot="157512">
                  <a:off x="6574005" y="5703526"/>
                  <a:ext cx="57072" cy="57047"/>
                </a:xfrm>
                <a:custGeom>
                  <a:rect b="b" l="l" r="r" t="t"/>
                  <a:pathLst>
                    <a:path extrusionOk="0" h="2282" w="2283">
                      <a:moveTo>
                        <a:pt x="1141" y="1"/>
                      </a:moveTo>
                      <a:cubicBezTo>
                        <a:pt x="511" y="1"/>
                        <a:pt x="0" y="511"/>
                        <a:pt x="0" y="1141"/>
                      </a:cubicBezTo>
                      <a:cubicBezTo>
                        <a:pt x="0" y="1771"/>
                        <a:pt x="511" y="2282"/>
                        <a:pt x="1141" y="2282"/>
                      </a:cubicBezTo>
                      <a:cubicBezTo>
                        <a:pt x="1771" y="2282"/>
                        <a:pt x="2282" y="1771"/>
                        <a:pt x="2282" y="1141"/>
                      </a:cubicBezTo>
                      <a:cubicBezTo>
                        <a:pt x="2282" y="511"/>
                        <a:pt x="1771" y="1"/>
                        <a:pt x="114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 name="Google Shape;141;p3"/>
                <p:cNvSpPr/>
                <p:nvPr/>
              </p:nvSpPr>
              <p:spPr>
                <a:xfrm rot="157512">
                  <a:off x="5957267" y="6080755"/>
                  <a:ext cx="57072" cy="57047"/>
                </a:xfrm>
                <a:custGeom>
                  <a:rect b="b" l="l" r="r" t="t"/>
                  <a:pathLst>
                    <a:path extrusionOk="0" h="2282" w="2283">
                      <a:moveTo>
                        <a:pt x="1141" y="0"/>
                      </a:moveTo>
                      <a:cubicBezTo>
                        <a:pt x="511" y="0"/>
                        <a:pt x="0" y="510"/>
                        <a:pt x="0" y="1140"/>
                      </a:cubicBezTo>
                      <a:cubicBezTo>
                        <a:pt x="0" y="1770"/>
                        <a:pt x="511" y="2281"/>
                        <a:pt x="1141" y="2281"/>
                      </a:cubicBezTo>
                      <a:cubicBezTo>
                        <a:pt x="1771" y="2281"/>
                        <a:pt x="2282" y="1770"/>
                        <a:pt x="2282" y="1140"/>
                      </a:cubicBezTo>
                      <a:cubicBezTo>
                        <a:pt x="2282" y="510"/>
                        <a:pt x="1771" y="0"/>
                        <a:pt x="114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p3"/>
                <p:cNvSpPr/>
                <p:nvPr/>
              </p:nvSpPr>
              <p:spPr>
                <a:xfrm rot="157512">
                  <a:off x="5929801" y="4996682"/>
                  <a:ext cx="57072" cy="57047"/>
                </a:xfrm>
                <a:custGeom>
                  <a:rect b="b" l="l" r="r" t="t"/>
                  <a:pathLst>
                    <a:path extrusionOk="0" h="2282" w="2283">
                      <a:moveTo>
                        <a:pt x="1142" y="0"/>
                      </a:moveTo>
                      <a:cubicBezTo>
                        <a:pt x="511" y="0"/>
                        <a:pt x="1" y="510"/>
                        <a:pt x="1" y="1140"/>
                      </a:cubicBezTo>
                      <a:cubicBezTo>
                        <a:pt x="1" y="1771"/>
                        <a:pt x="511" y="2281"/>
                        <a:pt x="1142" y="2281"/>
                      </a:cubicBezTo>
                      <a:cubicBezTo>
                        <a:pt x="1772" y="2281"/>
                        <a:pt x="2283" y="1771"/>
                        <a:pt x="2283" y="1140"/>
                      </a:cubicBezTo>
                      <a:cubicBezTo>
                        <a:pt x="2283" y="510"/>
                        <a:pt x="1772" y="0"/>
                        <a:pt x="114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 name="Google Shape;143;p3"/>
                <p:cNvSpPr/>
                <p:nvPr/>
              </p:nvSpPr>
              <p:spPr>
                <a:xfrm rot="157512">
                  <a:off x="9015730" y="3465389"/>
                  <a:ext cx="57047" cy="57072"/>
                </a:xfrm>
                <a:custGeom>
                  <a:rect b="b" l="l" r="r" t="t"/>
                  <a:pathLst>
                    <a:path extrusionOk="0" h="2283" w="2282">
                      <a:moveTo>
                        <a:pt x="1142" y="0"/>
                      </a:moveTo>
                      <a:cubicBezTo>
                        <a:pt x="512" y="0"/>
                        <a:pt x="1" y="511"/>
                        <a:pt x="1" y="1141"/>
                      </a:cubicBezTo>
                      <a:cubicBezTo>
                        <a:pt x="1" y="1771"/>
                        <a:pt x="512" y="2282"/>
                        <a:pt x="1142" y="2282"/>
                      </a:cubicBezTo>
                      <a:cubicBezTo>
                        <a:pt x="1771" y="2282"/>
                        <a:pt x="2282" y="1771"/>
                        <a:pt x="2282" y="1141"/>
                      </a:cubicBezTo>
                      <a:cubicBezTo>
                        <a:pt x="2282" y="511"/>
                        <a:pt x="1771" y="0"/>
                        <a:pt x="114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144" name="Google Shape;144;p3"/>
            <p:cNvSpPr/>
            <p:nvPr/>
          </p:nvSpPr>
          <p:spPr>
            <a:xfrm rot="157512">
              <a:off x="8799542" y="3225845"/>
              <a:ext cx="57022" cy="57072"/>
            </a:xfrm>
            <a:custGeom>
              <a:rect b="b" l="l" r="r" t="t"/>
              <a:pathLst>
                <a:path extrusionOk="0" h="2283" w="2281">
                  <a:moveTo>
                    <a:pt x="1141" y="1"/>
                  </a:moveTo>
                  <a:cubicBezTo>
                    <a:pt x="511" y="1"/>
                    <a:pt x="0" y="512"/>
                    <a:pt x="0" y="1142"/>
                  </a:cubicBezTo>
                  <a:cubicBezTo>
                    <a:pt x="0" y="1772"/>
                    <a:pt x="511" y="2283"/>
                    <a:pt x="1141" y="2283"/>
                  </a:cubicBezTo>
                  <a:cubicBezTo>
                    <a:pt x="1771" y="2283"/>
                    <a:pt x="2281" y="1772"/>
                    <a:pt x="2281" y="1142"/>
                  </a:cubicBezTo>
                  <a:cubicBezTo>
                    <a:pt x="2281" y="512"/>
                    <a:pt x="1771" y="1"/>
                    <a:pt x="114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3"/>
            <p:cNvSpPr/>
            <p:nvPr/>
          </p:nvSpPr>
          <p:spPr>
            <a:xfrm rot="157512">
              <a:off x="5710335" y="4761896"/>
              <a:ext cx="57072" cy="57072"/>
            </a:xfrm>
            <a:custGeom>
              <a:rect b="b" l="l" r="r" t="t"/>
              <a:pathLst>
                <a:path extrusionOk="0" h="2283" w="2283">
                  <a:moveTo>
                    <a:pt x="1141" y="1"/>
                  </a:moveTo>
                  <a:cubicBezTo>
                    <a:pt x="511" y="1"/>
                    <a:pt x="0" y="511"/>
                    <a:pt x="0" y="1142"/>
                  </a:cubicBezTo>
                  <a:cubicBezTo>
                    <a:pt x="0" y="1772"/>
                    <a:pt x="511" y="2283"/>
                    <a:pt x="1141" y="2283"/>
                  </a:cubicBezTo>
                  <a:cubicBezTo>
                    <a:pt x="1771" y="2283"/>
                    <a:pt x="2282" y="1772"/>
                    <a:pt x="2282" y="1142"/>
                  </a:cubicBezTo>
                  <a:cubicBezTo>
                    <a:pt x="2282" y="511"/>
                    <a:pt x="1771" y="1"/>
                    <a:pt x="114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3"/>
            <p:cNvSpPr/>
            <p:nvPr/>
          </p:nvSpPr>
          <p:spPr>
            <a:xfrm rot="157512">
              <a:off x="7885492" y="4168682"/>
              <a:ext cx="57047" cy="57047"/>
            </a:xfrm>
            <a:custGeom>
              <a:rect b="b" l="l" r="r" t="t"/>
              <a:pathLst>
                <a:path extrusionOk="0" h="2282" w="2282">
                  <a:moveTo>
                    <a:pt x="1141" y="0"/>
                  </a:moveTo>
                  <a:cubicBezTo>
                    <a:pt x="511" y="0"/>
                    <a:pt x="0" y="511"/>
                    <a:pt x="0" y="1141"/>
                  </a:cubicBezTo>
                  <a:cubicBezTo>
                    <a:pt x="0" y="1770"/>
                    <a:pt x="511" y="2281"/>
                    <a:pt x="1141" y="2281"/>
                  </a:cubicBezTo>
                  <a:cubicBezTo>
                    <a:pt x="1772" y="2281"/>
                    <a:pt x="2281" y="1770"/>
                    <a:pt x="2281" y="1141"/>
                  </a:cubicBezTo>
                  <a:cubicBezTo>
                    <a:pt x="2281" y="511"/>
                    <a:pt x="1772" y="0"/>
                    <a:pt x="114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7" name="Google Shape;147;p3"/>
          <p:cNvGrpSpPr/>
          <p:nvPr/>
        </p:nvGrpSpPr>
        <p:grpSpPr>
          <a:xfrm>
            <a:off x="2951589" y="-2707787"/>
            <a:ext cx="5036265" cy="4113315"/>
            <a:chOff x="4780389" y="2513201"/>
            <a:chExt cx="5036265" cy="4113315"/>
          </a:xfrm>
        </p:grpSpPr>
        <p:grpSp>
          <p:nvGrpSpPr>
            <p:cNvPr id="148" name="Google Shape;148;p3"/>
            <p:cNvGrpSpPr/>
            <p:nvPr/>
          </p:nvGrpSpPr>
          <p:grpSpPr>
            <a:xfrm>
              <a:off x="4780389" y="2513201"/>
              <a:ext cx="5036265" cy="4113315"/>
              <a:chOff x="4673664" y="2214101"/>
              <a:chExt cx="5036265" cy="4113315"/>
            </a:xfrm>
          </p:grpSpPr>
          <p:sp>
            <p:nvSpPr>
              <p:cNvPr id="149" name="Google Shape;149;p3"/>
              <p:cNvSpPr/>
              <p:nvPr/>
            </p:nvSpPr>
            <p:spPr>
              <a:xfrm rot="157512">
                <a:off x="9047033" y="4559649"/>
                <a:ext cx="57072" cy="57047"/>
              </a:xfrm>
              <a:custGeom>
                <a:rect b="b" l="l" r="r" t="t"/>
                <a:pathLst>
                  <a:path extrusionOk="0" h="2282" w="2283">
                    <a:moveTo>
                      <a:pt x="1141" y="1"/>
                    </a:moveTo>
                    <a:cubicBezTo>
                      <a:pt x="511" y="1"/>
                      <a:pt x="0" y="512"/>
                      <a:pt x="0" y="1142"/>
                    </a:cubicBezTo>
                    <a:cubicBezTo>
                      <a:pt x="0" y="1771"/>
                      <a:pt x="511" y="2282"/>
                      <a:pt x="1141" y="2282"/>
                    </a:cubicBezTo>
                    <a:cubicBezTo>
                      <a:pt x="1771" y="2282"/>
                      <a:pt x="2282" y="1771"/>
                      <a:pt x="2282" y="1142"/>
                    </a:cubicBezTo>
                    <a:cubicBezTo>
                      <a:pt x="2282" y="512"/>
                      <a:pt x="1771" y="1"/>
                      <a:pt x="114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50" name="Google Shape;150;p3"/>
              <p:cNvGrpSpPr/>
              <p:nvPr/>
            </p:nvGrpSpPr>
            <p:grpSpPr>
              <a:xfrm>
                <a:off x="4673664" y="2214101"/>
                <a:ext cx="5036265" cy="4113315"/>
                <a:chOff x="4673664" y="2214101"/>
                <a:chExt cx="5036265" cy="4113315"/>
              </a:xfrm>
            </p:grpSpPr>
            <p:grpSp>
              <p:nvGrpSpPr>
                <p:cNvPr id="151" name="Google Shape;151;p3"/>
                <p:cNvGrpSpPr/>
                <p:nvPr/>
              </p:nvGrpSpPr>
              <p:grpSpPr>
                <a:xfrm>
                  <a:off x="4673664" y="2214101"/>
                  <a:ext cx="5036265" cy="4113315"/>
                  <a:chOff x="3825164" y="427026"/>
                  <a:chExt cx="5036265" cy="4113315"/>
                </a:xfrm>
              </p:grpSpPr>
              <p:sp>
                <p:nvSpPr>
                  <p:cNvPr id="152" name="Google Shape;152;p3"/>
                  <p:cNvSpPr/>
                  <p:nvPr/>
                </p:nvSpPr>
                <p:spPr>
                  <a:xfrm rot="157512">
                    <a:off x="6915828" y="473247"/>
                    <a:ext cx="650167" cy="721089"/>
                  </a:xfrm>
                  <a:custGeom>
                    <a:rect b="b" l="l" r="r" t="t"/>
                    <a:pathLst>
                      <a:path extrusionOk="0" fill="none" h="28845" w="26008">
                        <a:moveTo>
                          <a:pt x="26008" y="20744"/>
                        </a:moveTo>
                        <a:lnTo>
                          <a:pt x="24980" y="6321"/>
                        </a:lnTo>
                        <a:lnTo>
                          <a:pt x="11976" y="1"/>
                        </a:lnTo>
                        <a:lnTo>
                          <a:pt x="0" y="8102"/>
                        </a:lnTo>
                        <a:lnTo>
                          <a:pt x="1028" y="22524"/>
                        </a:lnTo>
                        <a:lnTo>
                          <a:pt x="14032"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p3"/>
                  <p:cNvSpPr/>
                  <p:nvPr/>
                </p:nvSpPr>
                <p:spPr>
                  <a:xfrm rot="157512">
                    <a:off x="7541687" y="457392"/>
                    <a:ext cx="650192" cy="721114"/>
                  </a:xfrm>
                  <a:custGeom>
                    <a:rect b="b" l="l" r="r" t="t"/>
                    <a:pathLst>
                      <a:path extrusionOk="0" fill="none" h="28846" w="26009">
                        <a:moveTo>
                          <a:pt x="26009" y="20743"/>
                        </a:moveTo>
                        <a:lnTo>
                          <a:pt x="24981" y="6321"/>
                        </a:lnTo>
                        <a:lnTo>
                          <a:pt x="11976" y="1"/>
                        </a:lnTo>
                        <a:lnTo>
                          <a:pt x="1" y="8102"/>
                        </a:lnTo>
                        <a:lnTo>
                          <a:pt x="1029" y="22525"/>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 name="Google Shape;154;p3"/>
                  <p:cNvSpPr/>
                  <p:nvPr/>
                </p:nvSpPr>
                <p:spPr>
                  <a:xfrm rot="157512">
                    <a:off x="8167572" y="441537"/>
                    <a:ext cx="650192" cy="721089"/>
                  </a:xfrm>
                  <a:custGeom>
                    <a:rect b="b" l="l" r="r" t="t"/>
                    <a:pathLst>
                      <a:path extrusionOk="0" fill="none" h="28845" w="26009">
                        <a:moveTo>
                          <a:pt x="26008" y="20743"/>
                        </a:moveTo>
                        <a:lnTo>
                          <a:pt x="24980" y="6321"/>
                        </a:lnTo>
                        <a:lnTo>
                          <a:pt x="11976" y="0"/>
                        </a:lnTo>
                        <a:lnTo>
                          <a:pt x="1" y="8102"/>
                        </a:lnTo>
                        <a:lnTo>
                          <a:pt x="1029" y="22524"/>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 name="Google Shape;155;p3"/>
                  <p:cNvSpPr/>
                  <p:nvPr/>
                </p:nvSpPr>
                <p:spPr>
                  <a:xfrm rot="157512">
                    <a:off x="7242491" y="1007356"/>
                    <a:ext cx="650192" cy="721089"/>
                  </a:xfrm>
                  <a:custGeom>
                    <a:rect b="b" l="l" r="r" t="t"/>
                    <a:pathLst>
                      <a:path extrusionOk="0" fill="none" h="28845" w="26009">
                        <a:moveTo>
                          <a:pt x="26008" y="20743"/>
                        </a:moveTo>
                        <a:lnTo>
                          <a:pt x="24980" y="6321"/>
                        </a:lnTo>
                        <a:lnTo>
                          <a:pt x="11976" y="1"/>
                        </a:lnTo>
                        <a:lnTo>
                          <a:pt x="0" y="8102"/>
                        </a:lnTo>
                        <a:lnTo>
                          <a:pt x="1028" y="22525"/>
                        </a:lnTo>
                        <a:lnTo>
                          <a:pt x="14033" y="28844"/>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p3"/>
                  <p:cNvSpPr/>
                  <p:nvPr/>
                </p:nvSpPr>
                <p:spPr>
                  <a:xfrm rot="157512">
                    <a:off x="7868375" y="991501"/>
                    <a:ext cx="650167" cy="721089"/>
                  </a:xfrm>
                  <a:custGeom>
                    <a:rect b="b" l="l" r="r" t="t"/>
                    <a:pathLst>
                      <a:path extrusionOk="0" fill="none" h="28845" w="26008">
                        <a:moveTo>
                          <a:pt x="26008" y="20743"/>
                        </a:moveTo>
                        <a:lnTo>
                          <a:pt x="24980" y="6321"/>
                        </a:lnTo>
                        <a:lnTo>
                          <a:pt x="11976" y="0"/>
                        </a:lnTo>
                        <a:lnTo>
                          <a:pt x="0" y="8102"/>
                        </a:lnTo>
                        <a:lnTo>
                          <a:pt x="1028" y="22524"/>
                        </a:lnTo>
                        <a:lnTo>
                          <a:pt x="14032"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p3"/>
                  <p:cNvSpPr/>
                  <p:nvPr/>
                </p:nvSpPr>
                <p:spPr>
                  <a:xfrm rot="157512">
                    <a:off x="6943294" y="1557320"/>
                    <a:ext cx="650167" cy="721089"/>
                  </a:xfrm>
                  <a:custGeom>
                    <a:rect b="b" l="l" r="r" t="t"/>
                    <a:pathLst>
                      <a:path extrusionOk="0" fill="none" h="28845" w="26008">
                        <a:moveTo>
                          <a:pt x="26008" y="20743"/>
                        </a:moveTo>
                        <a:lnTo>
                          <a:pt x="24980" y="6320"/>
                        </a:lnTo>
                        <a:lnTo>
                          <a:pt x="11975" y="1"/>
                        </a:lnTo>
                        <a:lnTo>
                          <a:pt x="0" y="8102"/>
                        </a:lnTo>
                        <a:lnTo>
                          <a:pt x="1028" y="22524"/>
                        </a:lnTo>
                        <a:lnTo>
                          <a:pt x="14032" y="28844"/>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p3"/>
                  <p:cNvSpPr/>
                  <p:nvPr/>
                </p:nvSpPr>
                <p:spPr>
                  <a:xfrm rot="157512">
                    <a:off x="7569154" y="1541466"/>
                    <a:ext cx="650217" cy="721064"/>
                  </a:xfrm>
                  <a:custGeom>
                    <a:rect b="b" l="l" r="r" t="t"/>
                    <a:pathLst>
                      <a:path extrusionOk="0" fill="none" h="28844" w="26010">
                        <a:moveTo>
                          <a:pt x="26009" y="20743"/>
                        </a:moveTo>
                        <a:lnTo>
                          <a:pt x="24980" y="6321"/>
                        </a:lnTo>
                        <a:lnTo>
                          <a:pt x="11976" y="0"/>
                        </a:lnTo>
                        <a:lnTo>
                          <a:pt x="1" y="8101"/>
                        </a:lnTo>
                        <a:lnTo>
                          <a:pt x="1029" y="22524"/>
                        </a:lnTo>
                        <a:lnTo>
                          <a:pt x="14033" y="28844"/>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 name="Google Shape;159;p3"/>
                  <p:cNvSpPr/>
                  <p:nvPr/>
                </p:nvSpPr>
                <p:spPr>
                  <a:xfrm rot="157512">
                    <a:off x="8195039" y="1525586"/>
                    <a:ext cx="650217" cy="721114"/>
                  </a:xfrm>
                  <a:custGeom>
                    <a:rect b="b" l="l" r="r" t="t"/>
                    <a:pathLst>
                      <a:path extrusionOk="0" fill="none" h="28846" w="26010">
                        <a:moveTo>
                          <a:pt x="26009" y="20743"/>
                        </a:moveTo>
                        <a:lnTo>
                          <a:pt x="24980" y="6322"/>
                        </a:lnTo>
                        <a:lnTo>
                          <a:pt x="11976" y="1"/>
                        </a:lnTo>
                        <a:lnTo>
                          <a:pt x="0" y="8103"/>
                        </a:lnTo>
                        <a:lnTo>
                          <a:pt x="1029" y="22525"/>
                        </a:lnTo>
                        <a:lnTo>
                          <a:pt x="14033" y="28846"/>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 name="Google Shape;160;p3"/>
                  <p:cNvSpPr/>
                  <p:nvPr/>
                </p:nvSpPr>
                <p:spPr>
                  <a:xfrm rot="157512">
                    <a:off x="4140535" y="2170703"/>
                    <a:ext cx="650217" cy="721089"/>
                  </a:xfrm>
                  <a:custGeom>
                    <a:rect b="b" l="l" r="r" t="t"/>
                    <a:pathLst>
                      <a:path extrusionOk="0" fill="none" h="28845" w="26010">
                        <a:moveTo>
                          <a:pt x="26009" y="20743"/>
                        </a:moveTo>
                        <a:lnTo>
                          <a:pt x="24980" y="6321"/>
                        </a:lnTo>
                        <a:lnTo>
                          <a:pt x="11977" y="0"/>
                        </a:lnTo>
                        <a:lnTo>
                          <a:pt x="1" y="8102"/>
                        </a:lnTo>
                        <a:lnTo>
                          <a:pt x="1028" y="22524"/>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p3"/>
                  <p:cNvSpPr/>
                  <p:nvPr/>
                </p:nvSpPr>
                <p:spPr>
                  <a:xfrm rot="157512">
                    <a:off x="4766419" y="2154848"/>
                    <a:ext cx="650192" cy="721089"/>
                  </a:xfrm>
                  <a:custGeom>
                    <a:rect b="b" l="l" r="r" t="t"/>
                    <a:pathLst>
                      <a:path extrusionOk="0" fill="none" h="28845" w="26009">
                        <a:moveTo>
                          <a:pt x="26009" y="20743"/>
                        </a:moveTo>
                        <a:lnTo>
                          <a:pt x="24980" y="6321"/>
                        </a:lnTo>
                        <a:lnTo>
                          <a:pt x="11977" y="1"/>
                        </a:lnTo>
                        <a:lnTo>
                          <a:pt x="0" y="8102"/>
                        </a:lnTo>
                        <a:lnTo>
                          <a:pt x="1029" y="22524"/>
                        </a:lnTo>
                        <a:lnTo>
                          <a:pt x="14034"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p3"/>
                  <p:cNvSpPr/>
                  <p:nvPr/>
                </p:nvSpPr>
                <p:spPr>
                  <a:xfrm rot="157512">
                    <a:off x="5392303" y="2138993"/>
                    <a:ext cx="650192" cy="721089"/>
                  </a:xfrm>
                  <a:custGeom>
                    <a:rect b="b" l="l" r="r" t="t"/>
                    <a:pathLst>
                      <a:path extrusionOk="0" fill="none" h="28845" w="26009">
                        <a:moveTo>
                          <a:pt x="26009" y="20743"/>
                        </a:moveTo>
                        <a:lnTo>
                          <a:pt x="24981" y="6321"/>
                        </a:lnTo>
                        <a:lnTo>
                          <a:pt x="11976" y="0"/>
                        </a:lnTo>
                        <a:lnTo>
                          <a:pt x="0" y="8102"/>
                        </a:lnTo>
                        <a:lnTo>
                          <a:pt x="1029" y="22524"/>
                        </a:lnTo>
                        <a:lnTo>
                          <a:pt x="14033" y="28844"/>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 name="Google Shape;163;p3"/>
                  <p:cNvSpPr/>
                  <p:nvPr/>
                </p:nvSpPr>
                <p:spPr>
                  <a:xfrm rot="157512">
                    <a:off x="6018188" y="2123139"/>
                    <a:ext cx="650192" cy="721089"/>
                  </a:xfrm>
                  <a:custGeom>
                    <a:rect b="b" l="l" r="r" t="t"/>
                    <a:pathLst>
                      <a:path extrusionOk="0" fill="none" h="28845" w="26009">
                        <a:moveTo>
                          <a:pt x="26008" y="20743"/>
                        </a:moveTo>
                        <a:lnTo>
                          <a:pt x="24981" y="6321"/>
                        </a:lnTo>
                        <a:lnTo>
                          <a:pt x="11976" y="0"/>
                        </a:lnTo>
                        <a:lnTo>
                          <a:pt x="1" y="8102"/>
                        </a:lnTo>
                        <a:lnTo>
                          <a:pt x="1029" y="22524"/>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 name="Google Shape;164;p3"/>
                  <p:cNvSpPr/>
                  <p:nvPr/>
                </p:nvSpPr>
                <p:spPr>
                  <a:xfrm rot="157512">
                    <a:off x="6644073" y="2107259"/>
                    <a:ext cx="650192" cy="721114"/>
                  </a:xfrm>
                  <a:custGeom>
                    <a:rect b="b" l="l" r="r" t="t"/>
                    <a:pathLst>
                      <a:path extrusionOk="0" fill="none" h="28846" w="26009">
                        <a:moveTo>
                          <a:pt x="26008" y="20743"/>
                        </a:moveTo>
                        <a:lnTo>
                          <a:pt x="24980" y="6321"/>
                        </a:lnTo>
                        <a:lnTo>
                          <a:pt x="11976" y="1"/>
                        </a:lnTo>
                        <a:lnTo>
                          <a:pt x="1" y="8103"/>
                        </a:lnTo>
                        <a:lnTo>
                          <a:pt x="1028" y="22525"/>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 name="Google Shape;165;p3"/>
                  <p:cNvSpPr/>
                  <p:nvPr/>
                </p:nvSpPr>
                <p:spPr>
                  <a:xfrm rot="157512">
                    <a:off x="7269957" y="2091430"/>
                    <a:ext cx="650192" cy="721064"/>
                  </a:xfrm>
                  <a:custGeom>
                    <a:rect b="b" l="l" r="r" t="t"/>
                    <a:pathLst>
                      <a:path extrusionOk="0" fill="none" h="28844" w="26009">
                        <a:moveTo>
                          <a:pt x="26009" y="20743"/>
                        </a:moveTo>
                        <a:lnTo>
                          <a:pt x="24980" y="6320"/>
                        </a:lnTo>
                        <a:lnTo>
                          <a:pt x="11976" y="0"/>
                        </a:lnTo>
                        <a:lnTo>
                          <a:pt x="0" y="8101"/>
                        </a:lnTo>
                        <a:lnTo>
                          <a:pt x="1028" y="22523"/>
                        </a:lnTo>
                        <a:lnTo>
                          <a:pt x="14033" y="28844"/>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p3"/>
                  <p:cNvSpPr/>
                  <p:nvPr/>
                </p:nvSpPr>
                <p:spPr>
                  <a:xfrm rot="157512">
                    <a:off x="7895842" y="2075550"/>
                    <a:ext cx="650192" cy="721089"/>
                  </a:xfrm>
                  <a:custGeom>
                    <a:rect b="b" l="l" r="r" t="t"/>
                    <a:pathLst>
                      <a:path extrusionOk="0" fill="none" h="28845" w="26009">
                        <a:moveTo>
                          <a:pt x="26009" y="20743"/>
                        </a:moveTo>
                        <a:lnTo>
                          <a:pt x="24980" y="6322"/>
                        </a:lnTo>
                        <a:lnTo>
                          <a:pt x="11976" y="1"/>
                        </a:lnTo>
                        <a:lnTo>
                          <a:pt x="0" y="8102"/>
                        </a:lnTo>
                        <a:lnTo>
                          <a:pt x="1029" y="22525"/>
                        </a:lnTo>
                        <a:lnTo>
                          <a:pt x="14032"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p3"/>
                  <p:cNvSpPr/>
                  <p:nvPr/>
                </p:nvSpPr>
                <p:spPr>
                  <a:xfrm rot="157512">
                    <a:off x="3841337" y="2720667"/>
                    <a:ext cx="650192" cy="721114"/>
                  </a:xfrm>
                  <a:custGeom>
                    <a:rect b="b" l="l" r="r" t="t"/>
                    <a:pathLst>
                      <a:path extrusionOk="0" fill="none" h="28846" w="26009">
                        <a:moveTo>
                          <a:pt x="26009" y="20743"/>
                        </a:moveTo>
                        <a:lnTo>
                          <a:pt x="24980" y="6321"/>
                        </a:lnTo>
                        <a:lnTo>
                          <a:pt x="11975" y="0"/>
                        </a:lnTo>
                        <a:lnTo>
                          <a:pt x="0" y="8102"/>
                        </a:lnTo>
                        <a:lnTo>
                          <a:pt x="1029" y="22524"/>
                        </a:lnTo>
                        <a:lnTo>
                          <a:pt x="14032"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p3"/>
                  <p:cNvSpPr/>
                  <p:nvPr/>
                </p:nvSpPr>
                <p:spPr>
                  <a:xfrm rot="157512">
                    <a:off x="4467198" y="2704787"/>
                    <a:ext cx="650217" cy="721114"/>
                  </a:xfrm>
                  <a:custGeom>
                    <a:rect b="b" l="l" r="r" t="t"/>
                    <a:pathLst>
                      <a:path extrusionOk="0" fill="none" h="28846" w="26010">
                        <a:moveTo>
                          <a:pt x="26010" y="20743"/>
                        </a:moveTo>
                        <a:lnTo>
                          <a:pt x="24982" y="6322"/>
                        </a:lnTo>
                        <a:lnTo>
                          <a:pt x="11977" y="1"/>
                        </a:lnTo>
                        <a:lnTo>
                          <a:pt x="1" y="8103"/>
                        </a:lnTo>
                        <a:lnTo>
                          <a:pt x="1030" y="22525"/>
                        </a:lnTo>
                        <a:lnTo>
                          <a:pt x="14033" y="28846"/>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 name="Google Shape;169;p3"/>
                  <p:cNvSpPr/>
                  <p:nvPr/>
                </p:nvSpPr>
                <p:spPr>
                  <a:xfrm rot="157512">
                    <a:off x="5093107" y="2688958"/>
                    <a:ext cx="650192" cy="721089"/>
                  </a:xfrm>
                  <a:custGeom>
                    <a:rect b="b" l="l" r="r" t="t"/>
                    <a:pathLst>
                      <a:path extrusionOk="0" fill="none" h="28845" w="26009">
                        <a:moveTo>
                          <a:pt x="26008" y="20743"/>
                        </a:moveTo>
                        <a:lnTo>
                          <a:pt x="24980" y="6320"/>
                        </a:lnTo>
                        <a:lnTo>
                          <a:pt x="11976" y="0"/>
                        </a:lnTo>
                        <a:lnTo>
                          <a:pt x="1" y="8102"/>
                        </a:lnTo>
                        <a:lnTo>
                          <a:pt x="1029" y="22523"/>
                        </a:lnTo>
                        <a:lnTo>
                          <a:pt x="14033" y="28844"/>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 name="Google Shape;170;p3"/>
                  <p:cNvSpPr/>
                  <p:nvPr/>
                </p:nvSpPr>
                <p:spPr>
                  <a:xfrm rot="157512">
                    <a:off x="5718992" y="2673103"/>
                    <a:ext cx="650192" cy="721064"/>
                  </a:xfrm>
                  <a:custGeom>
                    <a:rect b="b" l="l" r="r" t="t"/>
                    <a:pathLst>
                      <a:path extrusionOk="0" fill="none" h="28844" w="26009">
                        <a:moveTo>
                          <a:pt x="26008" y="20743"/>
                        </a:moveTo>
                        <a:lnTo>
                          <a:pt x="24980" y="6321"/>
                        </a:lnTo>
                        <a:lnTo>
                          <a:pt x="11976" y="0"/>
                        </a:lnTo>
                        <a:lnTo>
                          <a:pt x="0" y="8101"/>
                        </a:lnTo>
                        <a:lnTo>
                          <a:pt x="1028" y="22524"/>
                        </a:lnTo>
                        <a:lnTo>
                          <a:pt x="14033" y="28844"/>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 name="Google Shape;171;p3"/>
                  <p:cNvSpPr/>
                  <p:nvPr/>
                </p:nvSpPr>
                <p:spPr>
                  <a:xfrm rot="157512">
                    <a:off x="6344876" y="2657223"/>
                    <a:ext cx="650167" cy="721114"/>
                  </a:xfrm>
                  <a:custGeom>
                    <a:rect b="b" l="l" r="r" t="t"/>
                    <a:pathLst>
                      <a:path extrusionOk="0" fill="none" h="28846" w="26008">
                        <a:moveTo>
                          <a:pt x="26008" y="20743"/>
                        </a:moveTo>
                        <a:lnTo>
                          <a:pt x="24980" y="6321"/>
                        </a:lnTo>
                        <a:lnTo>
                          <a:pt x="11975" y="1"/>
                        </a:lnTo>
                        <a:lnTo>
                          <a:pt x="0" y="8103"/>
                        </a:lnTo>
                        <a:lnTo>
                          <a:pt x="1028" y="22525"/>
                        </a:lnTo>
                        <a:lnTo>
                          <a:pt x="14032"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3"/>
                  <p:cNvSpPr/>
                  <p:nvPr/>
                </p:nvSpPr>
                <p:spPr>
                  <a:xfrm rot="157512">
                    <a:off x="6970736" y="2641369"/>
                    <a:ext cx="650217" cy="721114"/>
                  </a:xfrm>
                  <a:custGeom>
                    <a:rect b="b" l="l" r="r" t="t"/>
                    <a:pathLst>
                      <a:path extrusionOk="0" fill="none" h="28846" w="26010">
                        <a:moveTo>
                          <a:pt x="26010" y="20743"/>
                        </a:moveTo>
                        <a:lnTo>
                          <a:pt x="24981" y="6321"/>
                        </a:lnTo>
                        <a:lnTo>
                          <a:pt x="11976" y="0"/>
                        </a:lnTo>
                        <a:lnTo>
                          <a:pt x="1" y="8102"/>
                        </a:lnTo>
                        <a:lnTo>
                          <a:pt x="1029" y="22524"/>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3"/>
                  <p:cNvSpPr/>
                  <p:nvPr/>
                </p:nvSpPr>
                <p:spPr>
                  <a:xfrm rot="157512">
                    <a:off x="4168001" y="3254751"/>
                    <a:ext cx="650217" cy="721114"/>
                  </a:xfrm>
                  <a:custGeom>
                    <a:rect b="b" l="l" r="r" t="t"/>
                    <a:pathLst>
                      <a:path extrusionOk="0" fill="none" h="28846" w="26010">
                        <a:moveTo>
                          <a:pt x="26009" y="20744"/>
                        </a:moveTo>
                        <a:lnTo>
                          <a:pt x="24980" y="6322"/>
                        </a:lnTo>
                        <a:lnTo>
                          <a:pt x="11977" y="1"/>
                        </a:lnTo>
                        <a:lnTo>
                          <a:pt x="0" y="8103"/>
                        </a:lnTo>
                        <a:lnTo>
                          <a:pt x="1029" y="22525"/>
                        </a:lnTo>
                        <a:lnTo>
                          <a:pt x="14034" y="28846"/>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 name="Google Shape;174;p3"/>
                  <p:cNvSpPr/>
                  <p:nvPr/>
                </p:nvSpPr>
                <p:spPr>
                  <a:xfrm rot="157512">
                    <a:off x="4793885" y="3238896"/>
                    <a:ext cx="650192" cy="721114"/>
                  </a:xfrm>
                  <a:custGeom>
                    <a:rect b="b" l="l" r="r" t="t"/>
                    <a:pathLst>
                      <a:path extrusionOk="0" fill="none" h="28846" w="26009">
                        <a:moveTo>
                          <a:pt x="26009" y="20743"/>
                        </a:moveTo>
                        <a:lnTo>
                          <a:pt x="24981" y="6321"/>
                        </a:lnTo>
                        <a:lnTo>
                          <a:pt x="11977" y="0"/>
                        </a:lnTo>
                        <a:lnTo>
                          <a:pt x="0" y="8103"/>
                        </a:lnTo>
                        <a:lnTo>
                          <a:pt x="1029" y="22525"/>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 name="Google Shape;175;p3"/>
                  <p:cNvSpPr/>
                  <p:nvPr/>
                </p:nvSpPr>
                <p:spPr>
                  <a:xfrm rot="157512">
                    <a:off x="5419770" y="3223067"/>
                    <a:ext cx="650192" cy="721064"/>
                  </a:xfrm>
                  <a:custGeom>
                    <a:rect b="b" l="l" r="r" t="t"/>
                    <a:pathLst>
                      <a:path extrusionOk="0" fill="none" h="28844" w="26009">
                        <a:moveTo>
                          <a:pt x="26009" y="20743"/>
                        </a:moveTo>
                        <a:lnTo>
                          <a:pt x="24981" y="6320"/>
                        </a:lnTo>
                        <a:lnTo>
                          <a:pt x="11976" y="0"/>
                        </a:lnTo>
                        <a:lnTo>
                          <a:pt x="1" y="8101"/>
                        </a:lnTo>
                        <a:lnTo>
                          <a:pt x="1029" y="22523"/>
                        </a:lnTo>
                        <a:lnTo>
                          <a:pt x="14033" y="28844"/>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 name="Google Shape;176;p3"/>
                  <p:cNvSpPr/>
                  <p:nvPr/>
                </p:nvSpPr>
                <p:spPr>
                  <a:xfrm rot="157512">
                    <a:off x="6045654" y="3207187"/>
                    <a:ext cx="650192" cy="721114"/>
                  </a:xfrm>
                  <a:custGeom>
                    <a:rect b="b" l="l" r="r" t="t"/>
                    <a:pathLst>
                      <a:path extrusionOk="0" fill="none" h="28846" w="26009">
                        <a:moveTo>
                          <a:pt x="26008" y="20743"/>
                        </a:moveTo>
                        <a:lnTo>
                          <a:pt x="24980" y="6321"/>
                        </a:lnTo>
                        <a:lnTo>
                          <a:pt x="11976" y="1"/>
                        </a:lnTo>
                        <a:lnTo>
                          <a:pt x="1" y="8102"/>
                        </a:lnTo>
                        <a:lnTo>
                          <a:pt x="1029" y="22525"/>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 name="Google Shape;177;p3"/>
                  <p:cNvSpPr/>
                  <p:nvPr/>
                </p:nvSpPr>
                <p:spPr>
                  <a:xfrm rot="157512">
                    <a:off x="3868779" y="3804714"/>
                    <a:ext cx="650217" cy="721114"/>
                  </a:xfrm>
                  <a:custGeom>
                    <a:rect b="b" l="l" r="r" t="t"/>
                    <a:pathLst>
                      <a:path extrusionOk="0" fill="none" h="28846" w="26010">
                        <a:moveTo>
                          <a:pt x="26010" y="20744"/>
                        </a:moveTo>
                        <a:lnTo>
                          <a:pt x="24982" y="6322"/>
                        </a:lnTo>
                        <a:lnTo>
                          <a:pt x="11977" y="1"/>
                        </a:lnTo>
                        <a:lnTo>
                          <a:pt x="1" y="8102"/>
                        </a:lnTo>
                        <a:lnTo>
                          <a:pt x="1030" y="22525"/>
                        </a:lnTo>
                        <a:lnTo>
                          <a:pt x="14034" y="28846"/>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 name="Google Shape;178;p3"/>
                  <p:cNvSpPr/>
                  <p:nvPr/>
                </p:nvSpPr>
                <p:spPr>
                  <a:xfrm rot="157512">
                    <a:off x="4494689" y="3788860"/>
                    <a:ext cx="650192" cy="721114"/>
                  </a:xfrm>
                  <a:custGeom>
                    <a:rect b="b" l="l" r="r" t="t"/>
                    <a:pathLst>
                      <a:path extrusionOk="0" fill="none" h="28846" w="26009">
                        <a:moveTo>
                          <a:pt x="26008" y="20743"/>
                        </a:moveTo>
                        <a:lnTo>
                          <a:pt x="24980" y="6321"/>
                        </a:lnTo>
                        <a:lnTo>
                          <a:pt x="11976" y="1"/>
                        </a:lnTo>
                        <a:lnTo>
                          <a:pt x="1" y="8103"/>
                        </a:lnTo>
                        <a:lnTo>
                          <a:pt x="1029" y="22525"/>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 name="Google Shape;179;p3"/>
                  <p:cNvSpPr/>
                  <p:nvPr/>
                </p:nvSpPr>
                <p:spPr>
                  <a:xfrm rot="157512">
                    <a:off x="5120574" y="3773006"/>
                    <a:ext cx="650192" cy="721089"/>
                  </a:xfrm>
                  <a:custGeom>
                    <a:rect b="b" l="l" r="r" t="t"/>
                    <a:pathLst>
                      <a:path extrusionOk="0" fill="none" h="28845" w="26009">
                        <a:moveTo>
                          <a:pt x="26008" y="20744"/>
                        </a:moveTo>
                        <a:lnTo>
                          <a:pt x="24980" y="6321"/>
                        </a:lnTo>
                        <a:lnTo>
                          <a:pt x="11976" y="0"/>
                        </a:lnTo>
                        <a:lnTo>
                          <a:pt x="0" y="8102"/>
                        </a:lnTo>
                        <a:lnTo>
                          <a:pt x="1028" y="22524"/>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80" name="Google Shape;180;p3"/>
                <p:cNvSpPr/>
                <p:nvPr/>
              </p:nvSpPr>
              <p:spPr>
                <a:xfrm rot="157512">
                  <a:off x="6228998" y="4446717"/>
                  <a:ext cx="57072" cy="57047"/>
                </a:xfrm>
                <a:custGeom>
                  <a:rect b="b" l="l" r="r" t="t"/>
                  <a:pathLst>
                    <a:path extrusionOk="0" h="2282" w="2283">
                      <a:moveTo>
                        <a:pt x="1142" y="0"/>
                      </a:moveTo>
                      <a:cubicBezTo>
                        <a:pt x="512" y="0"/>
                        <a:pt x="1" y="511"/>
                        <a:pt x="1" y="1141"/>
                      </a:cubicBezTo>
                      <a:cubicBezTo>
                        <a:pt x="1" y="1771"/>
                        <a:pt x="512" y="2281"/>
                        <a:pt x="1142" y="2281"/>
                      </a:cubicBezTo>
                      <a:cubicBezTo>
                        <a:pt x="1772" y="2281"/>
                        <a:pt x="2283" y="1772"/>
                        <a:pt x="2283" y="1141"/>
                      </a:cubicBezTo>
                      <a:cubicBezTo>
                        <a:pt x="2283" y="511"/>
                        <a:pt x="1772" y="0"/>
                        <a:pt x="114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 name="Google Shape;181;p3"/>
                <p:cNvSpPr/>
                <p:nvPr/>
              </p:nvSpPr>
              <p:spPr>
                <a:xfrm rot="157512">
                  <a:off x="9351770" y="4005108"/>
                  <a:ext cx="57047" cy="57072"/>
                </a:xfrm>
                <a:custGeom>
                  <a:rect b="b" l="l" r="r" t="t"/>
                  <a:pathLst>
                    <a:path extrusionOk="0" h="2283" w="2282">
                      <a:moveTo>
                        <a:pt x="1141" y="0"/>
                      </a:moveTo>
                      <a:cubicBezTo>
                        <a:pt x="511" y="0"/>
                        <a:pt x="0" y="511"/>
                        <a:pt x="0" y="1141"/>
                      </a:cubicBezTo>
                      <a:cubicBezTo>
                        <a:pt x="0" y="1772"/>
                        <a:pt x="511" y="2282"/>
                        <a:pt x="1141" y="2282"/>
                      </a:cubicBezTo>
                      <a:cubicBezTo>
                        <a:pt x="1771" y="2282"/>
                        <a:pt x="2281" y="1772"/>
                        <a:pt x="2281" y="1141"/>
                      </a:cubicBezTo>
                      <a:cubicBezTo>
                        <a:pt x="2281" y="511"/>
                        <a:pt x="1771" y="0"/>
                        <a:pt x="114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 name="Google Shape;182;p3"/>
                <p:cNvSpPr/>
                <p:nvPr/>
              </p:nvSpPr>
              <p:spPr>
                <a:xfrm rot="157512">
                  <a:off x="8403706" y="3847890"/>
                  <a:ext cx="57072" cy="57047"/>
                </a:xfrm>
                <a:custGeom>
                  <a:rect b="b" l="l" r="r" t="t"/>
                  <a:pathLst>
                    <a:path extrusionOk="0" h="2282" w="2283">
                      <a:moveTo>
                        <a:pt x="1141" y="1"/>
                      </a:moveTo>
                      <a:cubicBezTo>
                        <a:pt x="511" y="1"/>
                        <a:pt x="0" y="511"/>
                        <a:pt x="0" y="1141"/>
                      </a:cubicBezTo>
                      <a:cubicBezTo>
                        <a:pt x="0" y="1771"/>
                        <a:pt x="511" y="2282"/>
                        <a:pt x="1141" y="2282"/>
                      </a:cubicBezTo>
                      <a:cubicBezTo>
                        <a:pt x="1771" y="2282"/>
                        <a:pt x="2282" y="1771"/>
                        <a:pt x="2282" y="1141"/>
                      </a:cubicBezTo>
                      <a:cubicBezTo>
                        <a:pt x="2282" y="511"/>
                        <a:pt x="1771" y="1"/>
                        <a:pt x="114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 name="Google Shape;183;p3"/>
                <p:cNvSpPr/>
                <p:nvPr/>
              </p:nvSpPr>
              <p:spPr>
                <a:xfrm rot="157512">
                  <a:off x="8124633" y="5115580"/>
                  <a:ext cx="57047" cy="57047"/>
                </a:xfrm>
                <a:custGeom>
                  <a:rect b="b" l="l" r="r" t="t"/>
                  <a:pathLst>
                    <a:path extrusionOk="0" h="2282" w="2282">
                      <a:moveTo>
                        <a:pt x="1140" y="0"/>
                      </a:moveTo>
                      <a:cubicBezTo>
                        <a:pt x="511" y="0"/>
                        <a:pt x="0" y="511"/>
                        <a:pt x="0" y="1141"/>
                      </a:cubicBezTo>
                      <a:cubicBezTo>
                        <a:pt x="0" y="1771"/>
                        <a:pt x="510" y="2281"/>
                        <a:pt x="1140" y="2281"/>
                      </a:cubicBezTo>
                      <a:cubicBezTo>
                        <a:pt x="1771" y="2281"/>
                        <a:pt x="2281" y="1771"/>
                        <a:pt x="2281" y="1141"/>
                      </a:cubicBezTo>
                      <a:cubicBezTo>
                        <a:pt x="2281" y="511"/>
                        <a:pt x="1771" y="0"/>
                        <a:pt x="114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 name="Google Shape;184;p3"/>
                <p:cNvSpPr/>
                <p:nvPr/>
              </p:nvSpPr>
              <p:spPr>
                <a:xfrm rot="157512">
                  <a:off x="6574005" y="5703526"/>
                  <a:ext cx="57072" cy="57047"/>
                </a:xfrm>
                <a:custGeom>
                  <a:rect b="b" l="l" r="r" t="t"/>
                  <a:pathLst>
                    <a:path extrusionOk="0" h="2282" w="2283">
                      <a:moveTo>
                        <a:pt x="1141" y="1"/>
                      </a:moveTo>
                      <a:cubicBezTo>
                        <a:pt x="511" y="1"/>
                        <a:pt x="0" y="511"/>
                        <a:pt x="0" y="1141"/>
                      </a:cubicBezTo>
                      <a:cubicBezTo>
                        <a:pt x="0" y="1771"/>
                        <a:pt x="511" y="2282"/>
                        <a:pt x="1141" y="2282"/>
                      </a:cubicBezTo>
                      <a:cubicBezTo>
                        <a:pt x="1771" y="2282"/>
                        <a:pt x="2282" y="1771"/>
                        <a:pt x="2282" y="1141"/>
                      </a:cubicBezTo>
                      <a:cubicBezTo>
                        <a:pt x="2282" y="511"/>
                        <a:pt x="1771" y="1"/>
                        <a:pt x="114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 name="Google Shape;185;p3"/>
                <p:cNvSpPr/>
                <p:nvPr/>
              </p:nvSpPr>
              <p:spPr>
                <a:xfrm rot="157512">
                  <a:off x="5957267" y="6080755"/>
                  <a:ext cx="57072" cy="57047"/>
                </a:xfrm>
                <a:custGeom>
                  <a:rect b="b" l="l" r="r" t="t"/>
                  <a:pathLst>
                    <a:path extrusionOk="0" h="2282" w="2283">
                      <a:moveTo>
                        <a:pt x="1141" y="0"/>
                      </a:moveTo>
                      <a:cubicBezTo>
                        <a:pt x="511" y="0"/>
                        <a:pt x="0" y="510"/>
                        <a:pt x="0" y="1140"/>
                      </a:cubicBezTo>
                      <a:cubicBezTo>
                        <a:pt x="0" y="1770"/>
                        <a:pt x="511" y="2281"/>
                        <a:pt x="1141" y="2281"/>
                      </a:cubicBezTo>
                      <a:cubicBezTo>
                        <a:pt x="1771" y="2281"/>
                        <a:pt x="2282" y="1770"/>
                        <a:pt x="2282" y="1140"/>
                      </a:cubicBezTo>
                      <a:cubicBezTo>
                        <a:pt x="2282" y="510"/>
                        <a:pt x="1771" y="0"/>
                        <a:pt x="114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p3"/>
                <p:cNvSpPr/>
                <p:nvPr/>
              </p:nvSpPr>
              <p:spPr>
                <a:xfrm rot="157512">
                  <a:off x="5929801" y="4996682"/>
                  <a:ext cx="57072" cy="57047"/>
                </a:xfrm>
                <a:custGeom>
                  <a:rect b="b" l="l" r="r" t="t"/>
                  <a:pathLst>
                    <a:path extrusionOk="0" h="2282" w="2283">
                      <a:moveTo>
                        <a:pt x="1142" y="0"/>
                      </a:moveTo>
                      <a:cubicBezTo>
                        <a:pt x="511" y="0"/>
                        <a:pt x="1" y="510"/>
                        <a:pt x="1" y="1140"/>
                      </a:cubicBezTo>
                      <a:cubicBezTo>
                        <a:pt x="1" y="1771"/>
                        <a:pt x="511" y="2281"/>
                        <a:pt x="1142" y="2281"/>
                      </a:cubicBezTo>
                      <a:cubicBezTo>
                        <a:pt x="1772" y="2281"/>
                        <a:pt x="2283" y="1771"/>
                        <a:pt x="2283" y="1140"/>
                      </a:cubicBezTo>
                      <a:cubicBezTo>
                        <a:pt x="2283" y="510"/>
                        <a:pt x="1772" y="0"/>
                        <a:pt x="114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 name="Google Shape;187;p3"/>
                <p:cNvSpPr/>
                <p:nvPr/>
              </p:nvSpPr>
              <p:spPr>
                <a:xfrm rot="157512">
                  <a:off x="9015730" y="3465389"/>
                  <a:ext cx="57047" cy="57072"/>
                </a:xfrm>
                <a:custGeom>
                  <a:rect b="b" l="l" r="r" t="t"/>
                  <a:pathLst>
                    <a:path extrusionOk="0" h="2283" w="2282">
                      <a:moveTo>
                        <a:pt x="1142" y="0"/>
                      </a:moveTo>
                      <a:cubicBezTo>
                        <a:pt x="512" y="0"/>
                        <a:pt x="1" y="511"/>
                        <a:pt x="1" y="1141"/>
                      </a:cubicBezTo>
                      <a:cubicBezTo>
                        <a:pt x="1" y="1771"/>
                        <a:pt x="512" y="2282"/>
                        <a:pt x="1142" y="2282"/>
                      </a:cubicBezTo>
                      <a:cubicBezTo>
                        <a:pt x="1771" y="2282"/>
                        <a:pt x="2282" y="1771"/>
                        <a:pt x="2282" y="1141"/>
                      </a:cubicBezTo>
                      <a:cubicBezTo>
                        <a:pt x="2282" y="511"/>
                        <a:pt x="1771" y="0"/>
                        <a:pt x="114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188" name="Google Shape;188;p3"/>
            <p:cNvSpPr/>
            <p:nvPr/>
          </p:nvSpPr>
          <p:spPr>
            <a:xfrm rot="157512">
              <a:off x="8799542" y="3225845"/>
              <a:ext cx="57022" cy="57072"/>
            </a:xfrm>
            <a:custGeom>
              <a:rect b="b" l="l" r="r" t="t"/>
              <a:pathLst>
                <a:path extrusionOk="0" h="2283" w="2281">
                  <a:moveTo>
                    <a:pt x="1141" y="1"/>
                  </a:moveTo>
                  <a:cubicBezTo>
                    <a:pt x="511" y="1"/>
                    <a:pt x="0" y="512"/>
                    <a:pt x="0" y="1142"/>
                  </a:cubicBezTo>
                  <a:cubicBezTo>
                    <a:pt x="0" y="1772"/>
                    <a:pt x="511" y="2283"/>
                    <a:pt x="1141" y="2283"/>
                  </a:cubicBezTo>
                  <a:cubicBezTo>
                    <a:pt x="1771" y="2283"/>
                    <a:pt x="2281" y="1772"/>
                    <a:pt x="2281" y="1142"/>
                  </a:cubicBezTo>
                  <a:cubicBezTo>
                    <a:pt x="2281" y="512"/>
                    <a:pt x="1771" y="1"/>
                    <a:pt x="114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 name="Google Shape;189;p3"/>
            <p:cNvSpPr/>
            <p:nvPr/>
          </p:nvSpPr>
          <p:spPr>
            <a:xfrm rot="157512">
              <a:off x="5710335" y="4761896"/>
              <a:ext cx="57072" cy="57072"/>
            </a:xfrm>
            <a:custGeom>
              <a:rect b="b" l="l" r="r" t="t"/>
              <a:pathLst>
                <a:path extrusionOk="0" h="2283" w="2283">
                  <a:moveTo>
                    <a:pt x="1141" y="1"/>
                  </a:moveTo>
                  <a:cubicBezTo>
                    <a:pt x="511" y="1"/>
                    <a:pt x="0" y="511"/>
                    <a:pt x="0" y="1142"/>
                  </a:cubicBezTo>
                  <a:cubicBezTo>
                    <a:pt x="0" y="1772"/>
                    <a:pt x="511" y="2283"/>
                    <a:pt x="1141" y="2283"/>
                  </a:cubicBezTo>
                  <a:cubicBezTo>
                    <a:pt x="1771" y="2283"/>
                    <a:pt x="2282" y="1772"/>
                    <a:pt x="2282" y="1142"/>
                  </a:cubicBezTo>
                  <a:cubicBezTo>
                    <a:pt x="2282" y="511"/>
                    <a:pt x="1771" y="1"/>
                    <a:pt x="114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 name="Google Shape;190;p3"/>
            <p:cNvSpPr/>
            <p:nvPr/>
          </p:nvSpPr>
          <p:spPr>
            <a:xfrm rot="157512">
              <a:off x="7885492" y="4168682"/>
              <a:ext cx="57047" cy="57047"/>
            </a:xfrm>
            <a:custGeom>
              <a:rect b="b" l="l" r="r" t="t"/>
              <a:pathLst>
                <a:path extrusionOk="0" h="2282" w="2282">
                  <a:moveTo>
                    <a:pt x="1141" y="0"/>
                  </a:moveTo>
                  <a:cubicBezTo>
                    <a:pt x="511" y="0"/>
                    <a:pt x="0" y="511"/>
                    <a:pt x="0" y="1141"/>
                  </a:cubicBezTo>
                  <a:cubicBezTo>
                    <a:pt x="0" y="1770"/>
                    <a:pt x="511" y="2281"/>
                    <a:pt x="1141" y="2281"/>
                  </a:cubicBezTo>
                  <a:cubicBezTo>
                    <a:pt x="1772" y="2281"/>
                    <a:pt x="2281" y="1770"/>
                    <a:pt x="2281" y="1141"/>
                  </a:cubicBezTo>
                  <a:cubicBezTo>
                    <a:pt x="2281" y="511"/>
                    <a:pt x="1772" y="0"/>
                    <a:pt x="114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91" name="Shape 191"/>
        <p:cNvGrpSpPr/>
        <p:nvPr/>
      </p:nvGrpSpPr>
      <p:grpSpPr>
        <a:xfrm>
          <a:off x="0" y="0"/>
          <a:ext cx="0" cy="0"/>
          <a:chOff x="0" y="0"/>
          <a:chExt cx="0" cy="0"/>
        </a:xfrm>
      </p:grpSpPr>
      <p:sp>
        <p:nvSpPr>
          <p:cNvPr id="192" name="Google Shape;192;p4"/>
          <p:cNvSpPr txBox="1"/>
          <p:nvPr>
            <p:ph type="title"/>
          </p:nvPr>
        </p:nvSpPr>
        <p:spPr>
          <a:xfrm>
            <a:off x="720000" y="539500"/>
            <a:ext cx="77040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200"/>
              <a:buNone/>
              <a:defRPr/>
            </a:lvl1pPr>
            <a:lvl2pPr lvl="1" rtl="0">
              <a:spcBef>
                <a:spcPts val="0"/>
              </a:spcBef>
              <a:spcAft>
                <a:spcPts val="0"/>
              </a:spcAft>
              <a:buSzPts val="3200"/>
              <a:buNone/>
              <a:defRPr/>
            </a:lvl2pPr>
            <a:lvl3pPr lvl="2" rtl="0">
              <a:spcBef>
                <a:spcPts val="0"/>
              </a:spcBef>
              <a:spcAft>
                <a:spcPts val="0"/>
              </a:spcAft>
              <a:buSzPts val="3200"/>
              <a:buNone/>
              <a:defRPr/>
            </a:lvl3pPr>
            <a:lvl4pPr lvl="3" rtl="0">
              <a:spcBef>
                <a:spcPts val="0"/>
              </a:spcBef>
              <a:spcAft>
                <a:spcPts val="0"/>
              </a:spcAft>
              <a:buSzPts val="3200"/>
              <a:buNone/>
              <a:defRPr/>
            </a:lvl4pPr>
            <a:lvl5pPr lvl="4" rtl="0">
              <a:spcBef>
                <a:spcPts val="0"/>
              </a:spcBef>
              <a:spcAft>
                <a:spcPts val="0"/>
              </a:spcAft>
              <a:buSzPts val="3200"/>
              <a:buNone/>
              <a:defRPr/>
            </a:lvl5pPr>
            <a:lvl6pPr lvl="5" rtl="0">
              <a:spcBef>
                <a:spcPts val="0"/>
              </a:spcBef>
              <a:spcAft>
                <a:spcPts val="0"/>
              </a:spcAft>
              <a:buSzPts val="3200"/>
              <a:buNone/>
              <a:defRPr/>
            </a:lvl6pPr>
            <a:lvl7pPr lvl="6" rtl="0">
              <a:spcBef>
                <a:spcPts val="0"/>
              </a:spcBef>
              <a:spcAft>
                <a:spcPts val="0"/>
              </a:spcAft>
              <a:buSzPts val="3200"/>
              <a:buNone/>
              <a:defRPr/>
            </a:lvl7pPr>
            <a:lvl8pPr lvl="7" rtl="0">
              <a:spcBef>
                <a:spcPts val="0"/>
              </a:spcBef>
              <a:spcAft>
                <a:spcPts val="0"/>
              </a:spcAft>
              <a:buSzPts val="3200"/>
              <a:buNone/>
              <a:defRPr/>
            </a:lvl8pPr>
            <a:lvl9pPr lvl="8" rtl="0">
              <a:spcBef>
                <a:spcPts val="0"/>
              </a:spcBef>
              <a:spcAft>
                <a:spcPts val="0"/>
              </a:spcAft>
              <a:buSzPts val="3200"/>
              <a:buNone/>
              <a:defRPr/>
            </a:lvl9pPr>
          </a:lstStyle>
          <a:p/>
        </p:txBody>
      </p:sp>
      <p:sp>
        <p:nvSpPr>
          <p:cNvPr id="193" name="Google Shape;193;p4"/>
          <p:cNvSpPr txBox="1"/>
          <p:nvPr>
            <p:ph idx="1" type="body"/>
          </p:nvPr>
        </p:nvSpPr>
        <p:spPr>
          <a:xfrm>
            <a:off x="720000" y="1215750"/>
            <a:ext cx="3975900" cy="1632300"/>
          </a:xfrm>
          <a:prstGeom prst="rect">
            <a:avLst/>
          </a:prstGeom>
        </p:spPr>
        <p:txBody>
          <a:bodyPr anchorCtr="0" anchor="t" bIns="91425" lIns="91425" spcFirstLastPara="1" rIns="91425" wrap="square" tIns="91425">
            <a:noAutofit/>
          </a:bodyPr>
          <a:lstStyle>
            <a:lvl1pPr indent="-317500" lvl="0" marL="457200" rtl="0">
              <a:lnSpc>
                <a:spcPct val="100000"/>
              </a:lnSpc>
              <a:spcBef>
                <a:spcPts val="0"/>
              </a:spcBef>
              <a:spcAft>
                <a:spcPts val="0"/>
              </a:spcAft>
              <a:buClr>
                <a:schemeClr val="dk2"/>
              </a:buClr>
              <a:buSzPts val="1400"/>
              <a:buFont typeface="Montserrat Light"/>
              <a:buChar char="◆"/>
              <a:defRPr/>
            </a:lvl1pPr>
            <a:lvl2pPr indent="-317500" lvl="1" marL="914400" rtl="0">
              <a:lnSpc>
                <a:spcPct val="100000"/>
              </a:lnSpc>
              <a:spcBef>
                <a:spcPts val="0"/>
              </a:spcBef>
              <a:spcAft>
                <a:spcPts val="0"/>
              </a:spcAft>
              <a:buSzPts val="1400"/>
              <a:buFont typeface="Nunito Light"/>
              <a:buChar char="○"/>
              <a:defRPr/>
            </a:lvl2pPr>
            <a:lvl3pPr indent="-317500" lvl="2" marL="1371600" rtl="0">
              <a:lnSpc>
                <a:spcPct val="100000"/>
              </a:lnSpc>
              <a:spcBef>
                <a:spcPts val="0"/>
              </a:spcBef>
              <a:spcAft>
                <a:spcPts val="0"/>
              </a:spcAft>
              <a:buSzPts val="1400"/>
              <a:buFont typeface="Nunito Light"/>
              <a:buChar char="■"/>
              <a:defRPr/>
            </a:lvl3pPr>
            <a:lvl4pPr indent="-317500" lvl="3" marL="1828800" rtl="0">
              <a:lnSpc>
                <a:spcPct val="100000"/>
              </a:lnSpc>
              <a:spcBef>
                <a:spcPts val="0"/>
              </a:spcBef>
              <a:spcAft>
                <a:spcPts val="0"/>
              </a:spcAft>
              <a:buSzPts val="1400"/>
              <a:buFont typeface="Nunito Light"/>
              <a:buChar char="●"/>
              <a:defRPr/>
            </a:lvl4pPr>
            <a:lvl5pPr indent="-317500" lvl="4" marL="2286000" rtl="0">
              <a:lnSpc>
                <a:spcPct val="100000"/>
              </a:lnSpc>
              <a:spcBef>
                <a:spcPts val="0"/>
              </a:spcBef>
              <a:spcAft>
                <a:spcPts val="0"/>
              </a:spcAft>
              <a:buSzPts val="1400"/>
              <a:buFont typeface="Nunito Light"/>
              <a:buChar char="○"/>
              <a:defRPr/>
            </a:lvl5pPr>
            <a:lvl6pPr indent="-317500" lvl="5" marL="2743200" rtl="0">
              <a:lnSpc>
                <a:spcPct val="100000"/>
              </a:lnSpc>
              <a:spcBef>
                <a:spcPts val="0"/>
              </a:spcBef>
              <a:spcAft>
                <a:spcPts val="0"/>
              </a:spcAft>
              <a:buSzPts val="1400"/>
              <a:buFont typeface="Nunito Light"/>
              <a:buChar char="■"/>
              <a:defRPr/>
            </a:lvl6pPr>
            <a:lvl7pPr indent="-317500" lvl="6" marL="3200400" rtl="0">
              <a:lnSpc>
                <a:spcPct val="100000"/>
              </a:lnSpc>
              <a:spcBef>
                <a:spcPts val="0"/>
              </a:spcBef>
              <a:spcAft>
                <a:spcPts val="0"/>
              </a:spcAft>
              <a:buSzPts val="1400"/>
              <a:buFont typeface="Nunito Light"/>
              <a:buChar char="●"/>
              <a:defRPr/>
            </a:lvl7pPr>
            <a:lvl8pPr indent="-317500" lvl="7" marL="3657600" rtl="0">
              <a:lnSpc>
                <a:spcPct val="100000"/>
              </a:lnSpc>
              <a:spcBef>
                <a:spcPts val="0"/>
              </a:spcBef>
              <a:spcAft>
                <a:spcPts val="0"/>
              </a:spcAft>
              <a:buSzPts val="1400"/>
              <a:buFont typeface="Nunito Light"/>
              <a:buChar char="○"/>
              <a:defRPr/>
            </a:lvl8pPr>
            <a:lvl9pPr indent="-317500" lvl="8" marL="4114800" rtl="0">
              <a:lnSpc>
                <a:spcPct val="100000"/>
              </a:lnSpc>
              <a:spcBef>
                <a:spcPts val="0"/>
              </a:spcBef>
              <a:spcAft>
                <a:spcPts val="0"/>
              </a:spcAft>
              <a:buSzPts val="1400"/>
              <a:buFont typeface="Nunito Light"/>
              <a:buChar char="■"/>
              <a:defRPr/>
            </a:lvl9pPr>
          </a:lstStyle>
          <a:p/>
        </p:txBody>
      </p:sp>
      <p:grpSp>
        <p:nvGrpSpPr>
          <p:cNvPr id="194" name="Google Shape;194;p4"/>
          <p:cNvGrpSpPr/>
          <p:nvPr/>
        </p:nvGrpSpPr>
        <p:grpSpPr>
          <a:xfrm>
            <a:off x="8354016" y="-383869"/>
            <a:ext cx="1346076" cy="1863864"/>
            <a:chOff x="8354016" y="-383869"/>
            <a:chExt cx="1346076" cy="1863864"/>
          </a:xfrm>
        </p:grpSpPr>
        <p:sp>
          <p:nvSpPr>
            <p:cNvPr id="195" name="Google Shape;195;p4"/>
            <p:cNvSpPr/>
            <p:nvPr/>
          </p:nvSpPr>
          <p:spPr>
            <a:xfrm flipH="1" rot="10515695">
              <a:off x="8395243" y="733309"/>
              <a:ext cx="650146" cy="721066"/>
            </a:xfrm>
            <a:custGeom>
              <a:rect b="b" l="l" r="r" t="t"/>
              <a:pathLst>
                <a:path extrusionOk="0" fill="none" h="28845" w="26008">
                  <a:moveTo>
                    <a:pt x="26008" y="20744"/>
                  </a:moveTo>
                  <a:lnTo>
                    <a:pt x="24980" y="6321"/>
                  </a:lnTo>
                  <a:lnTo>
                    <a:pt x="11976" y="1"/>
                  </a:lnTo>
                  <a:lnTo>
                    <a:pt x="0" y="8102"/>
                  </a:lnTo>
                  <a:lnTo>
                    <a:pt x="1028" y="22524"/>
                  </a:lnTo>
                  <a:lnTo>
                    <a:pt x="14032"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p4"/>
            <p:cNvSpPr/>
            <p:nvPr/>
          </p:nvSpPr>
          <p:spPr>
            <a:xfrm flipH="1" rot="10515695">
              <a:off x="9021249" y="726033"/>
              <a:ext cx="650171" cy="721091"/>
            </a:xfrm>
            <a:custGeom>
              <a:rect b="b" l="l" r="r" t="t"/>
              <a:pathLst>
                <a:path extrusionOk="0" fill="none" h="28846" w="26009">
                  <a:moveTo>
                    <a:pt x="26009" y="20743"/>
                  </a:moveTo>
                  <a:lnTo>
                    <a:pt x="24981" y="6321"/>
                  </a:lnTo>
                  <a:lnTo>
                    <a:pt x="11976" y="1"/>
                  </a:lnTo>
                  <a:lnTo>
                    <a:pt x="1" y="8102"/>
                  </a:lnTo>
                  <a:lnTo>
                    <a:pt x="1029" y="22525"/>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 name="Google Shape;197;p4"/>
            <p:cNvSpPr/>
            <p:nvPr/>
          </p:nvSpPr>
          <p:spPr>
            <a:xfrm flipH="1" rot="10515695">
              <a:off x="8701969" y="187519"/>
              <a:ext cx="650171" cy="721066"/>
            </a:xfrm>
            <a:custGeom>
              <a:rect b="b" l="l" r="r" t="t"/>
              <a:pathLst>
                <a:path extrusionOk="0" fill="none" h="28845" w="26009">
                  <a:moveTo>
                    <a:pt x="26008" y="20743"/>
                  </a:moveTo>
                  <a:lnTo>
                    <a:pt x="24980" y="6321"/>
                  </a:lnTo>
                  <a:lnTo>
                    <a:pt x="11976" y="1"/>
                  </a:lnTo>
                  <a:lnTo>
                    <a:pt x="0" y="8102"/>
                  </a:lnTo>
                  <a:lnTo>
                    <a:pt x="1028" y="22525"/>
                  </a:lnTo>
                  <a:lnTo>
                    <a:pt x="14033" y="28844"/>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 name="Google Shape;198;p4"/>
            <p:cNvSpPr/>
            <p:nvPr/>
          </p:nvSpPr>
          <p:spPr>
            <a:xfrm flipH="1" rot="10515695">
              <a:off x="8382688" y="-351019"/>
              <a:ext cx="650146" cy="721066"/>
            </a:xfrm>
            <a:custGeom>
              <a:rect b="b" l="l" r="r" t="t"/>
              <a:pathLst>
                <a:path extrusionOk="0" fill="none" h="28845" w="26008">
                  <a:moveTo>
                    <a:pt x="26008" y="20743"/>
                  </a:moveTo>
                  <a:lnTo>
                    <a:pt x="24980" y="6320"/>
                  </a:lnTo>
                  <a:lnTo>
                    <a:pt x="11975" y="1"/>
                  </a:lnTo>
                  <a:lnTo>
                    <a:pt x="0" y="8102"/>
                  </a:lnTo>
                  <a:lnTo>
                    <a:pt x="1028" y="22524"/>
                  </a:lnTo>
                  <a:lnTo>
                    <a:pt x="14032" y="28844"/>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 name="Google Shape;199;p4"/>
            <p:cNvSpPr/>
            <p:nvPr/>
          </p:nvSpPr>
          <p:spPr>
            <a:xfrm flipH="1" rot="10515695">
              <a:off x="9008695" y="-358246"/>
              <a:ext cx="650196" cy="721041"/>
            </a:xfrm>
            <a:custGeom>
              <a:rect b="b" l="l" r="r" t="t"/>
              <a:pathLst>
                <a:path extrusionOk="0" fill="none" h="28844" w="26010">
                  <a:moveTo>
                    <a:pt x="26009" y="20743"/>
                  </a:moveTo>
                  <a:lnTo>
                    <a:pt x="24980" y="6321"/>
                  </a:lnTo>
                  <a:lnTo>
                    <a:pt x="11976" y="0"/>
                  </a:lnTo>
                  <a:lnTo>
                    <a:pt x="1" y="8101"/>
                  </a:lnTo>
                  <a:lnTo>
                    <a:pt x="1029" y="22524"/>
                  </a:lnTo>
                  <a:lnTo>
                    <a:pt x="14033" y="28844"/>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p4"/>
            <p:cNvSpPr/>
            <p:nvPr/>
          </p:nvSpPr>
          <p:spPr>
            <a:xfrm flipH="1" rot="10515695">
              <a:off x="8988036" y="-202011"/>
              <a:ext cx="57070" cy="57045"/>
            </a:xfrm>
            <a:custGeom>
              <a:rect b="b" l="l" r="r" t="t"/>
              <a:pathLst>
                <a:path extrusionOk="0" h="2282" w="2283">
                  <a:moveTo>
                    <a:pt x="1141" y="1"/>
                  </a:moveTo>
                  <a:cubicBezTo>
                    <a:pt x="511" y="1"/>
                    <a:pt x="0" y="511"/>
                    <a:pt x="0" y="1141"/>
                  </a:cubicBezTo>
                  <a:cubicBezTo>
                    <a:pt x="0" y="1771"/>
                    <a:pt x="511" y="2282"/>
                    <a:pt x="1141" y="2282"/>
                  </a:cubicBezTo>
                  <a:cubicBezTo>
                    <a:pt x="1771" y="2282"/>
                    <a:pt x="2282" y="1771"/>
                    <a:pt x="2282" y="1141"/>
                  </a:cubicBezTo>
                  <a:cubicBezTo>
                    <a:pt x="2282" y="511"/>
                    <a:pt x="1771" y="1"/>
                    <a:pt x="114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 name="Google Shape;201;p4"/>
            <p:cNvSpPr/>
            <p:nvPr/>
          </p:nvSpPr>
          <p:spPr>
            <a:xfrm flipH="1" rot="10515695">
              <a:off x="9613745" y="157614"/>
              <a:ext cx="57045" cy="57070"/>
            </a:xfrm>
            <a:custGeom>
              <a:rect b="b" l="l" r="r" t="t"/>
              <a:pathLst>
                <a:path extrusionOk="0" h="2283" w="2282">
                  <a:moveTo>
                    <a:pt x="1142" y="0"/>
                  </a:moveTo>
                  <a:cubicBezTo>
                    <a:pt x="512" y="0"/>
                    <a:pt x="1" y="511"/>
                    <a:pt x="1" y="1141"/>
                  </a:cubicBezTo>
                  <a:cubicBezTo>
                    <a:pt x="1" y="1771"/>
                    <a:pt x="512" y="2282"/>
                    <a:pt x="1142" y="2282"/>
                  </a:cubicBezTo>
                  <a:cubicBezTo>
                    <a:pt x="1771" y="2282"/>
                    <a:pt x="2282" y="1771"/>
                    <a:pt x="2282" y="1141"/>
                  </a:cubicBezTo>
                  <a:cubicBezTo>
                    <a:pt x="2282" y="511"/>
                    <a:pt x="1771" y="0"/>
                    <a:pt x="114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 name="Google Shape;202;p4"/>
            <p:cNvSpPr/>
            <p:nvPr/>
          </p:nvSpPr>
          <p:spPr>
            <a:xfrm flipH="1" rot="10515695">
              <a:off x="9310934" y="707797"/>
              <a:ext cx="57020" cy="57070"/>
            </a:xfrm>
            <a:custGeom>
              <a:rect b="b" l="l" r="r" t="t"/>
              <a:pathLst>
                <a:path extrusionOk="0" h="2283" w="2281">
                  <a:moveTo>
                    <a:pt x="1141" y="1"/>
                  </a:moveTo>
                  <a:cubicBezTo>
                    <a:pt x="511" y="1"/>
                    <a:pt x="0" y="512"/>
                    <a:pt x="0" y="1142"/>
                  </a:cubicBezTo>
                  <a:cubicBezTo>
                    <a:pt x="0" y="1772"/>
                    <a:pt x="511" y="2283"/>
                    <a:pt x="1141" y="2283"/>
                  </a:cubicBezTo>
                  <a:cubicBezTo>
                    <a:pt x="1771" y="2283"/>
                    <a:pt x="2281" y="1772"/>
                    <a:pt x="2281" y="1142"/>
                  </a:cubicBezTo>
                  <a:cubicBezTo>
                    <a:pt x="2281" y="512"/>
                    <a:pt x="1771" y="1"/>
                    <a:pt x="114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3" name="Shape 203"/>
        <p:cNvGrpSpPr/>
        <p:nvPr/>
      </p:nvGrpSpPr>
      <p:grpSpPr>
        <a:xfrm>
          <a:off x="0" y="0"/>
          <a:ext cx="0" cy="0"/>
          <a:chOff x="0" y="0"/>
          <a:chExt cx="0" cy="0"/>
        </a:xfrm>
      </p:grpSpPr>
      <p:sp>
        <p:nvSpPr>
          <p:cNvPr id="204" name="Google Shape;204;p5"/>
          <p:cNvSpPr txBox="1"/>
          <p:nvPr>
            <p:ph type="title"/>
          </p:nvPr>
        </p:nvSpPr>
        <p:spPr>
          <a:xfrm>
            <a:off x="720000" y="539500"/>
            <a:ext cx="77040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200"/>
              <a:buNone/>
              <a:defRPr/>
            </a:lvl1pPr>
            <a:lvl2pPr lvl="1" rtl="0">
              <a:spcBef>
                <a:spcPts val="0"/>
              </a:spcBef>
              <a:spcAft>
                <a:spcPts val="0"/>
              </a:spcAft>
              <a:buSzPts val="3200"/>
              <a:buNone/>
              <a:defRPr/>
            </a:lvl2pPr>
            <a:lvl3pPr lvl="2" rtl="0">
              <a:spcBef>
                <a:spcPts val="0"/>
              </a:spcBef>
              <a:spcAft>
                <a:spcPts val="0"/>
              </a:spcAft>
              <a:buSzPts val="3200"/>
              <a:buNone/>
              <a:defRPr/>
            </a:lvl3pPr>
            <a:lvl4pPr lvl="3" rtl="0">
              <a:spcBef>
                <a:spcPts val="0"/>
              </a:spcBef>
              <a:spcAft>
                <a:spcPts val="0"/>
              </a:spcAft>
              <a:buSzPts val="3200"/>
              <a:buNone/>
              <a:defRPr/>
            </a:lvl4pPr>
            <a:lvl5pPr lvl="4" rtl="0">
              <a:spcBef>
                <a:spcPts val="0"/>
              </a:spcBef>
              <a:spcAft>
                <a:spcPts val="0"/>
              </a:spcAft>
              <a:buSzPts val="3200"/>
              <a:buNone/>
              <a:defRPr/>
            </a:lvl5pPr>
            <a:lvl6pPr lvl="5" rtl="0">
              <a:spcBef>
                <a:spcPts val="0"/>
              </a:spcBef>
              <a:spcAft>
                <a:spcPts val="0"/>
              </a:spcAft>
              <a:buSzPts val="3200"/>
              <a:buNone/>
              <a:defRPr/>
            </a:lvl6pPr>
            <a:lvl7pPr lvl="6" rtl="0">
              <a:spcBef>
                <a:spcPts val="0"/>
              </a:spcBef>
              <a:spcAft>
                <a:spcPts val="0"/>
              </a:spcAft>
              <a:buSzPts val="3200"/>
              <a:buNone/>
              <a:defRPr/>
            </a:lvl7pPr>
            <a:lvl8pPr lvl="7" rtl="0">
              <a:spcBef>
                <a:spcPts val="0"/>
              </a:spcBef>
              <a:spcAft>
                <a:spcPts val="0"/>
              </a:spcAft>
              <a:buSzPts val="3200"/>
              <a:buNone/>
              <a:defRPr/>
            </a:lvl8pPr>
            <a:lvl9pPr lvl="8" rtl="0">
              <a:spcBef>
                <a:spcPts val="0"/>
              </a:spcBef>
              <a:spcAft>
                <a:spcPts val="0"/>
              </a:spcAft>
              <a:buSzPts val="3200"/>
              <a:buNone/>
              <a:defRPr/>
            </a:lvl9pPr>
          </a:lstStyle>
          <a:p/>
        </p:txBody>
      </p:sp>
      <p:sp>
        <p:nvSpPr>
          <p:cNvPr id="205" name="Google Shape;205;p5"/>
          <p:cNvSpPr txBox="1"/>
          <p:nvPr>
            <p:ph idx="1" type="subTitle"/>
          </p:nvPr>
        </p:nvSpPr>
        <p:spPr>
          <a:xfrm>
            <a:off x="5055188" y="3185018"/>
            <a:ext cx="2505600" cy="11193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b="0" sz="14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206" name="Google Shape;206;p5"/>
          <p:cNvSpPr txBox="1"/>
          <p:nvPr>
            <p:ph idx="2" type="subTitle"/>
          </p:nvPr>
        </p:nvSpPr>
        <p:spPr>
          <a:xfrm>
            <a:off x="1583213" y="3184997"/>
            <a:ext cx="2505600" cy="1115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b="0" sz="14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207" name="Google Shape;207;p5"/>
          <p:cNvSpPr txBox="1"/>
          <p:nvPr>
            <p:ph idx="3" type="subTitle"/>
          </p:nvPr>
        </p:nvSpPr>
        <p:spPr>
          <a:xfrm>
            <a:off x="5055188" y="2727841"/>
            <a:ext cx="2505600" cy="4572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Bebas Neue"/>
              <a:buNone/>
              <a:defRPr sz="2100">
                <a:solidFill>
                  <a:schemeClr val="dk1"/>
                </a:solidFill>
                <a:latin typeface="Montserrat Black"/>
                <a:ea typeface="Montserrat Black"/>
                <a:cs typeface="Montserrat Black"/>
                <a:sym typeface="Montserrat Black"/>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208" name="Google Shape;208;p5"/>
          <p:cNvSpPr txBox="1"/>
          <p:nvPr>
            <p:ph idx="4" type="subTitle"/>
          </p:nvPr>
        </p:nvSpPr>
        <p:spPr>
          <a:xfrm>
            <a:off x="1583213" y="2727841"/>
            <a:ext cx="2505600" cy="4572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Bebas Neue"/>
              <a:buNone/>
              <a:defRPr sz="2100">
                <a:solidFill>
                  <a:schemeClr val="dk1"/>
                </a:solidFill>
                <a:latin typeface="Montserrat Black"/>
                <a:ea typeface="Montserrat Black"/>
                <a:cs typeface="Montserrat Black"/>
                <a:sym typeface="Montserrat Black"/>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grpSp>
        <p:nvGrpSpPr>
          <p:cNvPr id="209" name="Google Shape;209;p5"/>
          <p:cNvGrpSpPr/>
          <p:nvPr/>
        </p:nvGrpSpPr>
        <p:grpSpPr>
          <a:xfrm>
            <a:off x="7421542" y="-507956"/>
            <a:ext cx="2532725" cy="1881750"/>
            <a:chOff x="7221517" y="-507956"/>
            <a:chExt cx="2532725" cy="1881750"/>
          </a:xfrm>
        </p:grpSpPr>
        <p:sp>
          <p:nvSpPr>
            <p:cNvPr id="210" name="Google Shape;210;p5"/>
            <p:cNvSpPr/>
            <p:nvPr/>
          </p:nvSpPr>
          <p:spPr>
            <a:xfrm flipH="1" rot="-157512">
              <a:off x="8467712" y="47987"/>
              <a:ext cx="57072" cy="57047"/>
            </a:xfrm>
            <a:custGeom>
              <a:rect b="b" l="l" r="r" t="t"/>
              <a:pathLst>
                <a:path extrusionOk="0" h="2282" w="2283">
                  <a:moveTo>
                    <a:pt x="1141" y="1"/>
                  </a:moveTo>
                  <a:cubicBezTo>
                    <a:pt x="511" y="1"/>
                    <a:pt x="0" y="512"/>
                    <a:pt x="0" y="1142"/>
                  </a:cubicBezTo>
                  <a:cubicBezTo>
                    <a:pt x="0" y="1771"/>
                    <a:pt x="511" y="2282"/>
                    <a:pt x="1141" y="2282"/>
                  </a:cubicBezTo>
                  <a:cubicBezTo>
                    <a:pt x="1771" y="2282"/>
                    <a:pt x="2282" y="1771"/>
                    <a:pt x="2282" y="1142"/>
                  </a:cubicBezTo>
                  <a:cubicBezTo>
                    <a:pt x="2282" y="512"/>
                    <a:pt x="1771" y="1"/>
                    <a:pt x="114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 name="Google Shape;211;p5"/>
            <p:cNvSpPr/>
            <p:nvPr/>
          </p:nvSpPr>
          <p:spPr>
            <a:xfrm flipH="1" rot="-157512">
              <a:off x="8489459" y="-461709"/>
              <a:ext cx="650192" cy="721064"/>
            </a:xfrm>
            <a:custGeom>
              <a:rect b="b" l="l" r="r" t="t"/>
              <a:pathLst>
                <a:path extrusionOk="0" fill="none" h="28844" w="26009">
                  <a:moveTo>
                    <a:pt x="26008" y="20743"/>
                  </a:moveTo>
                  <a:lnTo>
                    <a:pt x="24980" y="6321"/>
                  </a:lnTo>
                  <a:lnTo>
                    <a:pt x="11976" y="0"/>
                  </a:lnTo>
                  <a:lnTo>
                    <a:pt x="0" y="8101"/>
                  </a:lnTo>
                  <a:lnTo>
                    <a:pt x="1028" y="22524"/>
                  </a:lnTo>
                  <a:lnTo>
                    <a:pt x="14033" y="28844"/>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 name="Google Shape;212;p5"/>
            <p:cNvSpPr/>
            <p:nvPr/>
          </p:nvSpPr>
          <p:spPr>
            <a:xfrm flipH="1" rot="-157512">
              <a:off x="7863600" y="-477589"/>
              <a:ext cx="650167" cy="721114"/>
            </a:xfrm>
            <a:custGeom>
              <a:rect b="b" l="l" r="r" t="t"/>
              <a:pathLst>
                <a:path extrusionOk="0" fill="none" h="28846" w="26008">
                  <a:moveTo>
                    <a:pt x="26008" y="20743"/>
                  </a:moveTo>
                  <a:lnTo>
                    <a:pt x="24980" y="6321"/>
                  </a:lnTo>
                  <a:lnTo>
                    <a:pt x="11975" y="1"/>
                  </a:lnTo>
                  <a:lnTo>
                    <a:pt x="0" y="8103"/>
                  </a:lnTo>
                  <a:lnTo>
                    <a:pt x="1028" y="22525"/>
                  </a:lnTo>
                  <a:lnTo>
                    <a:pt x="14032"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 name="Google Shape;213;p5"/>
            <p:cNvSpPr/>
            <p:nvPr/>
          </p:nvSpPr>
          <p:spPr>
            <a:xfrm flipH="1" rot="-157512">
              <a:off x="7237690" y="-493444"/>
              <a:ext cx="650217" cy="721114"/>
            </a:xfrm>
            <a:custGeom>
              <a:rect b="b" l="l" r="r" t="t"/>
              <a:pathLst>
                <a:path extrusionOk="0" fill="none" h="28846" w="26010">
                  <a:moveTo>
                    <a:pt x="26010" y="20743"/>
                  </a:moveTo>
                  <a:lnTo>
                    <a:pt x="24981" y="6321"/>
                  </a:lnTo>
                  <a:lnTo>
                    <a:pt x="11976" y="0"/>
                  </a:lnTo>
                  <a:lnTo>
                    <a:pt x="1" y="8102"/>
                  </a:lnTo>
                  <a:lnTo>
                    <a:pt x="1029" y="22524"/>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 name="Google Shape;214;p5"/>
            <p:cNvSpPr/>
            <p:nvPr/>
          </p:nvSpPr>
          <p:spPr>
            <a:xfrm flipH="1" rot="-157512">
              <a:off x="8788681" y="88254"/>
              <a:ext cx="650192" cy="721064"/>
            </a:xfrm>
            <a:custGeom>
              <a:rect b="b" l="l" r="r" t="t"/>
              <a:pathLst>
                <a:path extrusionOk="0" fill="none" h="28844" w="26009">
                  <a:moveTo>
                    <a:pt x="26009" y="20743"/>
                  </a:moveTo>
                  <a:lnTo>
                    <a:pt x="24981" y="6320"/>
                  </a:lnTo>
                  <a:lnTo>
                    <a:pt x="11976" y="0"/>
                  </a:lnTo>
                  <a:lnTo>
                    <a:pt x="1" y="8101"/>
                  </a:lnTo>
                  <a:lnTo>
                    <a:pt x="1029" y="22523"/>
                  </a:lnTo>
                  <a:lnTo>
                    <a:pt x="14033" y="28844"/>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 name="Google Shape;215;p5"/>
            <p:cNvSpPr/>
            <p:nvPr/>
          </p:nvSpPr>
          <p:spPr>
            <a:xfrm flipH="1" rot="-157512">
              <a:off x="8162796" y="72374"/>
              <a:ext cx="650192" cy="721114"/>
            </a:xfrm>
            <a:custGeom>
              <a:rect b="b" l="l" r="r" t="t"/>
              <a:pathLst>
                <a:path extrusionOk="0" fill="none" h="28846" w="26009">
                  <a:moveTo>
                    <a:pt x="26008" y="20743"/>
                  </a:moveTo>
                  <a:lnTo>
                    <a:pt x="24980" y="6321"/>
                  </a:lnTo>
                  <a:lnTo>
                    <a:pt x="11976" y="1"/>
                  </a:lnTo>
                  <a:lnTo>
                    <a:pt x="1" y="8102"/>
                  </a:lnTo>
                  <a:lnTo>
                    <a:pt x="1029" y="22525"/>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 name="Google Shape;216;p5"/>
            <p:cNvSpPr/>
            <p:nvPr/>
          </p:nvSpPr>
          <p:spPr>
            <a:xfrm flipH="1" rot="-157512">
              <a:off x="9087877" y="638193"/>
              <a:ext cx="650192" cy="721089"/>
            </a:xfrm>
            <a:custGeom>
              <a:rect b="b" l="l" r="r" t="t"/>
              <a:pathLst>
                <a:path extrusionOk="0" fill="none" h="28845" w="26009">
                  <a:moveTo>
                    <a:pt x="26008" y="20744"/>
                  </a:moveTo>
                  <a:lnTo>
                    <a:pt x="24980" y="6321"/>
                  </a:lnTo>
                  <a:lnTo>
                    <a:pt x="11976" y="0"/>
                  </a:lnTo>
                  <a:lnTo>
                    <a:pt x="0" y="8102"/>
                  </a:lnTo>
                  <a:lnTo>
                    <a:pt x="1028" y="22524"/>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 name="Google Shape;217;p5"/>
            <p:cNvSpPr/>
            <p:nvPr/>
          </p:nvSpPr>
          <p:spPr>
            <a:xfrm flipH="1" rot="-157512">
              <a:off x="7525463" y="193693"/>
              <a:ext cx="57047" cy="57047"/>
            </a:xfrm>
            <a:custGeom>
              <a:rect b="b" l="l" r="r" t="t"/>
              <a:pathLst>
                <a:path extrusionOk="0" h="2282" w="2282">
                  <a:moveTo>
                    <a:pt x="1140" y="0"/>
                  </a:moveTo>
                  <a:cubicBezTo>
                    <a:pt x="511" y="0"/>
                    <a:pt x="0" y="511"/>
                    <a:pt x="0" y="1141"/>
                  </a:cubicBezTo>
                  <a:cubicBezTo>
                    <a:pt x="0" y="1771"/>
                    <a:pt x="510" y="2281"/>
                    <a:pt x="1140" y="2281"/>
                  </a:cubicBezTo>
                  <a:cubicBezTo>
                    <a:pt x="1771" y="2281"/>
                    <a:pt x="2281" y="1771"/>
                    <a:pt x="2281" y="1141"/>
                  </a:cubicBezTo>
                  <a:cubicBezTo>
                    <a:pt x="2281" y="511"/>
                    <a:pt x="1771" y="0"/>
                    <a:pt x="114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 name="Google Shape;218;p5"/>
            <p:cNvSpPr/>
            <p:nvPr/>
          </p:nvSpPr>
          <p:spPr>
            <a:xfrm flipH="1" rot="-157512">
              <a:off x="9076066" y="781639"/>
              <a:ext cx="57072" cy="57047"/>
            </a:xfrm>
            <a:custGeom>
              <a:rect b="b" l="l" r="r" t="t"/>
              <a:pathLst>
                <a:path extrusionOk="0" h="2282" w="2283">
                  <a:moveTo>
                    <a:pt x="1141" y="1"/>
                  </a:moveTo>
                  <a:cubicBezTo>
                    <a:pt x="511" y="1"/>
                    <a:pt x="0" y="511"/>
                    <a:pt x="0" y="1141"/>
                  </a:cubicBezTo>
                  <a:cubicBezTo>
                    <a:pt x="0" y="1771"/>
                    <a:pt x="511" y="2282"/>
                    <a:pt x="1141" y="2282"/>
                  </a:cubicBezTo>
                  <a:cubicBezTo>
                    <a:pt x="1771" y="2282"/>
                    <a:pt x="2282" y="1771"/>
                    <a:pt x="2282" y="1141"/>
                  </a:cubicBezTo>
                  <a:cubicBezTo>
                    <a:pt x="2282" y="511"/>
                    <a:pt x="1771" y="1"/>
                    <a:pt x="114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 name="Google Shape;219;p5"/>
            <p:cNvSpPr/>
            <p:nvPr/>
          </p:nvSpPr>
          <p:spPr>
            <a:xfrm flipH="1" rot="-157512">
              <a:off x="9692804" y="1158867"/>
              <a:ext cx="57072" cy="57047"/>
            </a:xfrm>
            <a:custGeom>
              <a:rect b="b" l="l" r="r" t="t"/>
              <a:pathLst>
                <a:path extrusionOk="0" h="2282" w="2283">
                  <a:moveTo>
                    <a:pt x="1141" y="0"/>
                  </a:moveTo>
                  <a:cubicBezTo>
                    <a:pt x="511" y="0"/>
                    <a:pt x="0" y="510"/>
                    <a:pt x="0" y="1140"/>
                  </a:cubicBezTo>
                  <a:cubicBezTo>
                    <a:pt x="0" y="1770"/>
                    <a:pt x="511" y="2281"/>
                    <a:pt x="1141" y="2281"/>
                  </a:cubicBezTo>
                  <a:cubicBezTo>
                    <a:pt x="1771" y="2281"/>
                    <a:pt x="2282" y="1770"/>
                    <a:pt x="2282" y="1140"/>
                  </a:cubicBezTo>
                  <a:cubicBezTo>
                    <a:pt x="2282" y="510"/>
                    <a:pt x="1771" y="0"/>
                    <a:pt x="114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20" name="Google Shape;220;p5"/>
          <p:cNvGrpSpPr/>
          <p:nvPr/>
        </p:nvGrpSpPr>
        <p:grpSpPr>
          <a:xfrm>
            <a:off x="-884258" y="4092619"/>
            <a:ext cx="2532725" cy="1881750"/>
            <a:chOff x="7221517" y="-507956"/>
            <a:chExt cx="2532725" cy="1881750"/>
          </a:xfrm>
        </p:grpSpPr>
        <p:sp>
          <p:nvSpPr>
            <p:cNvPr id="221" name="Google Shape;221;p5"/>
            <p:cNvSpPr/>
            <p:nvPr/>
          </p:nvSpPr>
          <p:spPr>
            <a:xfrm flipH="1" rot="-157512">
              <a:off x="8467712" y="47987"/>
              <a:ext cx="57072" cy="57047"/>
            </a:xfrm>
            <a:custGeom>
              <a:rect b="b" l="l" r="r" t="t"/>
              <a:pathLst>
                <a:path extrusionOk="0" h="2282" w="2283">
                  <a:moveTo>
                    <a:pt x="1141" y="1"/>
                  </a:moveTo>
                  <a:cubicBezTo>
                    <a:pt x="511" y="1"/>
                    <a:pt x="0" y="512"/>
                    <a:pt x="0" y="1142"/>
                  </a:cubicBezTo>
                  <a:cubicBezTo>
                    <a:pt x="0" y="1771"/>
                    <a:pt x="511" y="2282"/>
                    <a:pt x="1141" y="2282"/>
                  </a:cubicBezTo>
                  <a:cubicBezTo>
                    <a:pt x="1771" y="2282"/>
                    <a:pt x="2282" y="1771"/>
                    <a:pt x="2282" y="1142"/>
                  </a:cubicBezTo>
                  <a:cubicBezTo>
                    <a:pt x="2282" y="512"/>
                    <a:pt x="1771" y="1"/>
                    <a:pt x="114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 name="Google Shape;222;p5"/>
            <p:cNvSpPr/>
            <p:nvPr/>
          </p:nvSpPr>
          <p:spPr>
            <a:xfrm flipH="1" rot="-157512">
              <a:off x="8489459" y="-461709"/>
              <a:ext cx="650192" cy="721064"/>
            </a:xfrm>
            <a:custGeom>
              <a:rect b="b" l="l" r="r" t="t"/>
              <a:pathLst>
                <a:path extrusionOk="0" fill="none" h="28844" w="26009">
                  <a:moveTo>
                    <a:pt x="26008" y="20743"/>
                  </a:moveTo>
                  <a:lnTo>
                    <a:pt x="24980" y="6321"/>
                  </a:lnTo>
                  <a:lnTo>
                    <a:pt x="11976" y="0"/>
                  </a:lnTo>
                  <a:lnTo>
                    <a:pt x="0" y="8101"/>
                  </a:lnTo>
                  <a:lnTo>
                    <a:pt x="1028" y="22524"/>
                  </a:lnTo>
                  <a:lnTo>
                    <a:pt x="14033" y="28844"/>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 name="Google Shape;223;p5"/>
            <p:cNvSpPr/>
            <p:nvPr/>
          </p:nvSpPr>
          <p:spPr>
            <a:xfrm flipH="1" rot="-157512">
              <a:off x="7863600" y="-477589"/>
              <a:ext cx="650167" cy="721114"/>
            </a:xfrm>
            <a:custGeom>
              <a:rect b="b" l="l" r="r" t="t"/>
              <a:pathLst>
                <a:path extrusionOk="0" fill="none" h="28846" w="26008">
                  <a:moveTo>
                    <a:pt x="26008" y="20743"/>
                  </a:moveTo>
                  <a:lnTo>
                    <a:pt x="24980" y="6321"/>
                  </a:lnTo>
                  <a:lnTo>
                    <a:pt x="11975" y="1"/>
                  </a:lnTo>
                  <a:lnTo>
                    <a:pt x="0" y="8103"/>
                  </a:lnTo>
                  <a:lnTo>
                    <a:pt x="1028" y="22525"/>
                  </a:lnTo>
                  <a:lnTo>
                    <a:pt x="14032"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 name="Google Shape;224;p5"/>
            <p:cNvSpPr/>
            <p:nvPr/>
          </p:nvSpPr>
          <p:spPr>
            <a:xfrm flipH="1" rot="-157512">
              <a:off x="7237690" y="-493444"/>
              <a:ext cx="650217" cy="721114"/>
            </a:xfrm>
            <a:custGeom>
              <a:rect b="b" l="l" r="r" t="t"/>
              <a:pathLst>
                <a:path extrusionOk="0" fill="none" h="28846" w="26010">
                  <a:moveTo>
                    <a:pt x="26010" y="20743"/>
                  </a:moveTo>
                  <a:lnTo>
                    <a:pt x="24981" y="6321"/>
                  </a:lnTo>
                  <a:lnTo>
                    <a:pt x="11976" y="0"/>
                  </a:lnTo>
                  <a:lnTo>
                    <a:pt x="1" y="8102"/>
                  </a:lnTo>
                  <a:lnTo>
                    <a:pt x="1029" y="22524"/>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 name="Google Shape;225;p5"/>
            <p:cNvSpPr/>
            <p:nvPr/>
          </p:nvSpPr>
          <p:spPr>
            <a:xfrm flipH="1" rot="-157512">
              <a:off x="8788681" y="88254"/>
              <a:ext cx="650192" cy="721064"/>
            </a:xfrm>
            <a:custGeom>
              <a:rect b="b" l="l" r="r" t="t"/>
              <a:pathLst>
                <a:path extrusionOk="0" fill="none" h="28844" w="26009">
                  <a:moveTo>
                    <a:pt x="26009" y="20743"/>
                  </a:moveTo>
                  <a:lnTo>
                    <a:pt x="24981" y="6320"/>
                  </a:lnTo>
                  <a:lnTo>
                    <a:pt x="11976" y="0"/>
                  </a:lnTo>
                  <a:lnTo>
                    <a:pt x="1" y="8101"/>
                  </a:lnTo>
                  <a:lnTo>
                    <a:pt x="1029" y="22523"/>
                  </a:lnTo>
                  <a:lnTo>
                    <a:pt x="14033" y="28844"/>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 name="Google Shape;226;p5"/>
            <p:cNvSpPr/>
            <p:nvPr/>
          </p:nvSpPr>
          <p:spPr>
            <a:xfrm flipH="1" rot="-157512">
              <a:off x="8162796" y="72374"/>
              <a:ext cx="650192" cy="721114"/>
            </a:xfrm>
            <a:custGeom>
              <a:rect b="b" l="l" r="r" t="t"/>
              <a:pathLst>
                <a:path extrusionOk="0" fill="none" h="28846" w="26009">
                  <a:moveTo>
                    <a:pt x="26008" y="20743"/>
                  </a:moveTo>
                  <a:lnTo>
                    <a:pt x="24980" y="6321"/>
                  </a:lnTo>
                  <a:lnTo>
                    <a:pt x="11976" y="1"/>
                  </a:lnTo>
                  <a:lnTo>
                    <a:pt x="1" y="8102"/>
                  </a:lnTo>
                  <a:lnTo>
                    <a:pt x="1029" y="22525"/>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 name="Google Shape;227;p5"/>
            <p:cNvSpPr/>
            <p:nvPr/>
          </p:nvSpPr>
          <p:spPr>
            <a:xfrm flipH="1" rot="-157512">
              <a:off x="9087877" y="638193"/>
              <a:ext cx="650192" cy="721089"/>
            </a:xfrm>
            <a:custGeom>
              <a:rect b="b" l="l" r="r" t="t"/>
              <a:pathLst>
                <a:path extrusionOk="0" fill="none" h="28845" w="26009">
                  <a:moveTo>
                    <a:pt x="26008" y="20744"/>
                  </a:moveTo>
                  <a:lnTo>
                    <a:pt x="24980" y="6321"/>
                  </a:lnTo>
                  <a:lnTo>
                    <a:pt x="11976" y="0"/>
                  </a:lnTo>
                  <a:lnTo>
                    <a:pt x="0" y="8102"/>
                  </a:lnTo>
                  <a:lnTo>
                    <a:pt x="1028" y="22524"/>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 name="Google Shape;228;p5"/>
            <p:cNvSpPr/>
            <p:nvPr/>
          </p:nvSpPr>
          <p:spPr>
            <a:xfrm flipH="1" rot="-157512">
              <a:off x="7525463" y="193693"/>
              <a:ext cx="57047" cy="57047"/>
            </a:xfrm>
            <a:custGeom>
              <a:rect b="b" l="l" r="r" t="t"/>
              <a:pathLst>
                <a:path extrusionOk="0" h="2282" w="2282">
                  <a:moveTo>
                    <a:pt x="1140" y="0"/>
                  </a:moveTo>
                  <a:cubicBezTo>
                    <a:pt x="511" y="0"/>
                    <a:pt x="0" y="511"/>
                    <a:pt x="0" y="1141"/>
                  </a:cubicBezTo>
                  <a:cubicBezTo>
                    <a:pt x="0" y="1771"/>
                    <a:pt x="510" y="2281"/>
                    <a:pt x="1140" y="2281"/>
                  </a:cubicBezTo>
                  <a:cubicBezTo>
                    <a:pt x="1771" y="2281"/>
                    <a:pt x="2281" y="1771"/>
                    <a:pt x="2281" y="1141"/>
                  </a:cubicBezTo>
                  <a:cubicBezTo>
                    <a:pt x="2281" y="511"/>
                    <a:pt x="1771" y="0"/>
                    <a:pt x="114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 name="Google Shape;229;p5"/>
            <p:cNvSpPr/>
            <p:nvPr/>
          </p:nvSpPr>
          <p:spPr>
            <a:xfrm flipH="1" rot="-157512">
              <a:off x="9076066" y="781639"/>
              <a:ext cx="57072" cy="57047"/>
            </a:xfrm>
            <a:custGeom>
              <a:rect b="b" l="l" r="r" t="t"/>
              <a:pathLst>
                <a:path extrusionOk="0" h="2282" w="2283">
                  <a:moveTo>
                    <a:pt x="1141" y="1"/>
                  </a:moveTo>
                  <a:cubicBezTo>
                    <a:pt x="511" y="1"/>
                    <a:pt x="0" y="511"/>
                    <a:pt x="0" y="1141"/>
                  </a:cubicBezTo>
                  <a:cubicBezTo>
                    <a:pt x="0" y="1771"/>
                    <a:pt x="511" y="2282"/>
                    <a:pt x="1141" y="2282"/>
                  </a:cubicBezTo>
                  <a:cubicBezTo>
                    <a:pt x="1771" y="2282"/>
                    <a:pt x="2282" y="1771"/>
                    <a:pt x="2282" y="1141"/>
                  </a:cubicBezTo>
                  <a:cubicBezTo>
                    <a:pt x="2282" y="511"/>
                    <a:pt x="1771" y="1"/>
                    <a:pt x="114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 name="Google Shape;230;p5"/>
            <p:cNvSpPr/>
            <p:nvPr/>
          </p:nvSpPr>
          <p:spPr>
            <a:xfrm flipH="1" rot="-157512">
              <a:off x="9692804" y="1158867"/>
              <a:ext cx="57072" cy="57047"/>
            </a:xfrm>
            <a:custGeom>
              <a:rect b="b" l="l" r="r" t="t"/>
              <a:pathLst>
                <a:path extrusionOk="0" h="2282" w="2283">
                  <a:moveTo>
                    <a:pt x="1141" y="0"/>
                  </a:moveTo>
                  <a:cubicBezTo>
                    <a:pt x="511" y="0"/>
                    <a:pt x="0" y="510"/>
                    <a:pt x="0" y="1140"/>
                  </a:cubicBezTo>
                  <a:cubicBezTo>
                    <a:pt x="0" y="1770"/>
                    <a:pt x="511" y="2281"/>
                    <a:pt x="1141" y="2281"/>
                  </a:cubicBezTo>
                  <a:cubicBezTo>
                    <a:pt x="1771" y="2281"/>
                    <a:pt x="2282" y="1770"/>
                    <a:pt x="2282" y="1140"/>
                  </a:cubicBezTo>
                  <a:cubicBezTo>
                    <a:pt x="2282" y="510"/>
                    <a:pt x="1771" y="0"/>
                    <a:pt x="114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31" name="Shape 231"/>
        <p:cNvGrpSpPr/>
        <p:nvPr/>
      </p:nvGrpSpPr>
      <p:grpSpPr>
        <a:xfrm>
          <a:off x="0" y="0"/>
          <a:ext cx="0" cy="0"/>
          <a:chOff x="0" y="0"/>
          <a:chExt cx="0" cy="0"/>
        </a:xfrm>
      </p:grpSpPr>
      <p:sp>
        <p:nvSpPr>
          <p:cNvPr id="232" name="Google Shape;232;p6"/>
          <p:cNvSpPr txBox="1"/>
          <p:nvPr>
            <p:ph type="title"/>
          </p:nvPr>
        </p:nvSpPr>
        <p:spPr>
          <a:xfrm>
            <a:off x="720000" y="539500"/>
            <a:ext cx="77040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200"/>
              <a:buNone/>
              <a:defRPr/>
            </a:lvl1pPr>
            <a:lvl2pPr lvl="1" rtl="0">
              <a:spcBef>
                <a:spcPts val="0"/>
              </a:spcBef>
              <a:spcAft>
                <a:spcPts val="0"/>
              </a:spcAft>
              <a:buSzPts val="3200"/>
              <a:buNone/>
              <a:defRPr/>
            </a:lvl2pPr>
            <a:lvl3pPr lvl="2" rtl="0">
              <a:spcBef>
                <a:spcPts val="0"/>
              </a:spcBef>
              <a:spcAft>
                <a:spcPts val="0"/>
              </a:spcAft>
              <a:buSzPts val="3200"/>
              <a:buNone/>
              <a:defRPr/>
            </a:lvl3pPr>
            <a:lvl4pPr lvl="3" rtl="0">
              <a:spcBef>
                <a:spcPts val="0"/>
              </a:spcBef>
              <a:spcAft>
                <a:spcPts val="0"/>
              </a:spcAft>
              <a:buSzPts val="3200"/>
              <a:buNone/>
              <a:defRPr/>
            </a:lvl4pPr>
            <a:lvl5pPr lvl="4" rtl="0">
              <a:spcBef>
                <a:spcPts val="0"/>
              </a:spcBef>
              <a:spcAft>
                <a:spcPts val="0"/>
              </a:spcAft>
              <a:buSzPts val="3200"/>
              <a:buNone/>
              <a:defRPr/>
            </a:lvl5pPr>
            <a:lvl6pPr lvl="5" rtl="0">
              <a:spcBef>
                <a:spcPts val="0"/>
              </a:spcBef>
              <a:spcAft>
                <a:spcPts val="0"/>
              </a:spcAft>
              <a:buSzPts val="3200"/>
              <a:buNone/>
              <a:defRPr/>
            </a:lvl6pPr>
            <a:lvl7pPr lvl="6" rtl="0">
              <a:spcBef>
                <a:spcPts val="0"/>
              </a:spcBef>
              <a:spcAft>
                <a:spcPts val="0"/>
              </a:spcAft>
              <a:buSzPts val="3200"/>
              <a:buNone/>
              <a:defRPr/>
            </a:lvl7pPr>
            <a:lvl8pPr lvl="7" rtl="0">
              <a:spcBef>
                <a:spcPts val="0"/>
              </a:spcBef>
              <a:spcAft>
                <a:spcPts val="0"/>
              </a:spcAft>
              <a:buSzPts val="3200"/>
              <a:buNone/>
              <a:defRPr/>
            </a:lvl8pPr>
            <a:lvl9pPr lvl="8" rtl="0">
              <a:spcBef>
                <a:spcPts val="0"/>
              </a:spcBef>
              <a:spcAft>
                <a:spcPts val="0"/>
              </a:spcAft>
              <a:buSzPts val="3200"/>
              <a:buNone/>
              <a:defRPr/>
            </a:lvl9pPr>
          </a:lstStyle>
          <a:p/>
        </p:txBody>
      </p:sp>
      <p:grpSp>
        <p:nvGrpSpPr>
          <p:cNvPr id="233" name="Google Shape;233;p6"/>
          <p:cNvGrpSpPr/>
          <p:nvPr/>
        </p:nvGrpSpPr>
        <p:grpSpPr>
          <a:xfrm>
            <a:off x="8353997" y="-383894"/>
            <a:ext cx="1346103" cy="1863890"/>
            <a:chOff x="8353997" y="-383894"/>
            <a:chExt cx="1346103" cy="1863890"/>
          </a:xfrm>
        </p:grpSpPr>
        <p:sp>
          <p:nvSpPr>
            <p:cNvPr id="234" name="Google Shape;234;p6"/>
            <p:cNvSpPr/>
            <p:nvPr/>
          </p:nvSpPr>
          <p:spPr>
            <a:xfrm flipH="1" rot="10515604">
              <a:off x="8395233" y="733291"/>
              <a:ext cx="650155" cy="721075"/>
            </a:xfrm>
            <a:custGeom>
              <a:rect b="b" l="l" r="r" t="t"/>
              <a:pathLst>
                <a:path extrusionOk="0" fill="none" h="28845" w="26008">
                  <a:moveTo>
                    <a:pt x="26008" y="20744"/>
                  </a:moveTo>
                  <a:lnTo>
                    <a:pt x="24980" y="6321"/>
                  </a:lnTo>
                  <a:lnTo>
                    <a:pt x="11976" y="1"/>
                  </a:lnTo>
                  <a:lnTo>
                    <a:pt x="0" y="8102"/>
                  </a:lnTo>
                  <a:lnTo>
                    <a:pt x="1028" y="22524"/>
                  </a:lnTo>
                  <a:lnTo>
                    <a:pt x="14032"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 name="Google Shape;235;p6"/>
            <p:cNvSpPr/>
            <p:nvPr/>
          </p:nvSpPr>
          <p:spPr>
            <a:xfrm flipH="1" rot="10515604">
              <a:off x="9021238" y="726016"/>
              <a:ext cx="650180" cy="721100"/>
            </a:xfrm>
            <a:custGeom>
              <a:rect b="b" l="l" r="r" t="t"/>
              <a:pathLst>
                <a:path extrusionOk="0" fill="none" h="28846" w="26009">
                  <a:moveTo>
                    <a:pt x="26009" y="20743"/>
                  </a:moveTo>
                  <a:lnTo>
                    <a:pt x="24981" y="6321"/>
                  </a:lnTo>
                  <a:lnTo>
                    <a:pt x="11976" y="1"/>
                  </a:lnTo>
                  <a:lnTo>
                    <a:pt x="1" y="8102"/>
                  </a:lnTo>
                  <a:lnTo>
                    <a:pt x="1029" y="22525"/>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 name="Google Shape;236;p6"/>
            <p:cNvSpPr/>
            <p:nvPr/>
          </p:nvSpPr>
          <p:spPr>
            <a:xfrm flipH="1" rot="10515604">
              <a:off x="8701958" y="187502"/>
              <a:ext cx="650180" cy="721075"/>
            </a:xfrm>
            <a:custGeom>
              <a:rect b="b" l="l" r="r" t="t"/>
              <a:pathLst>
                <a:path extrusionOk="0" fill="none" h="28845" w="26009">
                  <a:moveTo>
                    <a:pt x="26008" y="20743"/>
                  </a:moveTo>
                  <a:lnTo>
                    <a:pt x="24980" y="6321"/>
                  </a:lnTo>
                  <a:lnTo>
                    <a:pt x="11976" y="1"/>
                  </a:lnTo>
                  <a:lnTo>
                    <a:pt x="0" y="8102"/>
                  </a:lnTo>
                  <a:lnTo>
                    <a:pt x="1028" y="22525"/>
                  </a:lnTo>
                  <a:lnTo>
                    <a:pt x="14033" y="28844"/>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 name="Google Shape;237;p6"/>
            <p:cNvSpPr/>
            <p:nvPr/>
          </p:nvSpPr>
          <p:spPr>
            <a:xfrm flipH="1" rot="10515604">
              <a:off x="8382677" y="-351036"/>
              <a:ext cx="650155" cy="721075"/>
            </a:xfrm>
            <a:custGeom>
              <a:rect b="b" l="l" r="r" t="t"/>
              <a:pathLst>
                <a:path extrusionOk="0" fill="none" h="28845" w="26008">
                  <a:moveTo>
                    <a:pt x="26008" y="20743"/>
                  </a:moveTo>
                  <a:lnTo>
                    <a:pt x="24980" y="6320"/>
                  </a:lnTo>
                  <a:lnTo>
                    <a:pt x="11975" y="1"/>
                  </a:lnTo>
                  <a:lnTo>
                    <a:pt x="0" y="8102"/>
                  </a:lnTo>
                  <a:lnTo>
                    <a:pt x="1028" y="22524"/>
                  </a:lnTo>
                  <a:lnTo>
                    <a:pt x="14032" y="28844"/>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 name="Google Shape;238;p6"/>
            <p:cNvSpPr/>
            <p:nvPr/>
          </p:nvSpPr>
          <p:spPr>
            <a:xfrm flipH="1" rot="10515604">
              <a:off x="9008685" y="-358263"/>
              <a:ext cx="650205" cy="721050"/>
            </a:xfrm>
            <a:custGeom>
              <a:rect b="b" l="l" r="r" t="t"/>
              <a:pathLst>
                <a:path extrusionOk="0" fill="none" h="28844" w="26010">
                  <a:moveTo>
                    <a:pt x="26009" y="20743"/>
                  </a:moveTo>
                  <a:lnTo>
                    <a:pt x="24980" y="6321"/>
                  </a:lnTo>
                  <a:lnTo>
                    <a:pt x="11976" y="0"/>
                  </a:lnTo>
                  <a:lnTo>
                    <a:pt x="1" y="8101"/>
                  </a:lnTo>
                  <a:lnTo>
                    <a:pt x="1029" y="22524"/>
                  </a:lnTo>
                  <a:lnTo>
                    <a:pt x="14033" y="28844"/>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 name="Google Shape;239;p6"/>
            <p:cNvSpPr/>
            <p:nvPr/>
          </p:nvSpPr>
          <p:spPr>
            <a:xfrm flipH="1" rot="10515604">
              <a:off x="8988035" y="-202012"/>
              <a:ext cx="57071" cy="57046"/>
            </a:xfrm>
            <a:custGeom>
              <a:rect b="b" l="l" r="r" t="t"/>
              <a:pathLst>
                <a:path extrusionOk="0" h="2282" w="2283">
                  <a:moveTo>
                    <a:pt x="1141" y="1"/>
                  </a:moveTo>
                  <a:cubicBezTo>
                    <a:pt x="511" y="1"/>
                    <a:pt x="0" y="511"/>
                    <a:pt x="0" y="1141"/>
                  </a:cubicBezTo>
                  <a:cubicBezTo>
                    <a:pt x="0" y="1771"/>
                    <a:pt x="511" y="2282"/>
                    <a:pt x="1141" y="2282"/>
                  </a:cubicBezTo>
                  <a:cubicBezTo>
                    <a:pt x="1771" y="2282"/>
                    <a:pt x="2282" y="1771"/>
                    <a:pt x="2282" y="1141"/>
                  </a:cubicBezTo>
                  <a:cubicBezTo>
                    <a:pt x="2282" y="511"/>
                    <a:pt x="1771" y="1"/>
                    <a:pt x="114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 name="Google Shape;240;p6"/>
            <p:cNvSpPr/>
            <p:nvPr/>
          </p:nvSpPr>
          <p:spPr>
            <a:xfrm flipH="1" rot="10515604">
              <a:off x="9613745" y="157612"/>
              <a:ext cx="57046" cy="57071"/>
            </a:xfrm>
            <a:custGeom>
              <a:rect b="b" l="l" r="r" t="t"/>
              <a:pathLst>
                <a:path extrusionOk="0" h="2283" w="2282">
                  <a:moveTo>
                    <a:pt x="1142" y="0"/>
                  </a:moveTo>
                  <a:cubicBezTo>
                    <a:pt x="512" y="0"/>
                    <a:pt x="1" y="511"/>
                    <a:pt x="1" y="1141"/>
                  </a:cubicBezTo>
                  <a:cubicBezTo>
                    <a:pt x="1" y="1771"/>
                    <a:pt x="512" y="2282"/>
                    <a:pt x="1142" y="2282"/>
                  </a:cubicBezTo>
                  <a:cubicBezTo>
                    <a:pt x="1771" y="2282"/>
                    <a:pt x="2282" y="1771"/>
                    <a:pt x="2282" y="1141"/>
                  </a:cubicBezTo>
                  <a:cubicBezTo>
                    <a:pt x="2282" y="511"/>
                    <a:pt x="1771" y="0"/>
                    <a:pt x="114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 name="Google Shape;241;p6"/>
            <p:cNvSpPr/>
            <p:nvPr/>
          </p:nvSpPr>
          <p:spPr>
            <a:xfrm flipH="1" rot="10515604">
              <a:off x="9310934" y="707795"/>
              <a:ext cx="57021" cy="57071"/>
            </a:xfrm>
            <a:custGeom>
              <a:rect b="b" l="l" r="r" t="t"/>
              <a:pathLst>
                <a:path extrusionOk="0" h="2283" w="2281">
                  <a:moveTo>
                    <a:pt x="1141" y="1"/>
                  </a:moveTo>
                  <a:cubicBezTo>
                    <a:pt x="511" y="1"/>
                    <a:pt x="0" y="512"/>
                    <a:pt x="0" y="1142"/>
                  </a:cubicBezTo>
                  <a:cubicBezTo>
                    <a:pt x="0" y="1772"/>
                    <a:pt x="511" y="2283"/>
                    <a:pt x="1141" y="2283"/>
                  </a:cubicBezTo>
                  <a:cubicBezTo>
                    <a:pt x="1771" y="2283"/>
                    <a:pt x="2281" y="1772"/>
                    <a:pt x="2281" y="1142"/>
                  </a:cubicBezTo>
                  <a:cubicBezTo>
                    <a:pt x="2281" y="512"/>
                    <a:pt x="1771" y="1"/>
                    <a:pt x="114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42" name="Google Shape;242;p6"/>
          <p:cNvSpPr/>
          <p:nvPr/>
        </p:nvSpPr>
        <p:spPr>
          <a:xfrm flipH="1" rot="10515604">
            <a:off x="8362734" y="-200629"/>
            <a:ext cx="57046" cy="57046"/>
          </a:xfrm>
          <a:custGeom>
            <a:rect b="b" l="l" r="r" t="t"/>
            <a:pathLst>
              <a:path extrusionOk="0" h="2282" w="2282">
                <a:moveTo>
                  <a:pt x="1141" y="0"/>
                </a:moveTo>
                <a:cubicBezTo>
                  <a:pt x="511" y="0"/>
                  <a:pt x="0" y="511"/>
                  <a:pt x="0" y="1141"/>
                </a:cubicBezTo>
                <a:cubicBezTo>
                  <a:pt x="0" y="1770"/>
                  <a:pt x="511" y="2281"/>
                  <a:pt x="1141" y="2281"/>
                </a:cubicBezTo>
                <a:cubicBezTo>
                  <a:pt x="1772" y="2281"/>
                  <a:pt x="2281" y="1770"/>
                  <a:pt x="2281" y="1141"/>
                </a:cubicBezTo>
                <a:cubicBezTo>
                  <a:pt x="2281" y="511"/>
                  <a:pt x="1772" y="0"/>
                  <a:pt x="114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43" name="Shape 243"/>
        <p:cNvGrpSpPr/>
        <p:nvPr/>
      </p:nvGrpSpPr>
      <p:grpSpPr>
        <a:xfrm>
          <a:off x="0" y="0"/>
          <a:ext cx="0" cy="0"/>
          <a:chOff x="0" y="0"/>
          <a:chExt cx="0" cy="0"/>
        </a:xfrm>
      </p:grpSpPr>
      <p:sp>
        <p:nvSpPr>
          <p:cNvPr id="244" name="Google Shape;244;p7"/>
          <p:cNvSpPr txBox="1"/>
          <p:nvPr>
            <p:ph type="title"/>
          </p:nvPr>
        </p:nvSpPr>
        <p:spPr>
          <a:xfrm>
            <a:off x="4135975" y="1757900"/>
            <a:ext cx="4294800" cy="572700"/>
          </a:xfrm>
          <a:prstGeom prst="rect">
            <a:avLst/>
          </a:prstGeom>
        </p:spPr>
        <p:txBody>
          <a:bodyPr anchorCtr="0" anchor="b" bIns="91425" lIns="91425" spcFirstLastPara="1" rIns="91425" wrap="square" tIns="91425">
            <a:noAutofit/>
          </a:bodyPr>
          <a:lstStyle>
            <a:lvl1pPr lvl="0" rtl="0">
              <a:spcBef>
                <a:spcPts val="0"/>
              </a:spcBef>
              <a:spcAft>
                <a:spcPts val="0"/>
              </a:spcAft>
              <a:buSzPts val="3200"/>
              <a:buNone/>
              <a:defRPr/>
            </a:lvl1pPr>
            <a:lvl2pPr lvl="1" rtl="0">
              <a:spcBef>
                <a:spcPts val="0"/>
              </a:spcBef>
              <a:spcAft>
                <a:spcPts val="0"/>
              </a:spcAft>
              <a:buSzPts val="3200"/>
              <a:buNone/>
              <a:defRPr/>
            </a:lvl2pPr>
            <a:lvl3pPr lvl="2" rtl="0">
              <a:spcBef>
                <a:spcPts val="0"/>
              </a:spcBef>
              <a:spcAft>
                <a:spcPts val="0"/>
              </a:spcAft>
              <a:buSzPts val="3200"/>
              <a:buNone/>
              <a:defRPr/>
            </a:lvl3pPr>
            <a:lvl4pPr lvl="3" rtl="0">
              <a:spcBef>
                <a:spcPts val="0"/>
              </a:spcBef>
              <a:spcAft>
                <a:spcPts val="0"/>
              </a:spcAft>
              <a:buSzPts val="3200"/>
              <a:buNone/>
              <a:defRPr/>
            </a:lvl4pPr>
            <a:lvl5pPr lvl="4" rtl="0">
              <a:spcBef>
                <a:spcPts val="0"/>
              </a:spcBef>
              <a:spcAft>
                <a:spcPts val="0"/>
              </a:spcAft>
              <a:buSzPts val="3200"/>
              <a:buNone/>
              <a:defRPr/>
            </a:lvl5pPr>
            <a:lvl6pPr lvl="5" rtl="0">
              <a:spcBef>
                <a:spcPts val="0"/>
              </a:spcBef>
              <a:spcAft>
                <a:spcPts val="0"/>
              </a:spcAft>
              <a:buSzPts val="3200"/>
              <a:buNone/>
              <a:defRPr/>
            </a:lvl6pPr>
            <a:lvl7pPr lvl="6" rtl="0">
              <a:spcBef>
                <a:spcPts val="0"/>
              </a:spcBef>
              <a:spcAft>
                <a:spcPts val="0"/>
              </a:spcAft>
              <a:buSzPts val="3200"/>
              <a:buNone/>
              <a:defRPr/>
            </a:lvl7pPr>
            <a:lvl8pPr lvl="7" rtl="0">
              <a:spcBef>
                <a:spcPts val="0"/>
              </a:spcBef>
              <a:spcAft>
                <a:spcPts val="0"/>
              </a:spcAft>
              <a:buSzPts val="3200"/>
              <a:buNone/>
              <a:defRPr/>
            </a:lvl8pPr>
            <a:lvl9pPr lvl="8" rtl="0">
              <a:spcBef>
                <a:spcPts val="0"/>
              </a:spcBef>
              <a:spcAft>
                <a:spcPts val="0"/>
              </a:spcAft>
              <a:buSzPts val="3200"/>
              <a:buNone/>
              <a:defRPr/>
            </a:lvl9pPr>
          </a:lstStyle>
          <a:p/>
        </p:txBody>
      </p:sp>
      <p:sp>
        <p:nvSpPr>
          <p:cNvPr id="245" name="Google Shape;245;p7"/>
          <p:cNvSpPr txBox="1"/>
          <p:nvPr>
            <p:ph idx="1" type="subTitle"/>
          </p:nvPr>
        </p:nvSpPr>
        <p:spPr>
          <a:xfrm>
            <a:off x="4135975" y="2330600"/>
            <a:ext cx="4294800" cy="12231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600"/>
              <a:buFont typeface="Nunito Light"/>
              <a:buChar char="●"/>
              <a:defRPr/>
            </a:lvl1pPr>
            <a:lvl2pPr lvl="1" rtl="0" algn="ctr">
              <a:lnSpc>
                <a:spcPct val="100000"/>
              </a:lnSpc>
              <a:spcBef>
                <a:spcPts val="0"/>
              </a:spcBef>
              <a:spcAft>
                <a:spcPts val="0"/>
              </a:spcAft>
              <a:buClr>
                <a:srgbClr val="E76A28"/>
              </a:buClr>
              <a:buSzPts val="1600"/>
              <a:buFont typeface="Nunito Light"/>
              <a:buChar char="○"/>
              <a:defRPr/>
            </a:lvl2pPr>
            <a:lvl3pPr lvl="2" rtl="0" algn="ctr">
              <a:lnSpc>
                <a:spcPct val="100000"/>
              </a:lnSpc>
              <a:spcBef>
                <a:spcPts val="0"/>
              </a:spcBef>
              <a:spcAft>
                <a:spcPts val="0"/>
              </a:spcAft>
              <a:buClr>
                <a:srgbClr val="E76A28"/>
              </a:buClr>
              <a:buSzPts val="1500"/>
              <a:buFont typeface="Nunito Light"/>
              <a:buChar char="■"/>
              <a:defRPr/>
            </a:lvl3pPr>
            <a:lvl4pPr lvl="3" rtl="0" algn="ctr">
              <a:lnSpc>
                <a:spcPct val="100000"/>
              </a:lnSpc>
              <a:spcBef>
                <a:spcPts val="0"/>
              </a:spcBef>
              <a:spcAft>
                <a:spcPts val="0"/>
              </a:spcAft>
              <a:buClr>
                <a:srgbClr val="E76A28"/>
              </a:buClr>
              <a:buSzPts val="1500"/>
              <a:buFont typeface="Nunito Light"/>
              <a:buChar char="●"/>
              <a:defRPr/>
            </a:lvl4pPr>
            <a:lvl5pPr lvl="4" rtl="0" algn="ctr">
              <a:lnSpc>
                <a:spcPct val="100000"/>
              </a:lnSpc>
              <a:spcBef>
                <a:spcPts val="0"/>
              </a:spcBef>
              <a:spcAft>
                <a:spcPts val="0"/>
              </a:spcAft>
              <a:buClr>
                <a:srgbClr val="E76A28"/>
              </a:buClr>
              <a:buSzPts val="1400"/>
              <a:buFont typeface="Nunito Light"/>
              <a:buChar char="○"/>
              <a:defRPr/>
            </a:lvl5pPr>
            <a:lvl6pPr lvl="5" rtl="0" algn="ctr">
              <a:lnSpc>
                <a:spcPct val="100000"/>
              </a:lnSpc>
              <a:spcBef>
                <a:spcPts val="0"/>
              </a:spcBef>
              <a:spcAft>
                <a:spcPts val="0"/>
              </a:spcAft>
              <a:buClr>
                <a:srgbClr val="999999"/>
              </a:buClr>
              <a:buSzPts val="1400"/>
              <a:buFont typeface="Nunito Light"/>
              <a:buChar char="■"/>
              <a:defRPr/>
            </a:lvl6pPr>
            <a:lvl7pPr lvl="6" rtl="0" algn="ctr">
              <a:lnSpc>
                <a:spcPct val="100000"/>
              </a:lnSpc>
              <a:spcBef>
                <a:spcPts val="0"/>
              </a:spcBef>
              <a:spcAft>
                <a:spcPts val="0"/>
              </a:spcAft>
              <a:buClr>
                <a:srgbClr val="999999"/>
              </a:buClr>
              <a:buSzPts val="1300"/>
              <a:buFont typeface="Nunito Light"/>
              <a:buChar char="●"/>
              <a:defRPr/>
            </a:lvl7pPr>
            <a:lvl8pPr lvl="7" rtl="0" algn="ctr">
              <a:lnSpc>
                <a:spcPct val="100000"/>
              </a:lnSpc>
              <a:spcBef>
                <a:spcPts val="0"/>
              </a:spcBef>
              <a:spcAft>
                <a:spcPts val="0"/>
              </a:spcAft>
              <a:buClr>
                <a:srgbClr val="999999"/>
              </a:buClr>
              <a:buSzPts val="1300"/>
              <a:buFont typeface="Nunito Light"/>
              <a:buChar char="○"/>
              <a:defRPr/>
            </a:lvl8pPr>
            <a:lvl9pPr lvl="8" rtl="0" algn="ctr">
              <a:lnSpc>
                <a:spcPct val="100000"/>
              </a:lnSpc>
              <a:spcBef>
                <a:spcPts val="0"/>
              </a:spcBef>
              <a:spcAft>
                <a:spcPts val="0"/>
              </a:spcAft>
              <a:buClr>
                <a:srgbClr val="999999"/>
              </a:buClr>
              <a:buSzPts val="1400"/>
              <a:buFont typeface="Nunito Light"/>
              <a:buChar char="■"/>
              <a:defRPr/>
            </a:lvl9pPr>
          </a:lstStyle>
          <a:p/>
        </p:txBody>
      </p:sp>
      <p:grpSp>
        <p:nvGrpSpPr>
          <p:cNvPr id="246" name="Google Shape;246;p7"/>
          <p:cNvGrpSpPr/>
          <p:nvPr/>
        </p:nvGrpSpPr>
        <p:grpSpPr>
          <a:xfrm>
            <a:off x="5478864" y="2056701"/>
            <a:ext cx="5036265" cy="4113315"/>
            <a:chOff x="4780389" y="2513201"/>
            <a:chExt cx="5036265" cy="4113315"/>
          </a:xfrm>
        </p:grpSpPr>
        <p:grpSp>
          <p:nvGrpSpPr>
            <p:cNvPr id="247" name="Google Shape;247;p7"/>
            <p:cNvGrpSpPr/>
            <p:nvPr/>
          </p:nvGrpSpPr>
          <p:grpSpPr>
            <a:xfrm>
              <a:off x="4780389" y="2513201"/>
              <a:ext cx="5036265" cy="4113315"/>
              <a:chOff x="4673664" y="2214101"/>
              <a:chExt cx="5036265" cy="4113315"/>
            </a:xfrm>
          </p:grpSpPr>
          <p:sp>
            <p:nvSpPr>
              <p:cNvPr id="248" name="Google Shape;248;p7"/>
              <p:cNvSpPr/>
              <p:nvPr/>
            </p:nvSpPr>
            <p:spPr>
              <a:xfrm rot="157512">
                <a:off x="9047033" y="4559649"/>
                <a:ext cx="57072" cy="57047"/>
              </a:xfrm>
              <a:custGeom>
                <a:rect b="b" l="l" r="r" t="t"/>
                <a:pathLst>
                  <a:path extrusionOk="0" h="2282" w="2283">
                    <a:moveTo>
                      <a:pt x="1141" y="1"/>
                    </a:moveTo>
                    <a:cubicBezTo>
                      <a:pt x="511" y="1"/>
                      <a:pt x="0" y="512"/>
                      <a:pt x="0" y="1142"/>
                    </a:cubicBezTo>
                    <a:cubicBezTo>
                      <a:pt x="0" y="1771"/>
                      <a:pt x="511" y="2282"/>
                      <a:pt x="1141" y="2282"/>
                    </a:cubicBezTo>
                    <a:cubicBezTo>
                      <a:pt x="1771" y="2282"/>
                      <a:pt x="2282" y="1771"/>
                      <a:pt x="2282" y="1142"/>
                    </a:cubicBezTo>
                    <a:cubicBezTo>
                      <a:pt x="2282" y="512"/>
                      <a:pt x="1771" y="1"/>
                      <a:pt x="114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49" name="Google Shape;249;p7"/>
              <p:cNvGrpSpPr/>
              <p:nvPr/>
            </p:nvGrpSpPr>
            <p:grpSpPr>
              <a:xfrm>
                <a:off x="4673664" y="2214101"/>
                <a:ext cx="5036265" cy="4113315"/>
                <a:chOff x="4673664" y="2214101"/>
                <a:chExt cx="5036265" cy="4113315"/>
              </a:xfrm>
            </p:grpSpPr>
            <p:grpSp>
              <p:nvGrpSpPr>
                <p:cNvPr id="250" name="Google Shape;250;p7"/>
                <p:cNvGrpSpPr/>
                <p:nvPr/>
              </p:nvGrpSpPr>
              <p:grpSpPr>
                <a:xfrm>
                  <a:off x="4673664" y="2214101"/>
                  <a:ext cx="5036265" cy="4113315"/>
                  <a:chOff x="3825164" y="427026"/>
                  <a:chExt cx="5036265" cy="4113315"/>
                </a:xfrm>
              </p:grpSpPr>
              <p:sp>
                <p:nvSpPr>
                  <p:cNvPr id="251" name="Google Shape;251;p7"/>
                  <p:cNvSpPr/>
                  <p:nvPr/>
                </p:nvSpPr>
                <p:spPr>
                  <a:xfrm rot="157512">
                    <a:off x="6915828" y="473247"/>
                    <a:ext cx="650167" cy="721089"/>
                  </a:xfrm>
                  <a:custGeom>
                    <a:rect b="b" l="l" r="r" t="t"/>
                    <a:pathLst>
                      <a:path extrusionOk="0" fill="none" h="28845" w="26008">
                        <a:moveTo>
                          <a:pt x="26008" y="20744"/>
                        </a:moveTo>
                        <a:lnTo>
                          <a:pt x="24980" y="6321"/>
                        </a:lnTo>
                        <a:lnTo>
                          <a:pt x="11976" y="1"/>
                        </a:lnTo>
                        <a:lnTo>
                          <a:pt x="0" y="8102"/>
                        </a:lnTo>
                        <a:lnTo>
                          <a:pt x="1028" y="22524"/>
                        </a:lnTo>
                        <a:lnTo>
                          <a:pt x="14032"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 name="Google Shape;252;p7"/>
                  <p:cNvSpPr/>
                  <p:nvPr/>
                </p:nvSpPr>
                <p:spPr>
                  <a:xfrm rot="157512">
                    <a:off x="7541687" y="457392"/>
                    <a:ext cx="650192" cy="721114"/>
                  </a:xfrm>
                  <a:custGeom>
                    <a:rect b="b" l="l" r="r" t="t"/>
                    <a:pathLst>
                      <a:path extrusionOk="0" fill="none" h="28846" w="26009">
                        <a:moveTo>
                          <a:pt x="26009" y="20743"/>
                        </a:moveTo>
                        <a:lnTo>
                          <a:pt x="24981" y="6321"/>
                        </a:lnTo>
                        <a:lnTo>
                          <a:pt x="11976" y="1"/>
                        </a:lnTo>
                        <a:lnTo>
                          <a:pt x="1" y="8102"/>
                        </a:lnTo>
                        <a:lnTo>
                          <a:pt x="1029" y="22525"/>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 name="Google Shape;253;p7"/>
                  <p:cNvSpPr/>
                  <p:nvPr/>
                </p:nvSpPr>
                <p:spPr>
                  <a:xfrm rot="157512">
                    <a:off x="8167572" y="441537"/>
                    <a:ext cx="650192" cy="721089"/>
                  </a:xfrm>
                  <a:custGeom>
                    <a:rect b="b" l="l" r="r" t="t"/>
                    <a:pathLst>
                      <a:path extrusionOk="0" fill="none" h="28845" w="26009">
                        <a:moveTo>
                          <a:pt x="26008" y="20743"/>
                        </a:moveTo>
                        <a:lnTo>
                          <a:pt x="24980" y="6321"/>
                        </a:lnTo>
                        <a:lnTo>
                          <a:pt x="11976" y="0"/>
                        </a:lnTo>
                        <a:lnTo>
                          <a:pt x="1" y="8102"/>
                        </a:lnTo>
                        <a:lnTo>
                          <a:pt x="1029" y="22524"/>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 name="Google Shape;254;p7"/>
                  <p:cNvSpPr/>
                  <p:nvPr/>
                </p:nvSpPr>
                <p:spPr>
                  <a:xfrm rot="157512">
                    <a:off x="7242491" y="1007356"/>
                    <a:ext cx="650192" cy="721089"/>
                  </a:xfrm>
                  <a:custGeom>
                    <a:rect b="b" l="l" r="r" t="t"/>
                    <a:pathLst>
                      <a:path extrusionOk="0" fill="none" h="28845" w="26009">
                        <a:moveTo>
                          <a:pt x="26008" y="20743"/>
                        </a:moveTo>
                        <a:lnTo>
                          <a:pt x="24980" y="6321"/>
                        </a:lnTo>
                        <a:lnTo>
                          <a:pt x="11976" y="1"/>
                        </a:lnTo>
                        <a:lnTo>
                          <a:pt x="0" y="8102"/>
                        </a:lnTo>
                        <a:lnTo>
                          <a:pt x="1028" y="22525"/>
                        </a:lnTo>
                        <a:lnTo>
                          <a:pt x="14033" y="28844"/>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 name="Google Shape;255;p7"/>
                  <p:cNvSpPr/>
                  <p:nvPr/>
                </p:nvSpPr>
                <p:spPr>
                  <a:xfrm rot="157512">
                    <a:off x="7868375" y="991501"/>
                    <a:ext cx="650167" cy="721089"/>
                  </a:xfrm>
                  <a:custGeom>
                    <a:rect b="b" l="l" r="r" t="t"/>
                    <a:pathLst>
                      <a:path extrusionOk="0" fill="none" h="28845" w="26008">
                        <a:moveTo>
                          <a:pt x="26008" y="20743"/>
                        </a:moveTo>
                        <a:lnTo>
                          <a:pt x="24980" y="6321"/>
                        </a:lnTo>
                        <a:lnTo>
                          <a:pt x="11976" y="0"/>
                        </a:lnTo>
                        <a:lnTo>
                          <a:pt x="0" y="8102"/>
                        </a:lnTo>
                        <a:lnTo>
                          <a:pt x="1028" y="22524"/>
                        </a:lnTo>
                        <a:lnTo>
                          <a:pt x="14032"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 name="Google Shape;256;p7"/>
                  <p:cNvSpPr/>
                  <p:nvPr/>
                </p:nvSpPr>
                <p:spPr>
                  <a:xfrm rot="157512">
                    <a:off x="6943294" y="1557320"/>
                    <a:ext cx="650167" cy="721089"/>
                  </a:xfrm>
                  <a:custGeom>
                    <a:rect b="b" l="l" r="r" t="t"/>
                    <a:pathLst>
                      <a:path extrusionOk="0" fill="none" h="28845" w="26008">
                        <a:moveTo>
                          <a:pt x="26008" y="20743"/>
                        </a:moveTo>
                        <a:lnTo>
                          <a:pt x="24980" y="6320"/>
                        </a:lnTo>
                        <a:lnTo>
                          <a:pt x="11975" y="1"/>
                        </a:lnTo>
                        <a:lnTo>
                          <a:pt x="0" y="8102"/>
                        </a:lnTo>
                        <a:lnTo>
                          <a:pt x="1028" y="22524"/>
                        </a:lnTo>
                        <a:lnTo>
                          <a:pt x="14032" y="28844"/>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 name="Google Shape;257;p7"/>
                  <p:cNvSpPr/>
                  <p:nvPr/>
                </p:nvSpPr>
                <p:spPr>
                  <a:xfrm rot="157512">
                    <a:off x="7569154" y="1541466"/>
                    <a:ext cx="650217" cy="721064"/>
                  </a:xfrm>
                  <a:custGeom>
                    <a:rect b="b" l="l" r="r" t="t"/>
                    <a:pathLst>
                      <a:path extrusionOk="0" fill="none" h="28844" w="26010">
                        <a:moveTo>
                          <a:pt x="26009" y="20743"/>
                        </a:moveTo>
                        <a:lnTo>
                          <a:pt x="24980" y="6321"/>
                        </a:lnTo>
                        <a:lnTo>
                          <a:pt x="11976" y="0"/>
                        </a:lnTo>
                        <a:lnTo>
                          <a:pt x="1" y="8101"/>
                        </a:lnTo>
                        <a:lnTo>
                          <a:pt x="1029" y="22524"/>
                        </a:lnTo>
                        <a:lnTo>
                          <a:pt x="14033" y="28844"/>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 name="Google Shape;258;p7"/>
                  <p:cNvSpPr/>
                  <p:nvPr/>
                </p:nvSpPr>
                <p:spPr>
                  <a:xfrm rot="157512">
                    <a:off x="8195039" y="1525586"/>
                    <a:ext cx="650217" cy="721114"/>
                  </a:xfrm>
                  <a:custGeom>
                    <a:rect b="b" l="l" r="r" t="t"/>
                    <a:pathLst>
                      <a:path extrusionOk="0" fill="none" h="28846" w="26010">
                        <a:moveTo>
                          <a:pt x="26009" y="20743"/>
                        </a:moveTo>
                        <a:lnTo>
                          <a:pt x="24980" y="6322"/>
                        </a:lnTo>
                        <a:lnTo>
                          <a:pt x="11976" y="1"/>
                        </a:lnTo>
                        <a:lnTo>
                          <a:pt x="0" y="8103"/>
                        </a:lnTo>
                        <a:lnTo>
                          <a:pt x="1029" y="22525"/>
                        </a:lnTo>
                        <a:lnTo>
                          <a:pt x="14033" y="28846"/>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 name="Google Shape;259;p7"/>
                  <p:cNvSpPr/>
                  <p:nvPr/>
                </p:nvSpPr>
                <p:spPr>
                  <a:xfrm rot="157512">
                    <a:off x="4140535" y="2170703"/>
                    <a:ext cx="650217" cy="721089"/>
                  </a:xfrm>
                  <a:custGeom>
                    <a:rect b="b" l="l" r="r" t="t"/>
                    <a:pathLst>
                      <a:path extrusionOk="0" fill="none" h="28845" w="26010">
                        <a:moveTo>
                          <a:pt x="26009" y="20743"/>
                        </a:moveTo>
                        <a:lnTo>
                          <a:pt x="24980" y="6321"/>
                        </a:lnTo>
                        <a:lnTo>
                          <a:pt x="11977" y="0"/>
                        </a:lnTo>
                        <a:lnTo>
                          <a:pt x="1" y="8102"/>
                        </a:lnTo>
                        <a:lnTo>
                          <a:pt x="1028" y="22524"/>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 name="Google Shape;260;p7"/>
                  <p:cNvSpPr/>
                  <p:nvPr/>
                </p:nvSpPr>
                <p:spPr>
                  <a:xfrm rot="157512">
                    <a:off x="4766419" y="2154848"/>
                    <a:ext cx="650192" cy="721089"/>
                  </a:xfrm>
                  <a:custGeom>
                    <a:rect b="b" l="l" r="r" t="t"/>
                    <a:pathLst>
                      <a:path extrusionOk="0" fill="none" h="28845" w="26009">
                        <a:moveTo>
                          <a:pt x="26009" y="20743"/>
                        </a:moveTo>
                        <a:lnTo>
                          <a:pt x="24980" y="6321"/>
                        </a:lnTo>
                        <a:lnTo>
                          <a:pt x="11977" y="1"/>
                        </a:lnTo>
                        <a:lnTo>
                          <a:pt x="0" y="8102"/>
                        </a:lnTo>
                        <a:lnTo>
                          <a:pt x="1029" y="22524"/>
                        </a:lnTo>
                        <a:lnTo>
                          <a:pt x="14034"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 name="Google Shape;261;p7"/>
                  <p:cNvSpPr/>
                  <p:nvPr/>
                </p:nvSpPr>
                <p:spPr>
                  <a:xfrm rot="157512">
                    <a:off x="5392303" y="2138993"/>
                    <a:ext cx="650192" cy="721089"/>
                  </a:xfrm>
                  <a:custGeom>
                    <a:rect b="b" l="l" r="r" t="t"/>
                    <a:pathLst>
                      <a:path extrusionOk="0" fill="none" h="28845" w="26009">
                        <a:moveTo>
                          <a:pt x="26009" y="20743"/>
                        </a:moveTo>
                        <a:lnTo>
                          <a:pt x="24981" y="6321"/>
                        </a:lnTo>
                        <a:lnTo>
                          <a:pt x="11976" y="0"/>
                        </a:lnTo>
                        <a:lnTo>
                          <a:pt x="0" y="8102"/>
                        </a:lnTo>
                        <a:lnTo>
                          <a:pt x="1029" y="22524"/>
                        </a:lnTo>
                        <a:lnTo>
                          <a:pt x="14033" y="28844"/>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 name="Google Shape;262;p7"/>
                  <p:cNvSpPr/>
                  <p:nvPr/>
                </p:nvSpPr>
                <p:spPr>
                  <a:xfrm rot="157512">
                    <a:off x="6018188" y="2123139"/>
                    <a:ext cx="650192" cy="721089"/>
                  </a:xfrm>
                  <a:custGeom>
                    <a:rect b="b" l="l" r="r" t="t"/>
                    <a:pathLst>
                      <a:path extrusionOk="0" fill="none" h="28845" w="26009">
                        <a:moveTo>
                          <a:pt x="26008" y="20743"/>
                        </a:moveTo>
                        <a:lnTo>
                          <a:pt x="24981" y="6321"/>
                        </a:lnTo>
                        <a:lnTo>
                          <a:pt x="11976" y="0"/>
                        </a:lnTo>
                        <a:lnTo>
                          <a:pt x="1" y="8102"/>
                        </a:lnTo>
                        <a:lnTo>
                          <a:pt x="1029" y="22524"/>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 name="Google Shape;263;p7"/>
                  <p:cNvSpPr/>
                  <p:nvPr/>
                </p:nvSpPr>
                <p:spPr>
                  <a:xfrm rot="157512">
                    <a:off x="6644073" y="2107259"/>
                    <a:ext cx="650192" cy="721114"/>
                  </a:xfrm>
                  <a:custGeom>
                    <a:rect b="b" l="l" r="r" t="t"/>
                    <a:pathLst>
                      <a:path extrusionOk="0" fill="none" h="28846" w="26009">
                        <a:moveTo>
                          <a:pt x="26008" y="20743"/>
                        </a:moveTo>
                        <a:lnTo>
                          <a:pt x="24980" y="6321"/>
                        </a:lnTo>
                        <a:lnTo>
                          <a:pt x="11976" y="1"/>
                        </a:lnTo>
                        <a:lnTo>
                          <a:pt x="1" y="8103"/>
                        </a:lnTo>
                        <a:lnTo>
                          <a:pt x="1028" y="22525"/>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 name="Google Shape;264;p7"/>
                  <p:cNvSpPr/>
                  <p:nvPr/>
                </p:nvSpPr>
                <p:spPr>
                  <a:xfrm rot="157512">
                    <a:off x="7269957" y="2091430"/>
                    <a:ext cx="650192" cy="721064"/>
                  </a:xfrm>
                  <a:custGeom>
                    <a:rect b="b" l="l" r="r" t="t"/>
                    <a:pathLst>
                      <a:path extrusionOk="0" fill="none" h="28844" w="26009">
                        <a:moveTo>
                          <a:pt x="26009" y="20743"/>
                        </a:moveTo>
                        <a:lnTo>
                          <a:pt x="24980" y="6320"/>
                        </a:lnTo>
                        <a:lnTo>
                          <a:pt x="11976" y="0"/>
                        </a:lnTo>
                        <a:lnTo>
                          <a:pt x="0" y="8101"/>
                        </a:lnTo>
                        <a:lnTo>
                          <a:pt x="1028" y="22523"/>
                        </a:lnTo>
                        <a:lnTo>
                          <a:pt x="14033" y="28844"/>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 name="Google Shape;265;p7"/>
                  <p:cNvSpPr/>
                  <p:nvPr/>
                </p:nvSpPr>
                <p:spPr>
                  <a:xfrm rot="157512">
                    <a:off x="7895842" y="2075550"/>
                    <a:ext cx="650192" cy="721089"/>
                  </a:xfrm>
                  <a:custGeom>
                    <a:rect b="b" l="l" r="r" t="t"/>
                    <a:pathLst>
                      <a:path extrusionOk="0" fill="none" h="28845" w="26009">
                        <a:moveTo>
                          <a:pt x="26009" y="20743"/>
                        </a:moveTo>
                        <a:lnTo>
                          <a:pt x="24980" y="6322"/>
                        </a:lnTo>
                        <a:lnTo>
                          <a:pt x="11976" y="1"/>
                        </a:lnTo>
                        <a:lnTo>
                          <a:pt x="0" y="8102"/>
                        </a:lnTo>
                        <a:lnTo>
                          <a:pt x="1029" y="22525"/>
                        </a:lnTo>
                        <a:lnTo>
                          <a:pt x="14032"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 name="Google Shape;266;p7"/>
                  <p:cNvSpPr/>
                  <p:nvPr/>
                </p:nvSpPr>
                <p:spPr>
                  <a:xfrm rot="157512">
                    <a:off x="3841337" y="2720667"/>
                    <a:ext cx="650192" cy="721114"/>
                  </a:xfrm>
                  <a:custGeom>
                    <a:rect b="b" l="l" r="r" t="t"/>
                    <a:pathLst>
                      <a:path extrusionOk="0" fill="none" h="28846" w="26009">
                        <a:moveTo>
                          <a:pt x="26009" y="20743"/>
                        </a:moveTo>
                        <a:lnTo>
                          <a:pt x="24980" y="6321"/>
                        </a:lnTo>
                        <a:lnTo>
                          <a:pt x="11975" y="0"/>
                        </a:lnTo>
                        <a:lnTo>
                          <a:pt x="0" y="8102"/>
                        </a:lnTo>
                        <a:lnTo>
                          <a:pt x="1029" y="22524"/>
                        </a:lnTo>
                        <a:lnTo>
                          <a:pt x="14032"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 name="Google Shape;267;p7"/>
                  <p:cNvSpPr/>
                  <p:nvPr/>
                </p:nvSpPr>
                <p:spPr>
                  <a:xfrm rot="157512">
                    <a:off x="4467198" y="2704787"/>
                    <a:ext cx="650217" cy="721114"/>
                  </a:xfrm>
                  <a:custGeom>
                    <a:rect b="b" l="l" r="r" t="t"/>
                    <a:pathLst>
                      <a:path extrusionOk="0" fill="none" h="28846" w="26010">
                        <a:moveTo>
                          <a:pt x="26010" y="20743"/>
                        </a:moveTo>
                        <a:lnTo>
                          <a:pt x="24982" y="6322"/>
                        </a:lnTo>
                        <a:lnTo>
                          <a:pt x="11977" y="1"/>
                        </a:lnTo>
                        <a:lnTo>
                          <a:pt x="1" y="8103"/>
                        </a:lnTo>
                        <a:lnTo>
                          <a:pt x="1030" y="22525"/>
                        </a:lnTo>
                        <a:lnTo>
                          <a:pt x="14033" y="28846"/>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 name="Google Shape;268;p7"/>
                  <p:cNvSpPr/>
                  <p:nvPr/>
                </p:nvSpPr>
                <p:spPr>
                  <a:xfrm rot="157512">
                    <a:off x="5093107" y="2688958"/>
                    <a:ext cx="650192" cy="721089"/>
                  </a:xfrm>
                  <a:custGeom>
                    <a:rect b="b" l="l" r="r" t="t"/>
                    <a:pathLst>
                      <a:path extrusionOk="0" fill="none" h="28845" w="26009">
                        <a:moveTo>
                          <a:pt x="26008" y="20743"/>
                        </a:moveTo>
                        <a:lnTo>
                          <a:pt x="24980" y="6320"/>
                        </a:lnTo>
                        <a:lnTo>
                          <a:pt x="11976" y="0"/>
                        </a:lnTo>
                        <a:lnTo>
                          <a:pt x="1" y="8102"/>
                        </a:lnTo>
                        <a:lnTo>
                          <a:pt x="1029" y="22523"/>
                        </a:lnTo>
                        <a:lnTo>
                          <a:pt x="14033" y="28844"/>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 name="Google Shape;269;p7"/>
                  <p:cNvSpPr/>
                  <p:nvPr/>
                </p:nvSpPr>
                <p:spPr>
                  <a:xfrm rot="157512">
                    <a:off x="5718992" y="2673103"/>
                    <a:ext cx="650192" cy="721064"/>
                  </a:xfrm>
                  <a:custGeom>
                    <a:rect b="b" l="l" r="r" t="t"/>
                    <a:pathLst>
                      <a:path extrusionOk="0" fill="none" h="28844" w="26009">
                        <a:moveTo>
                          <a:pt x="26008" y="20743"/>
                        </a:moveTo>
                        <a:lnTo>
                          <a:pt x="24980" y="6321"/>
                        </a:lnTo>
                        <a:lnTo>
                          <a:pt x="11976" y="0"/>
                        </a:lnTo>
                        <a:lnTo>
                          <a:pt x="0" y="8101"/>
                        </a:lnTo>
                        <a:lnTo>
                          <a:pt x="1028" y="22524"/>
                        </a:lnTo>
                        <a:lnTo>
                          <a:pt x="14033" y="28844"/>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 name="Google Shape;270;p7"/>
                  <p:cNvSpPr/>
                  <p:nvPr/>
                </p:nvSpPr>
                <p:spPr>
                  <a:xfrm rot="157512">
                    <a:off x="6344876" y="2657223"/>
                    <a:ext cx="650167" cy="721114"/>
                  </a:xfrm>
                  <a:custGeom>
                    <a:rect b="b" l="l" r="r" t="t"/>
                    <a:pathLst>
                      <a:path extrusionOk="0" fill="none" h="28846" w="26008">
                        <a:moveTo>
                          <a:pt x="26008" y="20743"/>
                        </a:moveTo>
                        <a:lnTo>
                          <a:pt x="24980" y="6321"/>
                        </a:lnTo>
                        <a:lnTo>
                          <a:pt x="11975" y="1"/>
                        </a:lnTo>
                        <a:lnTo>
                          <a:pt x="0" y="8103"/>
                        </a:lnTo>
                        <a:lnTo>
                          <a:pt x="1028" y="22525"/>
                        </a:lnTo>
                        <a:lnTo>
                          <a:pt x="14032"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 name="Google Shape;271;p7"/>
                  <p:cNvSpPr/>
                  <p:nvPr/>
                </p:nvSpPr>
                <p:spPr>
                  <a:xfrm rot="157512">
                    <a:off x="6970736" y="2641369"/>
                    <a:ext cx="650217" cy="721114"/>
                  </a:xfrm>
                  <a:custGeom>
                    <a:rect b="b" l="l" r="r" t="t"/>
                    <a:pathLst>
                      <a:path extrusionOk="0" fill="none" h="28846" w="26010">
                        <a:moveTo>
                          <a:pt x="26010" y="20743"/>
                        </a:moveTo>
                        <a:lnTo>
                          <a:pt x="24981" y="6321"/>
                        </a:lnTo>
                        <a:lnTo>
                          <a:pt x="11976" y="0"/>
                        </a:lnTo>
                        <a:lnTo>
                          <a:pt x="1" y="8102"/>
                        </a:lnTo>
                        <a:lnTo>
                          <a:pt x="1029" y="22524"/>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 name="Google Shape;272;p7"/>
                  <p:cNvSpPr/>
                  <p:nvPr/>
                </p:nvSpPr>
                <p:spPr>
                  <a:xfrm rot="157512">
                    <a:off x="4168001" y="3254751"/>
                    <a:ext cx="650217" cy="721114"/>
                  </a:xfrm>
                  <a:custGeom>
                    <a:rect b="b" l="l" r="r" t="t"/>
                    <a:pathLst>
                      <a:path extrusionOk="0" fill="none" h="28846" w="26010">
                        <a:moveTo>
                          <a:pt x="26009" y="20744"/>
                        </a:moveTo>
                        <a:lnTo>
                          <a:pt x="24980" y="6322"/>
                        </a:lnTo>
                        <a:lnTo>
                          <a:pt x="11977" y="1"/>
                        </a:lnTo>
                        <a:lnTo>
                          <a:pt x="0" y="8103"/>
                        </a:lnTo>
                        <a:lnTo>
                          <a:pt x="1029" y="22525"/>
                        </a:lnTo>
                        <a:lnTo>
                          <a:pt x="14034" y="28846"/>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 name="Google Shape;273;p7"/>
                  <p:cNvSpPr/>
                  <p:nvPr/>
                </p:nvSpPr>
                <p:spPr>
                  <a:xfrm rot="157512">
                    <a:off x="4793885" y="3238896"/>
                    <a:ext cx="650192" cy="721114"/>
                  </a:xfrm>
                  <a:custGeom>
                    <a:rect b="b" l="l" r="r" t="t"/>
                    <a:pathLst>
                      <a:path extrusionOk="0" fill="none" h="28846" w="26009">
                        <a:moveTo>
                          <a:pt x="26009" y="20743"/>
                        </a:moveTo>
                        <a:lnTo>
                          <a:pt x="24981" y="6321"/>
                        </a:lnTo>
                        <a:lnTo>
                          <a:pt x="11977" y="0"/>
                        </a:lnTo>
                        <a:lnTo>
                          <a:pt x="0" y="8103"/>
                        </a:lnTo>
                        <a:lnTo>
                          <a:pt x="1029" y="22525"/>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 name="Google Shape;274;p7"/>
                  <p:cNvSpPr/>
                  <p:nvPr/>
                </p:nvSpPr>
                <p:spPr>
                  <a:xfrm rot="157512">
                    <a:off x="5419770" y="3223067"/>
                    <a:ext cx="650192" cy="721064"/>
                  </a:xfrm>
                  <a:custGeom>
                    <a:rect b="b" l="l" r="r" t="t"/>
                    <a:pathLst>
                      <a:path extrusionOk="0" fill="none" h="28844" w="26009">
                        <a:moveTo>
                          <a:pt x="26009" y="20743"/>
                        </a:moveTo>
                        <a:lnTo>
                          <a:pt x="24981" y="6320"/>
                        </a:lnTo>
                        <a:lnTo>
                          <a:pt x="11976" y="0"/>
                        </a:lnTo>
                        <a:lnTo>
                          <a:pt x="1" y="8101"/>
                        </a:lnTo>
                        <a:lnTo>
                          <a:pt x="1029" y="22523"/>
                        </a:lnTo>
                        <a:lnTo>
                          <a:pt x="14033" y="28844"/>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 name="Google Shape;275;p7"/>
                  <p:cNvSpPr/>
                  <p:nvPr/>
                </p:nvSpPr>
                <p:spPr>
                  <a:xfrm rot="157512">
                    <a:off x="6045654" y="3207187"/>
                    <a:ext cx="650192" cy="721114"/>
                  </a:xfrm>
                  <a:custGeom>
                    <a:rect b="b" l="l" r="r" t="t"/>
                    <a:pathLst>
                      <a:path extrusionOk="0" fill="none" h="28846" w="26009">
                        <a:moveTo>
                          <a:pt x="26008" y="20743"/>
                        </a:moveTo>
                        <a:lnTo>
                          <a:pt x="24980" y="6321"/>
                        </a:lnTo>
                        <a:lnTo>
                          <a:pt x="11976" y="1"/>
                        </a:lnTo>
                        <a:lnTo>
                          <a:pt x="1" y="8102"/>
                        </a:lnTo>
                        <a:lnTo>
                          <a:pt x="1029" y="22525"/>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 name="Google Shape;276;p7"/>
                  <p:cNvSpPr/>
                  <p:nvPr/>
                </p:nvSpPr>
                <p:spPr>
                  <a:xfrm rot="157512">
                    <a:off x="3868779" y="3804714"/>
                    <a:ext cx="650217" cy="721114"/>
                  </a:xfrm>
                  <a:custGeom>
                    <a:rect b="b" l="l" r="r" t="t"/>
                    <a:pathLst>
                      <a:path extrusionOk="0" fill="none" h="28846" w="26010">
                        <a:moveTo>
                          <a:pt x="26010" y="20744"/>
                        </a:moveTo>
                        <a:lnTo>
                          <a:pt x="24982" y="6322"/>
                        </a:lnTo>
                        <a:lnTo>
                          <a:pt x="11977" y="1"/>
                        </a:lnTo>
                        <a:lnTo>
                          <a:pt x="1" y="8102"/>
                        </a:lnTo>
                        <a:lnTo>
                          <a:pt x="1030" y="22525"/>
                        </a:lnTo>
                        <a:lnTo>
                          <a:pt x="14034" y="28846"/>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 name="Google Shape;277;p7"/>
                  <p:cNvSpPr/>
                  <p:nvPr/>
                </p:nvSpPr>
                <p:spPr>
                  <a:xfrm rot="157512">
                    <a:off x="4494689" y="3788860"/>
                    <a:ext cx="650192" cy="721114"/>
                  </a:xfrm>
                  <a:custGeom>
                    <a:rect b="b" l="l" r="r" t="t"/>
                    <a:pathLst>
                      <a:path extrusionOk="0" fill="none" h="28846" w="26009">
                        <a:moveTo>
                          <a:pt x="26008" y="20743"/>
                        </a:moveTo>
                        <a:lnTo>
                          <a:pt x="24980" y="6321"/>
                        </a:lnTo>
                        <a:lnTo>
                          <a:pt x="11976" y="1"/>
                        </a:lnTo>
                        <a:lnTo>
                          <a:pt x="1" y="8103"/>
                        </a:lnTo>
                        <a:lnTo>
                          <a:pt x="1029" y="22525"/>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 name="Google Shape;278;p7"/>
                  <p:cNvSpPr/>
                  <p:nvPr/>
                </p:nvSpPr>
                <p:spPr>
                  <a:xfrm rot="157512">
                    <a:off x="5120574" y="3773006"/>
                    <a:ext cx="650192" cy="721089"/>
                  </a:xfrm>
                  <a:custGeom>
                    <a:rect b="b" l="l" r="r" t="t"/>
                    <a:pathLst>
                      <a:path extrusionOk="0" fill="none" h="28845" w="26009">
                        <a:moveTo>
                          <a:pt x="26008" y="20744"/>
                        </a:moveTo>
                        <a:lnTo>
                          <a:pt x="24980" y="6321"/>
                        </a:lnTo>
                        <a:lnTo>
                          <a:pt x="11976" y="0"/>
                        </a:lnTo>
                        <a:lnTo>
                          <a:pt x="0" y="8102"/>
                        </a:lnTo>
                        <a:lnTo>
                          <a:pt x="1028" y="22524"/>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79" name="Google Shape;279;p7"/>
                <p:cNvSpPr/>
                <p:nvPr/>
              </p:nvSpPr>
              <p:spPr>
                <a:xfrm rot="157512">
                  <a:off x="6228998" y="4446717"/>
                  <a:ext cx="57072" cy="57047"/>
                </a:xfrm>
                <a:custGeom>
                  <a:rect b="b" l="l" r="r" t="t"/>
                  <a:pathLst>
                    <a:path extrusionOk="0" h="2282" w="2283">
                      <a:moveTo>
                        <a:pt x="1142" y="0"/>
                      </a:moveTo>
                      <a:cubicBezTo>
                        <a:pt x="512" y="0"/>
                        <a:pt x="1" y="511"/>
                        <a:pt x="1" y="1141"/>
                      </a:cubicBezTo>
                      <a:cubicBezTo>
                        <a:pt x="1" y="1771"/>
                        <a:pt x="512" y="2281"/>
                        <a:pt x="1142" y="2281"/>
                      </a:cubicBezTo>
                      <a:cubicBezTo>
                        <a:pt x="1772" y="2281"/>
                        <a:pt x="2283" y="1772"/>
                        <a:pt x="2283" y="1141"/>
                      </a:cubicBezTo>
                      <a:cubicBezTo>
                        <a:pt x="2283" y="511"/>
                        <a:pt x="1772" y="0"/>
                        <a:pt x="114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 name="Google Shape;280;p7"/>
                <p:cNvSpPr/>
                <p:nvPr/>
              </p:nvSpPr>
              <p:spPr>
                <a:xfrm rot="157512">
                  <a:off x="9351770" y="4005108"/>
                  <a:ext cx="57047" cy="57072"/>
                </a:xfrm>
                <a:custGeom>
                  <a:rect b="b" l="l" r="r" t="t"/>
                  <a:pathLst>
                    <a:path extrusionOk="0" h="2283" w="2282">
                      <a:moveTo>
                        <a:pt x="1141" y="0"/>
                      </a:moveTo>
                      <a:cubicBezTo>
                        <a:pt x="511" y="0"/>
                        <a:pt x="0" y="511"/>
                        <a:pt x="0" y="1141"/>
                      </a:cubicBezTo>
                      <a:cubicBezTo>
                        <a:pt x="0" y="1772"/>
                        <a:pt x="511" y="2282"/>
                        <a:pt x="1141" y="2282"/>
                      </a:cubicBezTo>
                      <a:cubicBezTo>
                        <a:pt x="1771" y="2282"/>
                        <a:pt x="2281" y="1772"/>
                        <a:pt x="2281" y="1141"/>
                      </a:cubicBezTo>
                      <a:cubicBezTo>
                        <a:pt x="2281" y="511"/>
                        <a:pt x="1771" y="0"/>
                        <a:pt x="114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 name="Google Shape;281;p7"/>
                <p:cNvSpPr/>
                <p:nvPr/>
              </p:nvSpPr>
              <p:spPr>
                <a:xfrm rot="157512">
                  <a:off x="8403706" y="3847890"/>
                  <a:ext cx="57072" cy="57047"/>
                </a:xfrm>
                <a:custGeom>
                  <a:rect b="b" l="l" r="r" t="t"/>
                  <a:pathLst>
                    <a:path extrusionOk="0" h="2282" w="2283">
                      <a:moveTo>
                        <a:pt x="1141" y="1"/>
                      </a:moveTo>
                      <a:cubicBezTo>
                        <a:pt x="511" y="1"/>
                        <a:pt x="0" y="511"/>
                        <a:pt x="0" y="1141"/>
                      </a:cubicBezTo>
                      <a:cubicBezTo>
                        <a:pt x="0" y="1771"/>
                        <a:pt x="511" y="2282"/>
                        <a:pt x="1141" y="2282"/>
                      </a:cubicBezTo>
                      <a:cubicBezTo>
                        <a:pt x="1771" y="2282"/>
                        <a:pt x="2282" y="1771"/>
                        <a:pt x="2282" y="1141"/>
                      </a:cubicBezTo>
                      <a:cubicBezTo>
                        <a:pt x="2282" y="511"/>
                        <a:pt x="1771" y="1"/>
                        <a:pt x="114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 name="Google Shape;282;p7"/>
                <p:cNvSpPr/>
                <p:nvPr/>
              </p:nvSpPr>
              <p:spPr>
                <a:xfrm rot="157512">
                  <a:off x="8124633" y="5115580"/>
                  <a:ext cx="57047" cy="57047"/>
                </a:xfrm>
                <a:custGeom>
                  <a:rect b="b" l="l" r="r" t="t"/>
                  <a:pathLst>
                    <a:path extrusionOk="0" h="2282" w="2282">
                      <a:moveTo>
                        <a:pt x="1140" y="0"/>
                      </a:moveTo>
                      <a:cubicBezTo>
                        <a:pt x="511" y="0"/>
                        <a:pt x="0" y="511"/>
                        <a:pt x="0" y="1141"/>
                      </a:cubicBezTo>
                      <a:cubicBezTo>
                        <a:pt x="0" y="1771"/>
                        <a:pt x="510" y="2281"/>
                        <a:pt x="1140" y="2281"/>
                      </a:cubicBezTo>
                      <a:cubicBezTo>
                        <a:pt x="1771" y="2281"/>
                        <a:pt x="2281" y="1771"/>
                        <a:pt x="2281" y="1141"/>
                      </a:cubicBezTo>
                      <a:cubicBezTo>
                        <a:pt x="2281" y="511"/>
                        <a:pt x="1771" y="0"/>
                        <a:pt x="114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 name="Google Shape;283;p7"/>
                <p:cNvSpPr/>
                <p:nvPr/>
              </p:nvSpPr>
              <p:spPr>
                <a:xfrm rot="157512">
                  <a:off x="6574005" y="5703526"/>
                  <a:ext cx="57072" cy="57047"/>
                </a:xfrm>
                <a:custGeom>
                  <a:rect b="b" l="l" r="r" t="t"/>
                  <a:pathLst>
                    <a:path extrusionOk="0" h="2282" w="2283">
                      <a:moveTo>
                        <a:pt x="1141" y="1"/>
                      </a:moveTo>
                      <a:cubicBezTo>
                        <a:pt x="511" y="1"/>
                        <a:pt x="0" y="511"/>
                        <a:pt x="0" y="1141"/>
                      </a:cubicBezTo>
                      <a:cubicBezTo>
                        <a:pt x="0" y="1771"/>
                        <a:pt x="511" y="2282"/>
                        <a:pt x="1141" y="2282"/>
                      </a:cubicBezTo>
                      <a:cubicBezTo>
                        <a:pt x="1771" y="2282"/>
                        <a:pt x="2282" y="1771"/>
                        <a:pt x="2282" y="1141"/>
                      </a:cubicBezTo>
                      <a:cubicBezTo>
                        <a:pt x="2282" y="511"/>
                        <a:pt x="1771" y="1"/>
                        <a:pt x="114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 name="Google Shape;284;p7"/>
                <p:cNvSpPr/>
                <p:nvPr/>
              </p:nvSpPr>
              <p:spPr>
                <a:xfrm rot="157512">
                  <a:off x="5957267" y="6080755"/>
                  <a:ext cx="57072" cy="57047"/>
                </a:xfrm>
                <a:custGeom>
                  <a:rect b="b" l="l" r="r" t="t"/>
                  <a:pathLst>
                    <a:path extrusionOk="0" h="2282" w="2283">
                      <a:moveTo>
                        <a:pt x="1141" y="0"/>
                      </a:moveTo>
                      <a:cubicBezTo>
                        <a:pt x="511" y="0"/>
                        <a:pt x="0" y="510"/>
                        <a:pt x="0" y="1140"/>
                      </a:cubicBezTo>
                      <a:cubicBezTo>
                        <a:pt x="0" y="1770"/>
                        <a:pt x="511" y="2281"/>
                        <a:pt x="1141" y="2281"/>
                      </a:cubicBezTo>
                      <a:cubicBezTo>
                        <a:pt x="1771" y="2281"/>
                        <a:pt x="2282" y="1770"/>
                        <a:pt x="2282" y="1140"/>
                      </a:cubicBezTo>
                      <a:cubicBezTo>
                        <a:pt x="2282" y="510"/>
                        <a:pt x="1771" y="0"/>
                        <a:pt x="114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 name="Google Shape;285;p7"/>
                <p:cNvSpPr/>
                <p:nvPr/>
              </p:nvSpPr>
              <p:spPr>
                <a:xfrm rot="157512">
                  <a:off x="5929801" y="4996682"/>
                  <a:ext cx="57072" cy="57047"/>
                </a:xfrm>
                <a:custGeom>
                  <a:rect b="b" l="l" r="r" t="t"/>
                  <a:pathLst>
                    <a:path extrusionOk="0" h="2282" w="2283">
                      <a:moveTo>
                        <a:pt x="1142" y="0"/>
                      </a:moveTo>
                      <a:cubicBezTo>
                        <a:pt x="511" y="0"/>
                        <a:pt x="1" y="510"/>
                        <a:pt x="1" y="1140"/>
                      </a:cubicBezTo>
                      <a:cubicBezTo>
                        <a:pt x="1" y="1771"/>
                        <a:pt x="511" y="2281"/>
                        <a:pt x="1142" y="2281"/>
                      </a:cubicBezTo>
                      <a:cubicBezTo>
                        <a:pt x="1772" y="2281"/>
                        <a:pt x="2283" y="1771"/>
                        <a:pt x="2283" y="1140"/>
                      </a:cubicBezTo>
                      <a:cubicBezTo>
                        <a:pt x="2283" y="510"/>
                        <a:pt x="1772" y="0"/>
                        <a:pt x="114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 name="Google Shape;286;p7"/>
                <p:cNvSpPr/>
                <p:nvPr/>
              </p:nvSpPr>
              <p:spPr>
                <a:xfrm rot="157512">
                  <a:off x="9015730" y="3465389"/>
                  <a:ext cx="57047" cy="57072"/>
                </a:xfrm>
                <a:custGeom>
                  <a:rect b="b" l="l" r="r" t="t"/>
                  <a:pathLst>
                    <a:path extrusionOk="0" h="2283" w="2282">
                      <a:moveTo>
                        <a:pt x="1142" y="0"/>
                      </a:moveTo>
                      <a:cubicBezTo>
                        <a:pt x="512" y="0"/>
                        <a:pt x="1" y="511"/>
                        <a:pt x="1" y="1141"/>
                      </a:cubicBezTo>
                      <a:cubicBezTo>
                        <a:pt x="1" y="1771"/>
                        <a:pt x="512" y="2282"/>
                        <a:pt x="1142" y="2282"/>
                      </a:cubicBezTo>
                      <a:cubicBezTo>
                        <a:pt x="1771" y="2282"/>
                        <a:pt x="2282" y="1771"/>
                        <a:pt x="2282" y="1141"/>
                      </a:cubicBezTo>
                      <a:cubicBezTo>
                        <a:pt x="2282" y="511"/>
                        <a:pt x="1771" y="0"/>
                        <a:pt x="114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287" name="Google Shape;287;p7"/>
            <p:cNvSpPr/>
            <p:nvPr/>
          </p:nvSpPr>
          <p:spPr>
            <a:xfrm rot="157512">
              <a:off x="8799542" y="3225845"/>
              <a:ext cx="57022" cy="57072"/>
            </a:xfrm>
            <a:custGeom>
              <a:rect b="b" l="l" r="r" t="t"/>
              <a:pathLst>
                <a:path extrusionOk="0" h="2283" w="2281">
                  <a:moveTo>
                    <a:pt x="1141" y="1"/>
                  </a:moveTo>
                  <a:cubicBezTo>
                    <a:pt x="511" y="1"/>
                    <a:pt x="0" y="512"/>
                    <a:pt x="0" y="1142"/>
                  </a:cubicBezTo>
                  <a:cubicBezTo>
                    <a:pt x="0" y="1772"/>
                    <a:pt x="511" y="2283"/>
                    <a:pt x="1141" y="2283"/>
                  </a:cubicBezTo>
                  <a:cubicBezTo>
                    <a:pt x="1771" y="2283"/>
                    <a:pt x="2281" y="1772"/>
                    <a:pt x="2281" y="1142"/>
                  </a:cubicBezTo>
                  <a:cubicBezTo>
                    <a:pt x="2281" y="512"/>
                    <a:pt x="1771" y="1"/>
                    <a:pt x="114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 name="Google Shape;288;p7"/>
            <p:cNvSpPr/>
            <p:nvPr/>
          </p:nvSpPr>
          <p:spPr>
            <a:xfrm rot="157512">
              <a:off x="5710335" y="4761896"/>
              <a:ext cx="57072" cy="57072"/>
            </a:xfrm>
            <a:custGeom>
              <a:rect b="b" l="l" r="r" t="t"/>
              <a:pathLst>
                <a:path extrusionOk="0" h="2283" w="2283">
                  <a:moveTo>
                    <a:pt x="1141" y="1"/>
                  </a:moveTo>
                  <a:cubicBezTo>
                    <a:pt x="511" y="1"/>
                    <a:pt x="0" y="511"/>
                    <a:pt x="0" y="1142"/>
                  </a:cubicBezTo>
                  <a:cubicBezTo>
                    <a:pt x="0" y="1772"/>
                    <a:pt x="511" y="2283"/>
                    <a:pt x="1141" y="2283"/>
                  </a:cubicBezTo>
                  <a:cubicBezTo>
                    <a:pt x="1771" y="2283"/>
                    <a:pt x="2282" y="1772"/>
                    <a:pt x="2282" y="1142"/>
                  </a:cubicBezTo>
                  <a:cubicBezTo>
                    <a:pt x="2282" y="511"/>
                    <a:pt x="1771" y="1"/>
                    <a:pt x="114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 name="Google Shape;289;p7"/>
            <p:cNvSpPr/>
            <p:nvPr/>
          </p:nvSpPr>
          <p:spPr>
            <a:xfrm rot="157512">
              <a:off x="7885492" y="4168682"/>
              <a:ext cx="57047" cy="57047"/>
            </a:xfrm>
            <a:custGeom>
              <a:rect b="b" l="l" r="r" t="t"/>
              <a:pathLst>
                <a:path extrusionOk="0" h="2282" w="2282">
                  <a:moveTo>
                    <a:pt x="1141" y="0"/>
                  </a:moveTo>
                  <a:cubicBezTo>
                    <a:pt x="511" y="0"/>
                    <a:pt x="0" y="511"/>
                    <a:pt x="0" y="1141"/>
                  </a:cubicBezTo>
                  <a:cubicBezTo>
                    <a:pt x="0" y="1770"/>
                    <a:pt x="511" y="2281"/>
                    <a:pt x="1141" y="2281"/>
                  </a:cubicBezTo>
                  <a:cubicBezTo>
                    <a:pt x="1772" y="2281"/>
                    <a:pt x="2281" y="1770"/>
                    <a:pt x="2281" y="1141"/>
                  </a:cubicBezTo>
                  <a:cubicBezTo>
                    <a:pt x="2281" y="511"/>
                    <a:pt x="1772" y="0"/>
                    <a:pt x="114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90" name="Google Shape;290;p7"/>
          <p:cNvGrpSpPr/>
          <p:nvPr/>
        </p:nvGrpSpPr>
        <p:grpSpPr>
          <a:xfrm>
            <a:off x="-128336" y="-2516262"/>
            <a:ext cx="5036265" cy="4113315"/>
            <a:chOff x="4780389" y="2513201"/>
            <a:chExt cx="5036265" cy="4113315"/>
          </a:xfrm>
        </p:grpSpPr>
        <p:grpSp>
          <p:nvGrpSpPr>
            <p:cNvPr id="291" name="Google Shape;291;p7"/>
            <p:cNvGrpSpPr/>
            <p:nvPr/>
          </p:nvGrpSpPr>
          <p:grpSpPr>
            <a:xfrm>
              <a:off x="4780389" y="2513201"/>
              <a:ext cx="5036265" cy="4113315"/>
              <a:chOff x="4673664" y="2214101"/>
              <a:chExt cx="5036265" cy="4113315"/>
            </a:xfrm>
          </p:grpSpPr>
          <p:sp>
            <p:nvSpPr>
              <p:cNvPr id="292" name="Google Shape;292;p7"/>
              <p:cNvSpPr/>
              <p:nvPr/>
            </p:nvSpPr>
            <p:spPr>
              <a:xfrm rot="157512">
                <a:off x="9047033" y="4559649"/>
                <a:ext cx="57072" cy="57047"/>
              </a:xfrm>
              <a:custGeom>
                <a:rect b="b" l="l" r="r" t="t"/>
                <a:pathLst>
                  <a:path extrusionOk="0" h="2282" w="2283">
                    <a:moveTo>
                      <a:pt x="1141" y="1"/>
                    </a:moveTo>
                    <a:cubicBezTo>
                      <a:pt x="511" y="1"/>
                      <a:pt x="0" y="512"/>
                      <a:pt x="0" y="1142"/>
                    </a:cubicBezTo>
                    <a:cubicBezTo>
                      <a:pt x="0" y="1771"/>
                      <a:pt x="511" y="2282"/>
                      <a:pt x="1141" y="2282"/>
                    </a:cubicBezTo>
                    <a:cubicBezTo>
                      <a:pt x="1771" y="2282"/>
                      <a:pt x="2282" y="1771"/>
                      <a:pt x="2282" y="1142"/>
                    </a:cubicBezTo>
                    <a:cubicBezTo>
                      <a:pt x="2282" y="512"/>
                      <a:pt x="1771" y="1"/>
                      <a:pt x="114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93" name="Google Shape;293;p7"/>
              <p:cNvGrpSpPr/>
              <p:nvPr/>
            </p:nvGrpSpPr>
            <p:grpSpPr>
              <a:xfrm>
                <a:off x="4673664" y="2214101"/>
                <a:ext cx="5036265" cy="4113315"/>
                <a:chOff x="4673664" y="2214101"/>
                <a:chExt cx="5036265" cy="4113315"/>
              </a:xfrm>
            </p:grpSpPr>
            <p:grpSp>
              <p:nvGrpSpPr>
                <p:cNvPr id="294" name="Google Shape;294;p7"/>
                <p:cNvGrpSpPr/>
                <p:nvPr/>
              </p:nvGrpSpPr>
              <p:grpSpPr>
                <a:xfrm>
                  <a:off x="4673664" y="2214101"/>
                  <a:ext cx="5036265" cy="4113315"/>
                  <a:chOff x="3825164" y="427026"/>
                  <a:chExt cx="5036265" cy="4113315"/>
                </a:xfrm>
              </p:grpSpPr>
              <p:sp>
                <p:nvSpPr>
                  <p:cNvPr id="295" name="Google Shape;295;p7"/>
                  <p:cNvSpPr/>
                  <p:nvPr/>
                </p:nvSpPr>
                <p:spPr>
                  <a:xfrm rot="157512">
                    <a:off x="6915828" y="473247"/>
                    <a:ext cx="650167" cy="721089"/>
                  </a:xfrm>
                  <a:custGeom>
                    <a:rect b="b" l="l" r="r" t="t"/>
                    <a:pathLst>
                      <a:path extrusionOk="0" fill="none" h="28845" w="26008">
                        <a:moveTo>
                          <a:pt x="26008" y="20744"/>
                        </a:moveTo>
                        <a:lnTo>
                          <a:pt x="24980" y="6321"/>
                        </a:lnTo>
                        <a:lnTo>
                          <a:pt x="11976" y="1"/>
                        </a:lnTo>
                        <a:lnTo>
                          <a:pt x="0" y="8102"/>
                        </a:lnTo>
                        <a:lnTo>
                          <a:pt x="1028" y="22524"/>
                        </a:lnTo>
                        <a:lnTo>
                          <a:pt x="14032"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 name="Google Shape;296;p7"/>
                  <p:cNvSpPr/>
                  <p:nvPr/>
                </p:nvSpPr>
                <p:spPr>
                  <a:xfrm rot="157512">
                    <a:off x="7541687" y="457392"/>
                    <a:ext cx="650192" cy="721114"/>
                  </a:xfrm>
                  <a:custGeom>
                    <a:rect b="b" l="l" r="r" t="t"/>
                    <a:pathLst>
                      <a:path extrusionOk="0" fill="none" h="28846" w="26009">
                        <a:moveTo>
                          <a:pt x="26009" y="20743"/>
                        </a:moveTo>
                        <a:lnTo>
                          <a:pt x="24981" y="6321"/>
                        </a:lnTo>
                        <a:lnTo>
                          <a:pt x="11976" y="1"/>
                        </a:lnTo>
                        <a:lnTo>
                          <a:pt x="1" y="8102"/>
                        </a:lnTo>
                        <a:lnTo>
                          <a:pt x="1029" y="22525"/>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 name="Google Shape;297;p7"/>
                  <p:cNvSpPr/>
                  <p:nvPr/>
                </p:nvSpPr>
                <p:spPr>
                  <a:xfrm rot="157512">
                    <a:off x="8167572" y="441537"/>
                    <a:ext cx="650192" cy="721089"/>
                  </a:xfrm>
                  <a:custGeom>
                    <a:rect b="b" l="l" r="r" t="t"/>
                    <a:pathLst>
                      <a:path extrusionOk="0" fill="none" h="28845" w="26009">
                        <a:moveTo>
                          <a:pt x="26008" y="20743"/>
                        </a:moveTo>
                        <a:lnTo>
                          <a:pt x="24980" y="6321"/>
                        </a:lnTo>
                        <a:lnTo>
                          <a:pt x="11976" y="0"/>
                        </a:lnTo>
                        <a:lnTo>
                          <a:pt x="1" y="8102"/>
                        </a:lnTo>
                        <a:lnTo>
                          <a:pt x="1029" y="22524"/>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 name="Google Shape;298;p7"/>
                  <p:cNvSpPr/>
                  <p:nvPr/>
                </p:nvSpPr>
                <p:spPr>
                  <a:xfrm rot="157512">
                    <a:off x="7242491" y="1007356"/>
                    <a:ext cx="650192" cy="721089"/>
                  </a:xfrm>
                  <a:custGeom>
                    <a:rect b="b" l="l" r="r" t="t"/>
                    <a:pathLst>
                      <a:path extrusionOk="0" fill="none" h="28845" w="26009">
                        <a:moveTo>
                          <a:pt x="26008" y="20743"/>
                        </a:moveTo>
                        <a:lnTo>
                          <a:pt x="24980" y="6321"/>
                        </a:lnTo>
                        <a:lnTo>
                          <a:pt x="11976" y="1"/>
                        </a:lnTo>
                        <a:lnTo>
                          <a:pt x="0" y="8102"/>
                        </a:lnTo>
                        <a:lnTo>
                          <a:pt x="1028" y="22525"/>
                        </a:lnTo>
                        <a:lnTo>
                          <a:pt x="14033" y="28844"/>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 name="Google Shape;299;p7"/>
                  <p:cNvSpPr/>
                  <p:nvPr/>
                </p:nvSpPr>
                <p:spPr>
                  <a:xfrm rot="157512">
                    <a:off x="7868375" y="991501"/>
                    <a:ext cx="650167" cy="721089"/>
                  </a:xfrm>
                  <a:custGeom>
                    <a:rect b="b" l="l" r="r" t="t"/>
                    <a:pathLst>
                      <a:path extrusionOk="0" fill="none" h="28845" w="26008">
                        <a:moveTo>
                          <a:pt x="26008" y="20743"/>
                        </a:moveTo>
                        <a:lnTo>
                          <a:pt x="24980" y="6321"/>
                        </a:lnTo>
                        <a:lnTo>
                          <a:pt x="11976" y="0"/>
                        </a:lnTo>
                        <a:lnTo>
                          <a:pt x="0" y="8102"/>
                        </a:lnTo>
                        <a:lnTo>
                          <a:pt x="1028" y="22524"/>
                        </a:lnTo>
                        <a:lnTo>
                          <a:pt x="14032"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 name="Google Shape;300;p7"/>
                  <p:cNvSpPr/>
                  <p:nvPr/>
                </p:nvSpPr>
                <p:spPr>
                  <a:xfrm rot="157512">
                    <a:off x="6943294" y="1557320"/>
                    <a:ext cx="650167" cy="721089"/>
                  </a:xfrm>
                  <a:custGeom>
                    <a:rect b="b" l="l" r="r" t="t"/>
                    <a:pathLst>
                      <a:path extrusionOk="0" fill="none" h="28845" w="26008">
                        <a:moveTo>
                          <a:pt x="26008" y="20743"/>
                        </a:moveTo>
                        <a:lnTo>
                          <a:pt x="24980" y="6320"/>
                        </a:lnTo>
                        <a:lnTo>
                          <a:pt x="11975" y="1"/>
                        </a:lnTo>
                        <a:lnTo>
                          <a:pt x="0" y="8102"/>
                        </a:lnTo>
                        <a:lnTo>
                          <a:pt x="1028" y="22524"/>
                        </a:lnTo>
                        <a:lnTo>
                          <a:pt x="14032" y="28844"/>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 name="Google Shape;301;p7"/>
                  <p:cNvSpPr/>
                  <p:nvPr/>
                </p:nvSpPr>
                <p:spPr>
                  <a:xfrm rot="157512">
                    <a:off x="7569154" y="1541466"/>
                    <a:ext cx="650217" cy="721064"/>
                  </a:xfrm>
                  <a:custGeom>
                    <a:rect b="b" l="l" r="r" t="t"/>
                    <a:pathLst>
                      <a:path extrusionOk="0" fill="none" h="28844" w="26010">
                        <a:moveTo>
                          <a:pt x="26009" y="20743"/>
                        </a:moveTo>
                        <a:lnTo>
                          <a:pt x="24980" y="6321"/>
                        </a:lnTo>
                        <a:lnTo>
                          <a:pt x="11976" y="0"/>
                        </a:lnTo>
                        <a:lnTo>
                          <a:pt x="1" y="8101"/>
                        </a:lnTo>
                        <a:lnTo>
                          <a:pt x="1029" y="22524"/>
                        </a:lnTo>
                        <a:lnTo>
                          <a:pt x="14033" y="28844"/>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 name="Google Shape;302;p7"/>
                  <p:cNvSpPr/>
                  <p:nvPr/>
                </p:nvSpPr>
                <p:spPr>
                  <a:xfrm rot="157512">
                    <a:off x="8195039" y="1525586"/>
                    <a:ext cx="650217" cy="721114"/>
                  </a:xfrm>
                  <a:custGeom>
                    <a:rect b="b" l="l" r="r" t="t"/>
                    <a:pathLst>
                      <a:path extrusionOk="0" fill="none" h="28846" w="26010">
                        <a:moveTo>
                          <a:pt x="26009" y="20743"/>
                        </a:moveTo>
                        <a:lnTo>
                          <a:pt x="24980" y="6322"/>
                        </a:lnTo>
                        <a:lnTo>
                          <a:pt x="11976" y="1"/>
                        </a:lnTo>
                        <a:lnTo>
                          <a:pt x="0" y="8103"/>
                        </a:lnTo>
                        <a:lnTo>
                          <a:pt x="1029" y="22525"/>
                        </a:lnTo>
                        <a:lnTo>
                          <a:pt x="14033" y="28846"/>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 name="Google Shape;303;p7"/>
                  <p:cNvSpPr/>
                  <p:nvPr/>
                </p:nvSpPr>
                <p:spPr>
                  <a:xfrm rot="157512">
                    <a:off x="4140535" y="2170703"/>
                    <a:ext cx="650217" cy="721089"/>
                  </a:xfrm>
                  <a:custGeom>
                    <a:rect b="b" l="l" r="r" t="t"/>
                    <a:pathLst>
                      <a:path extrusionOk="0" fill="none" h="28845" w="26010">
                        <a:moveTo>
                          <a:pt x="26009" y="20743"/>
                        </a:moveTo>
                        <a:lnTo>
                          <a:pt x="24980" y="6321"/>
                        </a:lnTo>
                        <a:lnTo>
                          <a:pt x="11977" y="0"/>
                        </a:lnTo>
                        <a:lnTo>
                          <a:pt x="1" y="8102"/>
                        </a:lnTo>
                        <a:lnTo>
                          <a:pt x="1028" y="22524"/>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 name="Google Shape;304;p7"/>
                  <p:cNvSpPr/>
                  <p:nvPr/>
                </p:nvSpPr>
                <p:spPr>
                  <a:xfrm rot="157512">
                    <a:off x="4766419" y="2154848"/>
                    <a:ext cx="650192" cy="721089"/>
                  </a:xfrm>
                  <a:custGeom>
                    <a:rect b="b" l="l" r="r" t="t"/>
                    <a:pathLst>
                      <a:path extrusionOk="0" fill="none" h="28845" w="26009">
                        <a:moveTo>
                          <a:pt x="26009" y="20743"/>
                        </a:moveTo>
                        <a:lnTo>
                          <a:pt x="24980" y="6321"/>
                        </a:lnTo>
                        <a:lnTo>
                          <a:pt x="11977" y="1"/>
                        </a:lnTo>
                        <a:lnTo>
                          <a:pt x="0" y="8102"/>
                        </a:lnTo>
                        <a:lnTo>
                          <a:pt x="1029" y="22524"/>
                        </a:lnTo>
                        <a:lnTo>
                          <a:pt x="14034"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 name="Google Shape;305;p7"/>
                  <p:cNvSpPr/>
                  <p:nvPr/>
                </p:nvSpPr>
                <p:spPr>
                  <a:xfrm rot="157512">
                    <a:off x="5392303" y="2138993"/>
                    <a:ext cx="650192" cy="721089"/>
                  </a:xfrm>
                  <a:custGeom>
                    <a:rect b="b" l="l" r="r" t="t"/>
                    <a:pathLst>
                      <a:path extrusionOk="0" fill="none" h="28845" w="26009">
                        <a:moveTo>
                          <a:pt x="26009" y="20743"/>
                        </a:moveTo>
                        <a:lnTo>
                          <a:pt x="24981" y="6321"/>
                        </a:lnTo>
                        <a:lnTo>
                          <a:pt x="11976" y="0"/>
                        </a:lnTo>
                        <a:lnTo>
                          <a:pt x="0" y="8102"/>
                        </a:lnTo>
                        <a:lnTo>
                          <a:pt x="1029" y="22524"/>
                        </a:lnTo>
                        <a:lnTo>
                          <a:pt x="14033" y="28844"/>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 name="Google Shape;306;p7"/>
                  <p:cNvSpPr/>
                  <p:nvPr/>
                </p:nvSpPr>
                <p:spPr>
                  <a:xfrm rot="157512">
                    <a:off x="6018188" y="2123139"/>
                    <a:ext cx="650192" cy="721089"/>
                  </a:xfrm>
                  <a:custGeom>
                    <a:rect b="b" l="l" r="r" t="t"/>
                    <a:pathLst>
                      <a:path extrusionOk="0" fill="none" h="28845" w="26009">
                        <a:moveTo>
                          <a:pt x="26008" y="20743"/>
                        </a:moveTo>
                        <a:lnTo>
                          <a:pt x="24981" y="6321"/>
                        </a:lnTo>
                        <a:lnTo>
                          <a:pt x="11976" y="0"/>
                        </a:lnTo>
                        <a:lnTo>
                          <a:pt x="1" y="8102"/>
                        </a:lnTo>
                        <a:lnTo>
                          <a:pt x="1029" y="22524"/>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 name="Google Shape;307;p7"/>
                  <p:cNvSpPr/>
                  <p:nvPr/>
                </p:nvSpPr>
                <p:spPr>
                  <a:xfrm rot="157512">
                    <a:off x="6644073" y="2107259"/>
                    <a:ext cx="650192" cy="721114"/>
                  </a:xfrm>
                  <a:custGeom>
                    <a:rect b="b" l="l" r="r" t="t"/>
                    <a:pathLst>
                      <a:path extrusionOk="0" fill="none" h="28846" w="26009">
                        <a:moveTo>
                          <a:pt x="26008" y="20743"/>
                        </a:moveTo>
                        <a:lnTo>
                          <a:pt x="24980" y="6321"/>
                        </a:lnTo>
                        <a:lnTo>
                          <a:pt x="11976" y="1"/>
                        </a:lnTo>
                        <a:lnTo>
                          <a:pt x="1" y="8103"/>
                        </a:lnTo>
                        <a:lnTo>
                          <a:pt x="1028" y="22525"/>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 name="Google Shape;308;p7"/>
                  <p:cNvSpPr/>
                  <p:nvPr/>
                </p:nvSpPr>
                <p:spPr>
                  <a:xfrm rot="157512">
                    <a:off x="7269957" y="2091430"/>
                    <a:ext cx="650192" cy="721064"/>
                  </a:xfrm>
                  <a:custGeom>
                    <a:rect b="b" l="l" r="r" t="t"/>
                    <a:pathLst>
                      <a:path extrusionOk="0" fill="none" h="28844" w="26009">
                        <a:moveTo>
                          <a:pt x="26009" y="20743"/>
                        </a:moveTo>
                        <a:lnTo>
                          <a:pt x="24980" y="6320"/>
                        </a:lnTo>
                        <a:lnTo>
                          <a:pt x="11976" y="0"/>
                        </a:lnTo>
                        <a:lnTo>
                          <a:pt x="0" y="8101"/>
                        </a:lnTo>
                        <a:lnTo>
                          <a:pt x="1028" y="22523"/>
                        </a:lnTo>
                        <a:lnTo>
                          <a:pt x="14033" y="28844"/>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 name="Google Shape;309;p7"/>
                  <p:cNvSpPr/>
                  <p:nvPr/>
                </p:nvSpPr>
                <p:spPr>
                  <a:xfrm rot="157512">
                    <a:off x="7895842" y="2075550"/>
                    <a:ext cx="650192" cy="721089"/>
                  </a:xfrm>
                  <a:custGeom>
                    <a:rect b="b" l="l" r="r" t="t"/>
                    <a:pathLst>
                      <a:path extrusionOk="0" fill="none" h="28845" w="26009">
                        <a:moveTo>
                          <a:pt x="26009" y="20743"/>
                        </a:moveTo>
                        <a:lnTo>
                          <a:pt x="24980" y="6322"/>
                        </a:lnTo>
                        <a:lnTo>
                          <a:pt x="11976" y="1"/>
                        </a:lnTo>
                        <a:lnTo>
                          <a:pt x="0" y="8102"/>
                        </a:lnTo>
                        <a:lnTo>
                          <a:pt x="1029" y="22525"/>
                        </a:lnTo>
                        <a:lnTo>
                          <a:pt x="14032"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 name="Google Shape;310;p7"/>
                  <p:cNvSpPr/>
                  <p:nvPr/>
                </p:nvSpPr>
                <p:spPr>
                  <a:xfrm rot="157512">
                    <a:off x="3841337" y="2720667"/>
                    <a:ext cx="650192" cy="721114"/>
                  </a:xfrm>
                  <a:custGeom>
                    <a:rect b="b" l="l" r="r" t="t"/>
                    <a:pathLst>
                      <a:path extrusionOk="0" fill="none" h="28846" w="26009">
                        <a:moveTo>
                          <a:pt x="26009" y="20743"/>
                        </a:moveTo>
                        <a:lnTo>
                          <a:pt x="24980" y="6321"/>
                        </a:lnTo>
                        <a:lnTo>
                          <a:pt x="11975" y="0"/>
                        </a:lnTo>
                        <a:lnTo>
                          <a:pt x="0" y="8102"/>
                        </a:lnTo>
                        <a:lnTo>
                          <a:pt x="1029" y="22524"/>
                        </a:lnTo>
                        <a:lnTo>
                          <a:pt x="14032"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 name="Google Shape;311;p7"/>
                  <p:cNvSpPr/>
                  <p:nvPr/>
                </p:nvSpPr>
                <p:spPr>
                  <a:xfrm rot="157512">
                    <a:off x="4467198" y="2704787"/>
                    <a:ext cx="650217" cy="721114"/>
                  </a:xfrm>
                  <a:custGeom>
                    <a:rect b="b" l="l" r="r" t="t"/>
                    <a:pathLst>
                      <a:path extrusionOk="0" fill="none" h="28846" w="26010">
                        <a:moveTo>
                          <a:pt x="26010" y="20743"/>
                        </a:moveTo>
                        <a:lnTo>
                          <a:pt x="24982" y="6322"/>
                        </a:lnTo>
                        <a:lnTo>
                          <a:pt x="11977" y="1"/>
                        </a:lnTo>
                        <a:lnTo>
                          <a:pt x="1" y="8103"/>
                        </a:lnTo>
                        <a:lnTo>
                          <a:pt x="1030" y="22525"/>
                        </a:lnTo>
                        <a:lnTo>
                          <a:pt x="14033" y="28846"/>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 name="Google Shape;312;p7"/>
                  <p:cNvSpPr/>
                  <p:nvPr/>
                </p:nvSpPr>
                <p:spPr>
                  <a:xfrm rot="157512">
                    <a:off x="5093107" y="2688958"/>
                    <a:ext cx="650192" cy="721089"/>
                  </a:xfrm>
                  <a:custGeom>
                    <a:rect b="b" l="l" r="r" t="t"/>
                    <a:pathLst>
                      <a:path extrusionOk="0" fill="none" h="28845" w="26009">
                        <a:moveTo>
                          <a:pt x="26008" y="20743"/>
                        </a:moveTo>
                        <a:lnTo>
                          <a:pt x="24980" y="6320"/>
                        </a:lnTo>
                        <a:lnTo>
                          <a:pt x="11976" y="0"/>
                        </a:lnTo>
                        <a:lnTo>
                          <a:pt x="1" y="8102"/>
                        </a:lnTo>
                        <a:lnTo>
                          <a:pt x="1029" y="22523"/>
                        </a:lnTo>
                        <a:lnTo>
                          <a:pt x="14033" y="28844"/>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 name="Google Shape;313;p7"/>
                  <p:cNvSpPr/>
                  <p:nvPr/>
                </p:nvSpPr>
                <p:spPr>
                  <a:xfrm rot="157512">
                    <a:off x="5718992" y="2673103"/>
                    <a:ext cx="650192" cy="721064"/>
                  </a:xfrm>
                  <a:custGeom>
                    <a:rect b="b" l="l" r="r" t="t"/>
                    <a:pathLst>
                      <a:path extrusionOk="0" fill="none" h="28844" w="26009">
                        <a:moveTo>
                          <a:pt x="26008" y="20743"/>
                        </a:moveTo>
                        <a:lnTo>
                          <a:pt x="24980" y="6321"/>
                        </a:lnTo>
                        <a:lnTo>
                          <a:pt x="11976" y="0"/>
                        </a:lnTo>
                        <a:lnTo>
                          <a:pt x="0" y="8101"/>
                        </a:lnTo>
                        <a:lnTo>
                          <a:pt x="1028" y="22524"/>
                        </a:lnTo>
                        <a:lnTo>
                          <a:pt x="14033" y="28844"/>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 name="Google Shape;314;p7"/>
                  <p:cNvSpPr/>
                  <p:nvPr/>
                </p:nvSpPr>
                <p:spPr>
                  <a:xfrm rot="157512">
                    <a:off x="6344876" y="2657223"/>
                    <a:ext cx="650167" cy="721114"/>
                  </a:xfrm>
                  <a:custGeom>
                    <a:rect b="b" l="l" r="r" t="t"/>
                    <a:pathLst>
                      <a:path extrusionOk="0" fill="none" h="28846" w="26008">
                        <a:moveTo>
                          <a:pt x="26008" y="20743"/>
                        </a:moveTo>
                        <a:lnTo>
                          <a:pt x="24980" y="6321"/>
                        </a:lnTo>
                        <a:lnTo>
                          <a:pt x="11975" y="1"/>
                        </a:lnTo>
                        <a:lnTo>
                          <a:pt x="0" y="8103"/>
                        </a:lnTo>
                        <a:lnTo>
                          <a:pt x="1028" y="22525"/>
                        </a:lnTo>
                        <a:lnTo>
                          <a:pt x="14032"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 name="Google Shape;315;p7"/>
                  <p:cNvSpPr/>
                  <p:nvPr/>
                </p:nvSpPr>
                <p:spPr>
                  <a:xfrm rot="157512">
                    <a:off x="6970736" y="2641369"/>
                    <a:ext cx="650217" cy="721114"/>
                  </a:xfrm>
                  <a:custGeom>
                    <a:rect b="b" l="l" r="r" t="t"/>
                    <a:pathLst>
                      <a:path extrusionOk="0" fill="none" h="28846" w="26010">
                        <a:moveTo>
                          <a:pt x="26010" y="20743"/>
                        </a:moveTo>
                        <a:lnTo>
                          <a:pt x="24981" y="6321"/>
                        </a:lnTo>
                        <a:lnTo>
                          <a:pt x="11976" y="0"/>
                        </a:lnTo>
                        <a:lnTo>
                          <a:pt x="1" y="8102"/>
                        </a:lnTo>
                        <a:lnTo>
                          <a:pt x="1029" y="22524"/>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 name="Google Shape;316;p7"/>
                  <p:cNvSpPr/>
                  <p:nvPr/>
                </p:nvSpPr>
                <p:spPr>
                  <a:xfrm rot="157512">
                    <a:off x="4168001" y="3254751"/>
                    <a:ext cx="650217" cy="721114"/>
                  </a:xfrm>
                  <a:custGeom>
                    <a:rect b="b" l="l" r="r" t="t"/>
                    <a:pathLst>
                      <a:path extrusionOk="0" fill="none" h="28846" w="26010">
                        <a:moveTo>
                          <a:pt x="26009" y="20744"/>
                        </a:moveTo>
                        <a:lnTo>
                          <a:pt x="24980" y="6322"/>
                        </a:lnTo>
                        <a:lnTo>
                          <a:pt x="11977" y="1"/>
                        </a:lnTo>
                        <a:lnTo>
                          <a:pt x="0" y="8103"/>
                        </a:lnTo>
                        <a:lnTo>
                          <a:pt x="1029" y="22525"/>
                        </a:lnTo>
                        <a:lnTo>
                          <a:pt x="14034" y="28846"/>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 name="Google Shape;317;p7"/>
                  <p:cNvSpPr/>
                  <p:nvPr/>
                </p:nvSpPr>
                <p:spPr>
                  <a:xfrm rot="157512">
                    <a:off x="4793885" y="3238896"/>
                    <a:ext cx="650192" cy="721114"/>
                  </a:xfrm>
                  <a:custGeom>
                    <a:rect b="b" l="l" r="r" t="t"/>
                    <a:pathLst>
                      <a:path extrusionOk="0" fill="none" h="28846" w="26009">
                        <a:moveTo>
                          <a:pt x="26009" y="20743"/>
                        </a:moveTo>
                        <a:lnTo>
                          <a:pt x="24981" y="6321"/>
                        </a:lnTo>
                        <a:lnTo>
                          <a:pt x="11977" y="0"/>
                        </a:lnTo>
                        <a:lnTo>
                          <a:pt x="0" y="8103"/>
                        </a:lnTo>
                        <a:lnTo>
                          <a:pt x="1029" y="22525"/>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 name="Google Shape;318;p7"/>
                  <p:cNvSpPr/>
                  <p:nvPr/>
                </p:nvSpPr>
                <p:spPr>
                  <a:xfrm rot="157512">
                    <a:off x="5419770" y="3223067"/>
                    <a:ext cx="650192" cy="721064"/>
                  </a:xfrm>
                  <a:custGeom>
                    <a:rect b="b" l="l" r="r" t="t"/>
                    <a:pathLst>
                      <a:path extrusionOk="0" fill="none" h="28844" w="26009">
                        <a:moveTo>
                          <a:pt x="26009" y="20743"/>
                        </a:moveTo>
                        <a:lnTo>
                          <a:pt x="24981" y="6320"/>
                        </a:lnTo>
                        <a:lnTo>
                          <a:pt x="11976" y="0"/>
                        </a:lnTo>
                        <a:lnTo>
                          <a:pt x="1" y="8101"/>
                        </a:lnTo>
                        <a:lnTo>
                          <a:pt x="1029" y="22523"/>
                        </a:lnTo>
                        <a:lnTo>
                          <a:pt x="14033" y="28844"/>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 name="Google Shape;319;p7"/>
                  <p:cNvSpPr/>
                  <p:nvPr/>
                </p:nvSpPr>
                <p:spPr>
                  <a:xfrm rot="157512">
                    <a:off x="6045654" y="3207187"/>
                    <a:ext cx="650192" cy="721114"/>
                  </a:xfrm>
                  <a:custGeom>
                    <a:rect b="b" l="l" r="r" t="t"/>
                    <a:pathLst>
                      <a:path extrusionOk="0" fill="none" h="28846" w="26009">
                        <a:moveTo>
                          <a:pt x="26008" y="20743"/>
                        </a:moveTo>
                        <a:lnTo>
                          <a:pt x="24980" y="6321"/>
                        </a:lnTo>
                        <a:lnTo>
                          <a:pt x="11976" y="1"/>
                        </a:lnTo>
                        <a:lnTo>
                          <a:pt x="1" y="8102"/>
                        </a:lnTo>
                        <a:lnTo>
                          <a:pt x="1029" y="22525"/>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 name="Google Shape;320;p7"/>
                  <p:cNvSpPr/>
                  <p:nvPr/>
                </p:nvSpPr>
                <p:spPr>
                  <a:xfrm rot="157512">
                    <a:off x="3868779" y="3804714"/>
                    <a:ext cx="650217" cy="721114"/>
                  </a:xfrm>
                  <a:custGeom>
                    <a:rect b="b" l="l" r="r" t="t"/>
                    <a:pathLst>
                      <a:path extrusionOk="0" fill="none" h="28846" w="26010">
                        <a:moveTo>
                          <a:pt x="26010" y="20744"/>
                        </a:moveTo>
                        <a:lnTo>
                          <a:pt x="24982" y="6322"/>
                        </a:lnTo>
                        <a:lnTo>
                          <a:pt x="11977" y="1"/>
                        </a:lnTo>
                        <a:lnTo>
                          <a:pt x="1" y="8102"/>
                        </a:lnTo>
                        <a:lnTo>
                          <a:pt x="1030" y="22525"/>
                        </a:lnTo>
                        <a:lnTo>
                          <a:pt x="14034" y="28846"/>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 name="Google Shape;321;p7"/>
                  <p:cNvSpPr/>
                  <p:nvPr/>
                </p:nvSpPr>
                <p:spPr>
                  <a:xfrm rot="157512">
                    <a:off x="4494689" y="3788860"/>
                    <a:ext cx="650192" cy="721114"/>
                  </a:xfrm>
                  <a:custGeom>
                    <a:rect b="b" l="l" r="r" t="t"/>
                    <a:pathLst>
                      <a:path extrusionOk="0" fill="none" h="28846" w="26009">
                        <a:moveTo>
                          <a:pt x="26008" y="20743"/>
                        </a:moveTo>
                        <a:lnTo>
                          <a:pt x="24980" y="6321"/>
                        </a:lnTo>
                        <a:lnTo>
                          <a:pt x="11976" y="1"/>
                        </a:lnTo>
                        <a:lnTo>
                          <a:pt x="1" y="8103"/>
                        </a:lnTo>
                        <a:lnTo>
                          <a:pt x="1029" y="22525"/>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 name="Google Shape;322;p7"/>
                  <p:cNvSpPr/>
                  <p:nvPr/>
                </p:nvSpPr>
                <p:spPr>
                  <a:xfrm rot="157512">
                    <a:off x="5120574" y="3773006"/>
                    <a:ext cx="650192" cy="721089"/>
                  </a:xfrm>
                  <a:custGeom>
                    <a:rect b="b" l="l" r="r" t="t"/>
                    <a:pathLst>
                      <a:path extrusionOk="0" fill="none" h="28845" w="26009">
                        <a:moveTo>
                          <a:pt x="26008" y="20744"/>
                        </a:moveTo>
                        <a:lnTo>
                          <a:pt x="24980" y="6321"/>
                        </a:lnTo>
                        <a:lnTo>
                          <a:pt x="11976" y="0"/>
                        </a:lnTo>
                        <a:lnTo>
                          <a:pt x="0" y="8102"/>
                        </a:lnTo>
                        <a:lnTo>
                          <a:pt x="1028" y="22524"/>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23" name="Google Shape;323;p7"/>
                <p:cNvSpPr/>
                <p:nvPr/>
              </p:nvSpPr>
              <p:spPr>
                <a:xfrm rot="157512">
                  <a:off x="6228998" y="4446717"/>
                  <a:ext cx="57072" cy="57047"/>
                </a:xfrm>
                <a:custGeom>
                  <a:rect b="b" l="l" r="r" t="t"/>
                  <a:pathLst>
                    <a:path extrusionOk="0" h="2282" w="2283">
                      <a:moveTo>
                        <a:pt x="1142" y="0"/>
                      </a:moveTo>
                      <a:cubicBezTo>
                        <a:pt x="512" y="0"/>
                        <a:pt x="1" y="511"/>
                        <a:pt x="1" y="1141"/>
                      </a:cubicBezTo>
                      <a:cubicBezTo>
                        <a:pt x="1" y="1771"/>
                        <a:pt x="512" y="2281"/>
                        <a:pt x="1142" y="2281"/>
                      </a:cubicBezTo>
                      <a:cubicBezTo>
                        <a:pt x="1772" y="2281"/>
                        <a:pt x="2283" y="1772"/>
                        <a:pt x="2283" y="1141"/>
                      </a:cubicBezTo>
                      <a:cubicBezTo>
                        <a:pt x="2283" y="511"/>
                        <a:pt x="1772" y="0"/>
                        <a:pt x="114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 name="Google Shape;324;p7"/>
                <p:cNvSpPr/>
                <p:nvPr/>
              </p:nvSpPr>
              <p:spPr>
                <a:xfrm rot="157512">
                  <a:off x="9351770" y="4005108"/>
                  <a:ext cx="57047" cy="57072"/>
                </a:xfrm>
                <a:custGeom>
                  <a:rect b="b" l="l" r="r" t="t"/>
                  <a:pathLst>
                    <a:path extrusionOk="0" h="2283" w="2282">
                      <a:moveTo>
                        <a:pt x="1141" y="0"/>
                      </a:moveTo>
                      <a:cubicBezTo>
                        <a:pt x="511" y="0"/>
                        <a:pt x="0" y="511"/>
                        <a:pt x="0" y="1141"/>
                      </a:cubicBezTo>
                      <a:cubicBezTo>
                        <a:pt x="0" y="1772"/>
                        <a:pt x="511" y="2282"/>
                        <a:pt x="1141" y="2282"/>
                      </a:cubicBezTo>
                      <a:cubicBezTo>
                        <a:pt x="1771" y="2282"/>
                        <a:pt x="2281" y="1772"/>
                        <a:pt x="2281" y="1141"/>
                      </a:cubicBezTo>
                      <a:cubicBezTo>
                        <a:pt x="2281" y="511"/>
                        <a:pt x="1771" y="0"/>
                        <a:pt x="114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 name="Google Shape;325;p7"/>
                <p:cNvSpPr/>
                <p:nvPr/>
              </p:nvSpPr>
              <p:spPr>
                <a:xfrm rot="157512">
                  <a:off x="8403706" y="3847890"/>
                  <a:ext cx="57072" cy="57047"/>
                </a:xfrm>
                <a:custGeom>
                  <a:rect b="b" l="l" r="r" t="t"/>
                  <a:pathLst>
                    <a:path extrusionOk="0" h="2282" w="2283">
                      <a:moveTo>
                        <a:pt x="1141" y="1"/>
                      </a:moveTo>
                      <a:cubicBezTo>
                        <a:pt x="511" y="1"/>
                        <a:pt x="0" y="511"/>
                        <a:pt x="0" y="1141"/>
                      </a:cubicBezTo>
                      <a:cubicBezTo>
                        <a:pt x="0" y="1771"/>
                        <a:pt x="511" y="2282"/>
                        <a:pt x="1141" y="2282"/>
                      </a:cubicBezTo>
                      <a:cubicBezTo>
                        <a:pt x="1771" y="2282"/>
                        <a:pt x="2282" y="1771"/>
                        <a:pt x="2282" y="1141"/>
                      </a:cubicBezTo>
                      <a:cubicBezTo>
                        <a:pt x="2282" y="511"/>
                        <a:pt x="1771" y="1"/>
                        <a:pt x="114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 name="Google Shape;326;p7"/>
                <p:cNvSpPr/>
                <p:nvPr/>
              </p:nvSpPr>
              <p:spPr>
                <a:xfrm rot="157512">
                  <a:off x="8124633" y="5115580"/>
                  <a:ext cx="57047" cy="57047"/>
                </a:xfrm>
                <a:custGeom>
                  <a:rect b="b" l="l" r="r" t="t"/>
                  <a:pathLst>
                    <a:path extrusionOk="0" h="2282" w="2282">
                      <a:moveTo>
                        <a:pt x="1140" y="0"/>
                      </a:moveTo>
                      <a:cubicBezTo>
                        <a:pt x="511" y="0"/>
                        <a:pt x="0" y="511"/>
                        <a:pt x="0" y="1141"/>
                      </a:cubicBezTo>
                      <a:cubicBezTo>
                        <a:pt x="0" y="1771"/>
                        <a:pt x="510" y="2281"/>
                        <a:pt x="1140" y="2281"/>
                      </a:cubicBezTo>
                      <a:cubicBezTo>
                        <a:pt x="1771" y="2281"/>
                        <a:pt x="2281" y="1771"/>
                        <a:pt x="2281" y="1141"/>
                      </a:cubicBezTo>
                      <a:cubicBezTo>
                        <a:pt x="2281" y="511"/>
                        <a:pt x="1771" y="0"/>
                        <a:pt x="114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 name="Google Shape;327;p7"/>
                <p:cNvSpPr/>
                <p:nvPr/>
              </p:nvSpPr>
              <p:spPr>
                <a:xfrm rot="157512">
                  <a:off x="6574005" y="5703526"/>
                  <a:ext cx="57072" cy="57047"/>
                </a:xfrm>
                <a:custGeom>
                  <a:rect b="b" l="l" r="r" t="t"/>
                  <a:pathLst>
                    <a:path extrusionOk="0" h="2282" w="2283">
                      <a:moveTo>
                        <a:pt x="1141" y="1"/>
                      </a:moveTo>
                      <a:cubicBezTo>
                        <a:pt x="511" y="1"/>
                        <a:pt x="0" y="511"/>
                        <a:pt x="0" y="1141"/>
                      </a:cubicBezTo>
                      <a:cubicBezTo>
                        <a:pt x="0" y="1771"/>
                        <a:pt x="511" y="2282"/>
                        <a:pt x="1141" y="2282"/>
                      </a:cubicBezTo>
                      <a:cubicBezTo>
                        <a:pt x="1771" y="2282"/>
                        <a:pt x="2282" y="1771"/>
                        <a:pt x="2282" y="1141"/>
                      </a:cubicBezTo>
                      <a:cubicBezTo>
                        <a:pt x="2282" y="511"/>
                        <a:pt x="1771" y="1"/>
                        <a:pt x="114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 name="Google Shape;328;p7"/>
                <p:cNvSpPr/>
                <p:nvPr/>
              </p:nvSpPr>
              <p:spPr>
                <a:xfrm rot="157512">
                  <a:off x="5957267" y="6080755"/>
                  <a:ext cx="57072" cy="57047"/>
                </a:xfrm>
                <a:custGeom>
                  <a:rect b="b" l="l" r="r" t="t"/>
                  <a:pathLst>
                    <a:path extrusionOk="0" h="2282" w="2283">
                      <a:moveTo>
                        <a:pt x="1141" y="0"/>
                      </a:moveTo>
                      <a:cubicBezTo>
                        <a:pt x="511" y="0"/>
                        <a:pt x="0" y="510"/>
                        <a:pt x="0" y="1140"/>
                      </a:cubicBezTo>
                      <a:cubicBezTo>
                        <a:pt x="0" y="1770"/>
                        <a:pt x="511" y="2281"/>
                        <a:pt x="1141" y="2281"/>
                      </a:cubicBezTo>
                      <a:cubicBezTo>
                        <a:pt x="1771" y="2281"/>
                        <a:pt x="2282" y="1770"/>
                        <a:pt x="2282" y="1140"/>
                      </a:cubicBezTo>
                      <a:cubicBezTo>
                        <a:pt x="2282" y="510"/>
                        <a:pt x="1771" y="0"/>
                        <a:pt x="114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 name="Google Shape;329;p7"/>
                <p:cNvSpPr/>
                <p:nvPr/>
              </p:nvSpPr>
              <p:spPr>
                <a:xfrm rot="157512">
                  <a:off x="5929801" y="4996682"/>
                  <a:ext cx="57072" cy="57047"/>
                </a:xfrm>
                <a:custGeom>
                  <a:rect b="b" l="l" r="r" t="t"/>
                  <a:pathLst>
                    <a:path extrusionOk="0" h="2282" w="2283">
                      <a:moveTo>
                        <a:pt x="1142" y="0"/>
                      </a:moveTo>
                      <a:cubicBezTo>
                        <a:pt x="511" y="0"/>
                        <a:pt x="1" y="510"/>
                        <a:pt x="1" y="1140"/>
                      </a:cubicBezTo>
                      <a:cubicBezTo>
                        <a:pt x="1" y="1771"/>
                        <a:pt x="511" y="2281"/>
                        <a:pt x="1142" y="2281"/>
                      </a:cubicBezTo>
                      <a:cubicBezTo>
                        <a:pt x="1772" y="2281"/>
                        <a:pt x="2283" y="1771"/>
                        <a:pt x="2283" y="1140"/>
                      </a:cubicBezTo>
                      <a:cubicBezTo>
                        <a:pt x="2283" y="510"/>
                        <a:pt x="1772" y="0"/>
                        <a:pt x="114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 name="Google Shape;330;p7"/>
                <p:cNvSpPr/>
                <p:nvPr/>
              </p:nvSpPr>
              <p:spPr>
                <a:xfrm rot="157512">
                  <a:off x="9015730" y="3465389"/>
                  <a:ext cx="57047" cy="57072"/>
                </a:xfrm>
                <a:custGeom>
                  <a:rect b="b" l="l" r="r" t="t"/>
                  <a:pathLst>
                    <a:path extrusionOk="0" h="2283" w="2282">
                      <a:moveTo>
                        <a:pt x="1142" y="0"/>
                      </a:moveTo>
                      <a:cubicBezTo>
                        <a:pt x="512" y="0"/>
                        <a:pt x="1" y="511"/>
                        <a:pt x="1" y="1141"/>
                      </a:cubicBezTo>
                      <a:cubicBezTo>
                        <a:pt x="1" y="1771"/>
                        <a:pt x="512" y="2282"/>
                        <a:pt x="1142" y="2282"/>
                      </a:cubicBezTo>
                      <a:cubicBezTo>
                        <a:pt x="1771" y="2282"/>
                        <a:pt x="2282" y="1771"/>
                        <a:pt x="2282" y="1141"/>
                      </a:cubicBezTo>
                      <a:cubicBezTo>
                        <a:pt x="2282" y="511"/>
                        <a:pt x="1771" y="0"/>
                        <a:pt x="114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331" name="Google Shape;331;p7"/>
            <p:cNvSpPr/>
            <p:nvPr/>
          </p:nvSpPr>
          <p:spPr>
            <a:xfrm rot="157512">
              <a:off x="8799542" y="3225845"/>
              <a:ext cx="57022" cy="57072"/>
            </a:xfrm>
            <a:custGeom>
              <a:rect b="b" l="l" r="r" t="t"/>
              <a:pathLst>
                <a:path extrusionOk="0" h="2283" w="2281">
                  <a:moveTo>
                    <a:pt x="1141" y="1"/>
                  </a:moveTo>
                  <a:cubicBezTo>
                    <a:pt x="511" y="1"/>
                    <a:pt x="0" y="512"/>
                    <a:pt x="0" y="1142"/>
                  </a:cubicBezTo>
                  <a:cubicBezTo>
                    <a:pt x="0" y="1772"/>
                    <a:pt x="511" y="2283"/>
                    <a:pt x="1141" y="2283"/>
                  </a:cubicBezTo>
                  <a:cubicBezTo>
                    <a:pt x="1771" y="2283"/>
                    <a:pt x="2281" y="1772"/>
                    <a:pt x="2281" y="1142"/>
                  </a:cubicBezTo>
                  <a:cubicBezTo>
                    <a:pt x="2281" y="512"/>
                    <a:pt x="1771" y="1"/>
                    <a:pt x="114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 name="Google Shape;332;p7"/>
            <p:cNvSpPr/>
            <p:nvPr/>
          </p:nvSpPr>
          <p:spPr>
            <a:xfrm rot="157512">
              <a:off x="5710335" y="4761896"/>
              <a:ext cx="57072" cy="57072"/>
            </a:xfrm>
            <a:custGeom>
              <a:rect b="b" l="l" r="r" t="t"/>
              <a:pathLst>
                <a:path extrusionOk="0" h="2283" w="2283">
                  <a:moveTo>
                    <a:pt x="1141" y="1"/>
                  </a:moveTo>
                  <a:cubicBezTo>
                    <a:pt x="511" y="1"/>
                    <a:pt x="0" y="511"/>
                    <a:pt x="0" y="1142"/>
                  </a:cubicBezTo>
                  <a:cubicBezTo>
                    <a:pt x="0" y="1772"/>
                    <a:pt x="511" y="2283"/>
                    <a:pt x="1141" y="2283"/>
                  </a:cubicBezTo>
                  <a:cubicBezTo>
                    <a:pt x="1771" y="2283"/>
                    <a:pt x="2282" y="1772"/>
                    <a:pt x="2282" y="1142"/>
                  </a:cubicBezTo>
                  <a:cubicBezTo>
                    <a:pt x="2282" y="511"/>
                    <a:pt x="1771" y="1"/>
                    <a:pt x="114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 name="Google Shape;333;p7"/>
            <p:cNvSpPr/>
            <p:nvPr/>
          </p:nvSpPr>
          <p:spPr>
            <a:xfrm rot="157512">
              <a:off x="7885492" y="4168682"/>
              <a:ext cx="57047" cy="57047"/>
            </a:xfrm>
            <a:custGeom>
              <a:rect b="b" l="l" r="r" t="t"/>
              <a:pathLst>
                <a:path extrusionOk="0" h="2282" w="2282">
                  <a:moveTo>
                    <a:pt x="1141" y="0"/>
                  </a:moveTo>
                  <a:cubicBezTo>
                    <a:pt x="511" y="0"/>
                    <a:pt x="0" y="511"/>
                    <a:pt x="0" y="1141"/>
                  </a:cubicBezTo>
                  <a:cubicBezTo>
                    <a:pt x="0" y="1770"/>
                    <a:pt x="511" y="2281"/>
                    <a:pt x="1141" y="2281"/>
                  </a:cubicBezTo>
                  <a:cubicBezTo>
                    <a:pt x="1772" y="2281"/>
                    <a:pt x="2281" y="1770"/>
                    <a:pt x="2281" y="1141"/>
                  </a:cubicBezTo>
                  <a:cubicBezTo>
                    <a:pt x="2281" y="511"/>
                    <a:pt x="1772" y="0"/>
                    <a:pt x="114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34" name="Shape 334"/>
        <p:cNvGrpSpPr/>
        <p:nvPr/>
      </p:nvGrpSpPr>
      <p:grpSpPr>
        <a:xfrm>
          <a:off x="0" y="0"/>
          <a:ext cx="0" cy="0"/>
          <a:chOff x="0" y="0"/>
          <a:chExt cx="0" cy="0"/>
        </a:xfrm>
      </p:grpSpPr>
      <p:sp>
        <p:nvSpPr>
          <p:cNvPr id="335" name="Google Shape;335;p8"/>
          <p:cNvSpPr txBox="1"/>
          <p:nvPr>
            <p:ph type="title"/>
          </p:nvPr>
        </p:nvSpPr>
        <p:spPr>
          <a:xfrm>
            <a:off x="943050" y="1307100"/>
            <a:ext cx="7257900" cy="2529300"/>
          </a:xfrm>
          <a:prstGeom prst="rect">
            <a:avLst/>
          </a:prstGeom>
        </p:spPr>
        <p:txBody>
          <a:bodyPr anchorCtr="0" anchor="ctr" bIns="91425" lIns="91425" spcFirstLastPara="1" rIns="91425" wrap="square" tIns="91425">
            <a:noAutofit/>
          </a:bodyPr>
          <a:lstStyle>
            <a:lvl1pPr lvl="0" algn="ctr">
              <a:spcBef>
                <a:spcPts val="0"/>
              </a:spcBef>
              <a:spcAft>
                <a:spcPts val="0"/>
              </a:spcAft>
              <a:buSzPts val="4800"/>
              <a:buNone/>
              <a:defRPr sz="86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grpSp>
        <p:nvGrpSpPr>
          <p:cNvPr id="336" name="Google Shape;336;p8"/>
          <p:cNvGrpSpPr/>
          <p:nvPr/>
        </p:nvGrpSpPr>
        <p:grpSpPr>
          <a:xfrm>
            <a:off x="5478864" y="2056701"/>
            <a:ext cx="5036265" cy="4113315"/>
            <a:chOff x="4780389" y="2513201"/>
            <a:chExt cx="5036265" cy="4113315"/>
          </a:xfrm>
        </p:grpSpPr>
        <p:grpSp>
          <p:nvGrpSpPr>
            <p:cNvPr id="337" name="Google Shape;337;p8"/>
            <p:cNvGrpSpPr/>
            <p:nvPr/>
          </p:nvGrpSpPr>
          <p:grpSpPr>
            <a:xfrm>
              <a:off x="4780389" y="2513201"/>
              <a:ext cx="5036265" cy="4113315"/>
              <a:chOff x="4673664" y="2214101"/>
              <a:chExt cx="5036265" cy="4113315"/>
            </a:xfrm>
          </p:grpSpPr>
          <p:sp>
            <p:nvSpPr>
              <p:cNvPr id="338" name="Google Shape;338;p8"/>
              <p:cNvSpPr/>
              <p:nvPr/>
            </p:nvSpPr>
            <p:spPr>
              <a:xfrm rot="157512">
                <a:off x="9047033" y="4559649"/>
                <a:ext cx="57072" cy="57047"/>
              </a:xfrm>
              <a:custGeom>
                <a:rect b="b" l="l" r="r" t="t"/>
                <a:pathLst>
                  <a:path extrusionOk="0" h="2282" w="2283">
                    <a:moveTo>
                      <a:pt x="1141" y="1"/>
                    </a:moveTo>
                    <a:cubicBezTo>
                      <a:pt x="511" y="1"/>
                      <a:pt x="0" y="512"/>
                      <a:pt x="0" y="1142"/>
                    </a:cubicBezTo>
                    <a:cubicBezTo>
                      <a:pt x="0" y="1771"/>
                      <a:pt x="511" y="2282"/>
                      <a:pt x="1141" y="2282"/>
                    </a:cubicBezTo>
                    <a:cubicBezTo>
                      <a:pt x="1771" y="2282"/>
                      <a:pt x="2282" y="1771"/>
                      <a:pt x="2282" y="1142"/>
                    </a:cubicBezTo>
                    <a:cubicBezTo>
                      <a:pt x="2282" y="512"/>
                      <a:pt x="1771" y="1"/>
                      <a:pt x="114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39" name="Google Shape;339;p8"/>
              <p:cNvGrpSpPr/>
              <p:nvPr/>
            </p:nvGrpSpPr>
            <p:grpSpPr>
              <a:xfrm>
                <a:off x="4673664" y="2214101"/>
                <a:ext cx="5036265" cy="4113315"/>
                <a:chOff x="4673664" y="2214101"/>
                <a:chExt cx="5036265" cy="4113315"/>
              </a:xfrm>
            </p:grpSpPr>
            <p:grpSp>
              <p:nvGrpSpPr>
                <p:cNvPr id="340" name="Google Shape;340;p8"/>
                <p:cNvGrpSpPr/>
                <p:nvPr/>
              </p:nvGrpSpPr>
              <p:grpSpPr>
                <a:xfrm>
                  <a:off x="4673664" y="2214101"/>
                  <a:ext cx="5036265" cy="4113315"/>
                  <a:chOff x="3825164" y="427026"/>
                  <a:chExt cx="5036265" cy="4113315"/>
                </a:xfrm>
              </p:grpSpPr>
              <p:sp>
                <p:nvSpPr>
                  <p:cNvPr id="341" name="Google Shape;341;p8"/>
                  <p:cNvSpPr/>
                  <p:nvPr/>
                </p:nvSpPr>
                <p:spPr>
                  <a:xfrm rot="157512">
                    <a:off x="6915828" y="473247"/>
                    <a:ext cx="650167" cy="721089"/>
                  </a:xfrm>
                  <a:custGeom>
                    <a:rect b="b" l="l" r="r" t="t"/>
                    <a:pathLst>
                      <a:path extrusionOk="0" fill="none" h="28845" w="26008">
                        <a:moveTo>
                          <a:pt x="26008" y="20744"/>
                        </a:moveTo>
                        <a:lnTo>
                          <a:pt x="24980" y="6321"/>
                        </a:lnTo>
                        <a:lnTo>
                          <a:pt x="11976" y="1"/>
                        </a:lnTo>
                        <a:lnTo>
                          <a:pt x="0" y="8102"/>
                        </a:lnTo>
                        <a:lnTo>
                          <a:pt x="1028" y="22524"/>
                        </a:lnTo>
                        <a:lnTo>
                          <a:pt x="14032"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 name="Google Shape;342;p8"/>
                  <p:cNvSpPr/>
                  <p:nvPr/>
                </p:nvSpPr>
                <p:spPr>
                  <a:xfrm rot="157512">
                    <a:off x="7541687" y="457392"/>
                    <a:ext cx="650192" cy="721114"/>
                  </a:xfrm>
                  <a:custGeom>
                    <a:rect b="b" l="l" r="r" t="t"/>
                    <a:pathLst>
                      <a:path extrusionOk="0" fill="none" h="28846" w="26009">
                        <a:moveTo>
                          <a:pt x="26009" y="20743"/>
                        </a:moveTo>
                        <a:lnTo>
                          <a:pt x="24981" y="6321"/>
                        </a:lnTo>
                        <a:lnTo>
                          <a:pt x="11976" y="1"/>
                        </a:lnTo>
                        <a:lnTo>
                          <a:pt x="1" y="8102"/>
                        </a:lnTo>
                        <a:lnTo>
                          <a:pt x="1029" y="22525"/>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 name="Google Shape;343;p8"/>
                  <p:cNvSpPr/>
                  <p:nvPr/>
                </p:nvSpPr>
                <p:spPr>
                  <a:xfrm rot="157512">
                    <a:off x="8167572" y="441537"/>
                    <a:ext cx="650192" cy="721089"/>
                  </a:xfrm>
                  <a:custGeom>
                    <a:rect b="b" l="l" r="r" t="t"/>
                    <a:pathLst>
                      <a:path extrusionOk="0" fill="none" h="28845" w="26009">
                        <a:moveTo>
                          <a:pt x="26008" y="20743"/>
                        </a:moveTo>
                        <a:lnTo>
                          <a:pt x="24980" y="6321"/>
                        </a:lnTo>
                        <a:lnTo>
                          <a:pt x="11976" y="0"/>
                        </a:lnTo>
                        <a:lnTo>
                          <a:pt x="1" y="8102"/>
                        </a:lnTo>
                        <a:lnTo>
                          <a:pt x="1029" y="22524"/>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 name="Google Shape;344;p8"/>
                  <p:cNvSpPr/>
                  <p:nvPr/>
                </p:nvSpPr>
                <p:spPr>
                  <a:xfrm rot="157512">
                    <a:off x="7242491" y="1007356"/>
                    <a:ext cx="650192" cy="721089"/>
                  </a:xfrm>
                  <a:custGeom>
                    <a:rect b="b" l="l" r="r" t="t"/>
                    <a:pathLst>
                      <a:path extrusionOk="0" fill="none" h="28845" w="26009">
                        <a:moveTo>
                          <a:pt x="26008" y="20743"/>
                        </a:moveTo>
                        <a:lnTo>
                          <a:pt x="24980" y="6321"/>
                        </a:lnTo>
                        <a:lnTo>
                          <a:pt x="11976" y="1"/>
                        </a:lnTo>
                        <a:lnTo>
                          <a:pt x="0" y="8102"/>
                        </a:lnTo>
                        <a:lnTo>
                          <a:pt x="1028" y="22525"/>
                        </a:lnTo>
                        <a:lnTo>
                          <a:pt x="14033" y="28844"/>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 name="Google Shape;345;p8"/>
                  <p:cNvSpPr/>
                  <p:nvPr/>
                </p:nvSpPr>
                <p:spPr>
                  <a:xfrm rot="157512">
                    <a:off x="7868375" y="991501"/>
                    <a:ext cx="650167" cy="721089"/>
                  </a:xfrm>
                  <a:custGeom>
                    <a:rect b="b" l="l" r="r" t="t"/>
                    <a:pathLst>
                      <a:path extrusionOk="0" fill="none" h="28845" w="26008">
                        <a:moveTo>
                          <a:pt x="26008" y="20743"/>
                        </a:moveTo>
                        <a:lnTo>
                          <a:pt x="24980" y="6321"/>
                        </a:lnTo>
                        <a:lnTo>
                          <a:pt x="11976" y="0"/>
                        </a:lnTo>
                        <a:lnTo>
                          <a:pt x="0" y="8102"/>
                        </a:lnTo>
                        <a:lnTo>
                          <a:pt x="1028" y="22524"/>
                        </a:lnTo>
                        <a:lnTo>
                          <a:pt x="14032"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 name="Google Shape;346;p8"/>
                  <p:cNvSpPr/>
                  <p:nvPr/>
                </p:nvSpPr>
                <p:spPr>
                  <a:xfrm rot="157512">
                    <a:off x="6943294" y="1557320"/>
                    <a:ext cx="650167" cy="721089"/>
                  </a:xfrm>
                  <a:custGeom>
                    <a:rect b="b" l="l" r="r" t="t"/>
                    <a:pathLst>
                      <a:path extrusionOk="0" fill="none" h="28845" w="26008">
                        <a:moveTo>
                          <a:pt x="26008" y="20743"/>
                        </a:moveTo>
                        <a:lnTo>
                          <a:pt x="24980" y="6320"/>
                        </a:lnTo>
                        <a:lnTo>
                          <a:pt x="11975" y="1"/>
                        </a:lnTo>
                        <a:lnTo>
                          <a:pt x="0" y="8102"/>
                        </a:lnTo>
                        <a:lnTo>
                          <a:pt x="1028" y="22524"/>
                        </a:lnTo>
                        <a:lnTo>
                          <a:pt x="14032" y="28844"/>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 name="Google Shape;347;p8"/>
                  <p:cNvSpPr/>
                  <p:nvPr/>
                </p:nvSpPr>
                <p:spPr>
                  <a:xfrm rot="157512">
                    <a:off x="7569154" y="1541466"/>
                    <a:ext cx="650217" cy="721064"/>
                  </a:xfrm>
                  <a:custGeom>
                    <a:rect b="b" l="l" r="r" t="t"/>
                    <a:pathLst>
                      <a:path extrusionOk="0" fill="none" h="28844" w="26010">
                        <a:moveTo>
                          <a:pt x="26009" y="20743"/>
                        </a:moveTo>
                        <a:lnTo>
                          <a:pt x="24980" y="6321"/>
                        </a:lnTo>
                        <a:lnTo>
                          <a:pt x="11976" y="0"/>
                        </a:lnTo>
                        <a:lnTo>
                          <a:pt x="1" y="8101"/>
                        </a:lnTo>
                        <a:lnTo>
                          <a:pt x="1029" y="22524"/>
                        </a:lnTo>
                        <a:lnTo>
                          <a:pt x="14033" y="28844"/>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 name="Google Shape;348;p8"/>
                  <p:cNvSpPr/>
                  <p:nvPr/>
                </p:nvSpPr>
                <p:spPr>
                  <a:xfrm rot="157512">
                    <a:off x="8195039" y="1525586"/>
                    <a:ext cx="650217" cy="721114"/>
                  </a:xfrm>
                  <a:custGeom>
                    <a:rect b="b" l="l" r="r" t="t"/>
                    <a:pathLst>
                      <a:path extrusionOk="0" fill="none" h="28846" w="26010">
                        <a:moveTo>
                          <a:pt x="26009" y="20743"/>
                        </a:moveTo>
                        <a:lnTo>
                          <a:pt x="24980" y="6322"/>
                        </a:lnTo>
                        <a:lnTo>
                          <a:pt x="11976" y="1"/>
                        </a:lnTo>
                        <a:lnTo>
                          <a:pt x="0" y="8103"/>
                        </a:lnTo>
                        <a:lnTo>
                          <a:pt x="1029" y="22525"/>
                        </a:lnTo>
                        <a:lnTo>
                          <a:pt x="14033" y="28846"/>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 name="Google Shape;349;p8"/>
                  <p:cNvSpPr/>
                  <p:nvPr/>
                </p:nvSpPr>
                <p:spPr>
                  <a:xfrm rot="157512">
                    <a:off x="4140535" y="2170703"/>
                    <a:ext cx="650217" cy="721089"/>
                  </a:xfrm>
                  <a:custGeom>
                    <a:rect b="b" l="l" r="r" t="t"/>
                    <a:pathLst>
                      <a:path extrusionOk="0" fill="none" h="28845" w="26010">
                        <a:moveTo>
                          <a:pt x="26009" y="20743"/>
                        </a:moveTo>
                        <a:lnTo>
                          <a:pt x="24980" y="6321"/>
                        </a:lnTo>
                        <a:lnTo>
                          <a:pt x="11977" y="0"/>
                        </a:lnTo>
                        <a:lnTo>
                          <a:pt x="1" y="8102"/>
                        </a:lnTo>
                        <a:lnTo>
                          <a:pt x="1028" y="22524"/>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 name="Google Shape;350;p8"/>
                  <p:cNvSpPr/>
                  <p:nvPr/>
                </p:nvSpPr>
                <p:spPr>
                  <a:xfrm rot="157512">
                    <a:off x="4766419" y="2154848"/>
                    <a:ext cx="650192" cy="721089"/>
                  </a:xfrm>
                  <a:custGeom>
                    <a:rect b="b" l="l" r="r" t="t"/>
                    <a:pathLst>
                      <a:path extrusionOk="0" fill="none" h="28845" w="26009">
                        <a:moveTo>
                          <a:pt x="26009" y="20743"/>
                        </a:moveTo>
                        <a:lnTo>
                          <a:pt x="24980" y="6321"/>
                        </a:lnTo>
                        <a:lnTo>
                          <a:pt x="11977" y="1"/>
                        </a:lnTo>
                        <a:lnTo>
                          <a:pt x="0" y="8102"/>
                        </a:lnTo>
                        <a:lnTo>
                          <a:pt x="1029" y="22524"/>
                        </a:lnTo>
                        <a:lnTo>
                          <a:pt x="14034"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 name="Google Shape;351;p8"/>
                  <p:cNvSpPr/>
                  <p:nvPr/>
                </p:nvSpPr>
                <p:spPr>
                  <a:xfrm rot="157512">
                    <a:off x="5392303" y="2138993"/>
                    <a:ext cx="650192" cy="721089"/>
                  </a:xfrm>
                  <a:custGeom>
                    <a:rect b="b" l="l" r="r" t="t"/>
                    <a:pathLst>
                      <a:path extrusionOk="0" fill="none" h="28845" w="26009">
                        <a:moveTo>
                          <a:pt x="26009" y="20743"/>
                        </a:moveTo>
                        <a:lnTo>
                          <a:pt x="24981" y="6321"/>
                        </a:lnTo>
                        <a:lnTo>
                          <a:pt x="11976" y="0"/>
                        </a:lnTo>
                        <a:lnTo>
                          <a:pt x="0" y="8102"/>
                        </a:lnTo>
                        <a:lnTo>
                          <a:pt x="1029" y="22524"/>
                        </a:lnTo>
                        <a:lnTo>
                          <a:pt x="14033" y="28844"/>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 name="Google Shape;352;p8"/>
                  <p:cNvSpPr/>
                  <p:nvPr/>
                </p:nvSpPr>
                <p:spPr>
                  <a:xfrm rot="157512">
                    <a:off x="6018188" y="2123139"/>
                    <a:ext cx="650192" cy="721089"/>
                  </a:xfrm>
                  <a:custGeom>
                    <a:rect b="b" l="l" r="r" t="t"/>
                    <a:pathLst>
                      <a:path extrusionOk="0" fill="none" h="28845" w="26009">
                        <a:moveTo>
                          <a:pt x="26008" y="20743"/>
                        </a:moveTo>
                        <a:lnTo>
                          <a:pt x="24981" y="6321"/>
                        </a:lnTo>
                        <a:lnTo>
                          <a:pt x="11976" y="0"/>
                        </a:lnTo>
                        <a:lnTo>
                          <a:pt x="1" y="8102"/>
                        </a:lnTo>
                        <a:lnTo>
                          <a:pt x="1029" y="22524"/>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 name="Google Shape;353;p8"/>
                  <p:cNvSpPr/>
                  <p:nvPr/>
                </p:nvSpPr>
                <p:spPr>
                  <a:xfrm rot="157512">
                    <a:off x="6644073" y="2107259"/>
                    <a:ext cx="650192" cy="721114"/>
                  </a:xfrm>
                  <a:custGeom>
                    <a:rect b="b" l="l" r="r" t="t"/>
                    <a:pathLst>
                      <a:path extrusionOk="0" fill="none" h="28846" w="26009">
                        <a:moveTo>
                          <a:pt x="26008" y="20743"/>
                        </a:moveTo>
                        <a:lnTo>
                          <a:pt x="24980" y="6321"/>
                        </a:lnTo>
                        <a:lnTo>
                          <a:pt x="11976" y="1"/>
                        </a:lnTo>
                        <a:lnTo>
                          <a:pt x="1" y="8103"/>
                        </a:lnTo>
                        <a:lnTo>
                          <a:pt x="1028" y="22525"/>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 name="Google Shape;354;p8"/>
                  <p:cNvSpPr/>
                  <p:nvPr/>
                </p:nvSpPr>
                <p:spPr>
                  <a:xfrm rot="157512">
                    <a:off x="7269957" y="2091430"/>
                    <a:ext cx="650192" cy="721064"/>
                  </a:xfrm>
                  <a:custGeom>
                    <a:rect b="b" l="l" r="r" t="t"/>
                    <a:pathLst>
                      <a:path extrusionOk="0" fill="none" h="28844" w="26009">
                        <a:moveTo>
                          <a:pt x="26009" y="20743"/>
                        </a:moveTo>
                        <a:lnTo>
                          <a:pt x="24980" y="6320"/>
                        </a:lnTo>
                        <a:lnTo>
                          <a:pt x="11976" y="0"/>
                        </a:lnTo>
                        <a:lnTo>
                          <a:pt x="0" y="8101"/>
                        </a:lnTo>
                        <a:lnTo>
                          <a:pt x="1028" y="22523"/>
                        </a:lnTo>
                        <a:lnTo>
                          <a:pt x="14033" y="28844"/>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 name="Google Shape;355;p8"/>
                  <p:cNvSpPr/>
                  <p:nvPr/>
                </p:nvSpPr>
                <p:spPr>
                  <a:xfrm rot="157512">
                    <a:off x="7895842" y="2075550"/>
                    <a:ext cx="650192" cy="721089"/>
                  </a:xfrm>
                  <a:custGeom>
                    <a:rect b="b" l="l" r="r" t="t"/>
                    <a:pathLst>
                      <a:path extrusionOk="0" fill="none" h="28845" w="26009">
                        <a:moveTo>
                          <a:pt x="26009" y="20743"/>
                        </a:moveTo>
                        <a:lnTo>
                          <a:pt x="24980" y="6322"/>
                        </a:lnTo>
                        <a:lnTo>
                          <a:pt x="11976" y="1"/>
                        </a:lnTo>
                        <a:lnTo>
                          <a:pt x="0" y="8102"/>
                        </a:lnTo>
                        <a:lnTo>
                          <a:pt x="1029" y="22525"/>
                        </a:lnTo>
                        <a:lnTo>
                          <a:pt x="14032"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 name="Google Shape;356;p8"/>
                  <p:cNvSpPr/>
                  <p:nvPr/>
                </p:nvSpPr>
                <p:spPr>
                  <a:xfrm rot="157512">
                    <a:off x="3841337" y="2720667"/>
                    <a:ext cx="650192" cy="721114"/>
                  </a:xfrm>
                  <a:custGeom>
                    <a:rect b="b" l="l" r="r" t="t"/>
                    <a:pathLst>
                      <a:path extrusionOk="0" fill="none" h="28846" w="26009">
                        <a:moveTo>
                          <a:pt x="26009" y="20743"/>
                        </a:moveTo>
                        <a:lnTo>
                          <a:pt x="24980" y="6321"/>
                        </a:lnTo>
                        <a:lnTo>
                          <a:pt x="11975" y="0"/>
                        </a:lnTo>
                        <a:lnTo>
                          <a:pt x="0" y="8102"/>
                        </a:lnTo>
                        <a:lnTo>
                          <a:pt x="1029" y="22524"/>
                        </a:lnTo>
                        <a:lnTo>
                          <a:pt x="14032"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 name="Google Shape;357;p8"/>
                  <p:cNvSpPr/>
                  <p:nvPr/>
                </p:nvSpPr>
                <p:spPr>
                  <a:xfrm rot="157512">
                    <a:off x="4467198" y="2704787"/>
                    <a:ext cx="650217" cy="721114"/>
                  </a:xfrm>
                  <a:custGeom>
                    <a:rect b="b" l="l" r="r" t="t"/>
                    <a:pathLst>
                      <a:path extrusionOk="0" fill="none" h="28846" w="26010">
                        <a:moveTo>
                          <a:pt x="26010" y="20743"/>
                        </a:moveTo>
                        <a:lnTo>
                          <a:pt x="24982" y="6322"/>
                        </a:lnTo>
                        <a:lnTo>
                          <a:pt x="11977" y="1"/>
                        </a:lnTo>
                        <a:lnTo>
                          <a:pt x="1" y="8103"/>
                        </a:lnTo>
                        <a:lnTo>
                          <a:pt x="1030" y="22525"/>
                        </a:lnTo>
                        <a:lnTo>
                          <a:pt x="14033" y="28846"/>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 name="Google Shape;358;p8"/>
                  <p:cNvSpPr/>
                  <p:nvPr/>
                </p:nvSpPr>
                <p:spPr>
                  <a:xfrm rot="157512">
                    <a:off x="5093107" y="2688958"/>
                    <a:ext cx="650192" cy="721089"/>
                  </a:xfrm>
                  <a:custGeom>
                    <a:rect b="b" l="l" r="r" t="t"/>
                    <a:pathLst>
                      <a:path extrusionOk="0" fill="none" h="28845" w="26009">
                        <a:moveTo>
                          <a:pt x="26008" y="20743"/>
                        </a:moveTo>
                        <a:lnTo>
                          <a:pt x="24980" y="6320"/>
                        </a:lnTo>
                        <a:lnTo>
                          <a:pt x="11976" y="0"/>
                        </a:lnTo>
                        <a:lnTo>
                          <a:pt x="1" y="8102"/>
                        </a:lnTo>
                        <a:lnTo>
                          <a:pt x="1029" y="22523"/>
                        </a:lnTo>
                        <a:lnTo>
                          <a:pt x="14033" y="28844"/>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 name="Google Shape;359;p8"/>
                  <p:cNvSpPr/>
                  <p:nvPr/>
                </p:nvSpPr>
                <p:spPr>
                  <a:xfrm rot="157512">
                    <a:off x="5718992" y="2673103"/>
                    <a:ext cx="650192" cy="721064"/>
                  </a:xfrm>
                  <a:custGeom>
                    <a:rect b="b" l="l" r="r" t="t"/>
                    <a:pathLst>
                      <a:path extrusionOk="0" fill="none" h="28844" w="26009">
                        <a:moveTo>
                          <a:pt x="26008" y="20743"/>
                        </a:moveTo>
                        <a:lnTo>
                          <a:pt x="24980" y="6321"/>
                        </a:lnTo>
                        <a:lnTo>
                          <a:pt x="11976" y="0"/>
                        </a:lnTo>
                        <a:lnTo>
                          <a:pt x="0" y="8101"/>
                        </a:lnTo>
                        <a:lnTo>
                          <a:pt x="1028" y="22524"/>
                        </a:lnTo>
                        <a:lnTo>
                          <a:pt x="14033" y="28844"/>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 name="Google Shape;360;p8"/>
                  <p:cNvSpPr/>
                  <p:nvPr/>
                </p:nvSpPr>
                <p:spPr>
                  <a:xfrm rot="157512">
                    <a:off x="6344876" y="2657223"/>
                    <a:ext cx="650167" cy="721114"/>
                  </a:xfrm>
                  <a:custGeom>
                    <a:rect b="b" l="l" r="r" t="t"/>
                    <a:pathLst>
                      <a:path extrusionOk="0" fill="none" h="28846" w="26008">
                        <a:moveTo>
                          <a:pt x="26008" y="20743"/>
                        </a:moveTo>
                        <a:lnTo>
                          <a:pt x="24980" y="6321"/>
                        </a:lnTo>
                        <a:lnTo>
                          <a:pt x="11975" y="1"/>
                        </a:lnTo>
                        <a:lnTo>
                          <a:pt x="0" y="8103"/>
                        </a:lnTo>
                        <a:lnTo>
                          <a:pt x="1028" y="22525"/>
                        </a:lnTo>
                        <a:lnTo>
                          <a:pt x="14032"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 name="Google Shape;361;p8"/>
                  <p:cNvSpPr/>
                  <p:nvPr/>
                </p:nvSpPr>
                <p:spPr>
                  <a:xfrm rot="157512">
                    <a:off x="6970736" y="2641369"/>
                    <a:ext cx="650217" cy="721114"/>
                  </a:xfrm>
                  <a:custGeom>
                    <a:rect b="b" l="l" r="r" t="t"/>
                    <a:pathLst>
                      <a:path extrusionOk="0" fill="none" h="28846" w="26010">
                        <a:moveTo>
                          <a:pt x="26010" y="20743"/>
                        </a:moveTo>
                        <a:lnTo>
                          <a:pt x="24981" y="6321"/>
                        </a:lnTo>
                        <a:lnTo>
                          <a:pt x="11976" y="0"/>
                        </a:lnTo>
                        <a:lnTo>
                          <a:pt x="1" y="8102"/>
                        </a:lnTo>
                        <a:lnTo>
                          <a:pt x="1029" y="22524"/>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 name="Google Shape;362;p8"/>
                  <p:cNvSpPr/>
                  <p:nvPr/>
                </p:nvSpPr>
                <p:spPr>
                  <a:xfrm rot="157512">
                    <a:off x="4168001" y="3254751"/>
                    <a:ext cx="650217" cy="721114"/>
                  </a:xfrm>
                  <a:custGeom>
                    <a:rect b="b" l="l" r="r" t="t"/>
                    <a:pathLst>
                      <a:path extrusionOk="0" fill="none" h="28846" w="26010">
                        <a:moveTo>
                          <a:pt x="26009" y="20744"/>
                        </a:moveTo>
                        <a:lnTo>
                          <a:pt x="24980" y="6322"/>
                        </a:lnTo>
                        <a:lnTo>
                          <a:pt x="11977" y="1"/>
                        </a:lnTo>
                        <a:lnTo>
                          <a:pt x="0" y="8103"/>
                        </a:lnTo>
                        <a:lnTo>
                          <a:pt x="1029" y="22525"/>
                        </a:lnTo>
                        <a:lnTo>
                          <a:pt x="14034" y="28846"/>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3" name="Google Shape;363;p8"/>
                  <p:cNvSpPr/>
                  <p:nvPr/>
                </p:nvSpPr>
                <p:spPr>
                  <a:xfrm rot="157512">
                    <a:off x="4793885" y="3238896"/>
                    <a:ext cx="650192" cy="721114"/>
                  </a:xfrm>
                  <a:custGeom>
                    <a:rect b="b" l="l" r="r" t="t"/>
                    <a:pathLst>
                      <a:path extrusionOk="0" fill="none" h="28846" w="26009">
                        <a:moveTo>
                          <a:pt x="26009" y="20743"/>
                        </a:moveTo>
                        <a:lnTo>
                          <a:pt x="24981" y="6321"/>
                        </a:lnTo>
                        <a:lnTo>
                          <a:pt x="11977" y="0"/>
                        </a:lnTo>
                        <a:lnTo>
                          <a:pt x="0" y="8103"/>
                        </a:lnTo>
                        <a:lnTo>
                          <a:pt x="1029" y="22525"/>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 name="Google Shape;364;p8"/>
                  <p:cNvSpPr/>
                  <p:nvPr/>
                </p:nvSpPr>
                <p:spPr>
                  <a:xfrm rot="157512">
                    <a:off x="5419770" y="3223067"/>
                    <a:ext cx="650192" cy="721064"/>
                  </a:xfrm>
                  <a:custGeom>
                    <a:rect b="b" l="l" r="r" t="t"/>
                    <a:pathLst>
                      <a:path extrusionOk="0" fill="none" h="28844" w="26009">
                        <a:moveTo>
                          <a:pt x="26009" y="20743"/>
                        </a:moveTo>
                        <a:lnTo>
                          <a:pt x="24981" y="6320"/>
                        </a:lnTo>
                        <a:lnTo>
                          <a:pt x="11976" y="0"/>
                        </a:lnTo>
                        <a:lnTo>
                          <a:pt x="1" y="8101"/>
                        </a:lnTo>
                        <a:lnTo>
                          <a:pt x="1029" y="22523"/>
                        </a:lnTo>
                        <a:lnTo>
                          <a:pt x="14033" y="28844"/>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 name="Google Shape;365;p8"/>
                  <p:cNvSpPr/>
                  <p:nvPr/>
                </p:nvSpPr>
                <p:spPr>
                  <a:xfrm rot="157512">
                    <a:off x="6045654" y="3207187"/>
                    <a:ext cx="650192" cy="721114"/>
                  </a:xfrm>
                  <a:custGeom>
                    <a:rect b="b" l="l" r="r" t="t"/>
                    <a:pathLst>
                      <a:path extrusionOk="0" fill="none" h="28846" w="26009">
                        <a:moveTo>
                          <a:pt x="26008" y="20743"/>
                        </a:moveTo>
                        <a:lnTo>
                          <a:pt x="24980" y="6321"/>
                        </a:lnTo>
                        <a:lnTo>
                          <a:pt x="11976" y="1"/>
                        </a:lnTo>
                        <a:lnTo>
                          <a:pt x="1" y="8102"/>
                        </a:lnTo>
                        <a:lnTo>
                          <a:pt x="1029" y="22525"/>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 name="Google Shape;366;p8"/>
                  <p:cNvSpPr/>
                  <p:nvPr/>
                </p:nvSpPr>
                <p:spPr>
                  <a:xfrm rot="157512">
                    <a:off x="3868779" y="3804714"/>
                    <a:ext cx="650217" cy="721114"/>
                  </a:xfrm>
                  <a:custGeom>
                    <a:rect b="b" l="l" r="r" t="t"/>
                    <a:pathLst>
                      <a:path extrusionOk="0" fill="none" h="28846" w="26010">
                        <a:moveTo>
                          <a:pt x="26010" y="20744"/>
                        </a:moveTo>
                        <a:lnTo>
                          <a:pt x="24982" y="6322"/>
                        </a:lnTo>
                        <a:lnTo>
                          <a:pt x="11977" y="1"/>
                        </a:lnTo>
                        <a:lnTo>
                          <a:pt x="1" y="8102"/>
                        </a:lnTo>
                        <a:lnTo>
                          <a:pt x="1030" y="22525"/>
                        </a:lnTo>
                        <a:lnTo>
                          <a:pt x="14034" y="28846"/>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7" name="Google Shape;367;p8"/>
                  <p:cNvSpPr/>
                  <p:nvPr/>
                </p:nvSpPr>
                <p:spPr>
                  <a:xfrm rot="157512">
                    <a:off x="4494689" y="3788860"/>
                    <a:ext cx="650192" cy="721114"/>
                  </a:xfrm>
                  <a:custGeom>
                    <a:rect b="b" l="l" r="r" t="t"/>
                    <a:pathLst>
                      <a:path extrusionOk="0" fill="none" h="28846" w="26009">
                        <a:moveTo>
                          <a:pt x="26008" y="20743"/>
                        </a:moveTo>
                        <a:lnTo>
                          <a:pt x="24980" y="6321"/>
                        </a:lnTo>
                        <a:lnTo>
                          <a:pt x="11976" y="1"/>
                        </a:lnTo>
                        <a:lnTo>
                          <a:pt x="1" y="8103"/>
                        </a:lnTo>
                        <a:lnTo>
                          <a:pt x="1029" y="22525"/>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8" name="Google Shape;368;p8"/>
                  <p:cNvSpPr/>
                  <p:nvPr/>
                </p:nvSpPr>
                <p:spPr>
                  <a:xfrm rot="157512">
                    <a:off x="5120574" y="3773006"/>
                    <a:ext cx="650192" cy="721089"/>
                  </a:xfrm>
                  <a:custGeom>
                    <a:rect b="b" l="l" r="r" t="t"/>
                    <a:pathLst>
                      <a:path extrusionOk="0" fill="none" h="28845" w="26009">
                        <a:moveTo>
                          <a:pt x="26008" y="20744"/>
                        </a:moveTo>
                        <a:lnTo>
                          <a:pt x="24980" y="6321"/>
                        </a:lnTo>
                        <a:lnTo>
                          <a:pt x="11976" y="0"/>
                        </a:lnTo>
                        <a:lnTo>
                          <a:pt x="0" y="8102"/>
                        </a:lnTo>
                        <a:lnTo>
                          <a:pt x="1028" y="22524"/>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69" name="Google Shape;369;p8"/>
                <p:cNvSpPr/>
                <p:nvPr/>
              </p:nvSpPr>
              <p:spPr>
                <a:xfrm rot="157512">
                  <a:off x="6228998" y="4446717"/>
                  <a:ext cx="57072" cy="57047"/>
                </a:xfrm>
                <a:custGeom>
                  <a:rect b="b" l="l" r="r" t="t"/>
                  <a:pathLst>
                    <a:path extrusionOk="0" h="2282" w="2283">
                      <a:moveTo>
                        <a:pt x="1142" y="0"/>
                      </a:moveTo>
                      <a:cubicBezTo>
                        <a:pt x="512" y="0"/>
                        <a:pt x="1" y="511"/>
                        <a:pt x="1" y="1141"/>
                      </a:cubicBezTo>
                      <a:cubicBezTo>
                        <a:pt x="1" y="1771"/>
                        <a:pt x="512" y="2281"/>
                        <a:pt x="1142" y="2281"/>
                      </a:cubicBezTo>
                      <a:cubicBezTo>
                        <a:pt x="1772" y="2281"/>
                        <a:pt x="2283" y="1772"/>
                        <a:pt x="2283" y="1141"/>
                      </a:cubicBezTo>
                      <a:cubicBezTo>
                        <a:pt x="2283" y="511"/>
                        <a:pt x="1772" y="0"/>
                        <a:pt x="114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0" name="Google Shape;370;p8"/>
                <p:cNvSpPr/>
                <p:nvPr/>
              </p:nvSpPr>
              <p:spPr>
                <a:xfrm rot="157512">
                  <a:off x="9351770" y="4005108"/>
                  <a:ext cx="57047" cy="57072"/>
                </a:xfrm>
                <a:custGeom>
                  <a:rect b="b" l="l" r="r" t="t"/>
                  <a:pathLst>
                    <a:path extrusionOk="0" h="2283" w="2282">
                      <a:moveTo>
                        <a:pt x="1141" y="0"/>
                      </a:moveTo>
                      <a:cubicBezTo>
                        <a:pt x="511" y="0"/>
                        <a:pt x="0" y="511"/>
                        <a:pt x="0" y="1141"/>
                      </a:cubicBezTo>
                      <a:cubicBezTo>
                        <a:pt x="0" y="1772"/>
                        <a:pt x="511" y="2282"/>
                        <a:pt x="1141" y="2282"/>
                      </a:cubicBezTo>
                      <a:cubicBezTo>
                        <a:pt x="1771" y="2282"/>
                        <a:pt x="2281" y="1772"/>
                        <a:pt x="2281" y="1141"/>
                      </a:cubicBezTo>
                      <a:cubicBezTo>
                        <a:pt x="2281" y="511"/>
                        <a:pt x="1771" y="0"/>
                        <a:pt x="114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 name="Google Shape;371;p8"/>
                <p:cNvSpPr/>
                <p:nvPr/>
              </p:nvSpPr>
              <p:spPr>
                <a:xfrm rot="157512">
                  <a:off x="8403706" y="3847890"/>
                  <a:ext cx="57072" cy="57047"/>
                </a:xfrm>
                <a:custGeom>
                  <a:rect b="b" l="l" r="r" t="t"/>
                  <a:pathLst>
                    <a:path extrusionOk="0" h="2282" w="2283">
                      <a:moveTo>
                        <a:pt x="1141" y="1"/>
                      </a:moveTo>
                      <a:cubicBezTo>
                        <a:pt x="511" y="1"/>
                        <a:pt x="0" y="511"/>
                        <a:pt x="0" y="1141"/>
                      </a:cubicBezTo>
                      <a:cubicBezTo>
                        <a:pt x="0" y="1771"/>
                        <a:pt x="511" y="2282"/>
                        <a:pt x="1141" y="2282"/>
                      </a:cubicBezTo>
                      <a:cubicBezTo>
                        <a:pt x="1771" y="2282"/>
                        <a:pt x="2282" y="1771"/>
                        <a:pt x="2282" y="1141"/>
                      </a:cubicBezTo>
                      <a:cubicBezTo>
                        <a:pt x="2282" y="511"/>
                        <a:pt x="1771" y="1"/>
                        <a:pt x="114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2" name="Google Shape;372;p8"/>
                <p:cNvSpPr/>
                <p:nvPr/>
              </p:nvSpPr>
              <p:spPr>
                <a:xfrm rot="157512">
                  <a:off x="8124633" y="5115580"/>
                  <a:ext cx="57047" cy="57047"/>
                </a:xfrm>
                <a:custGeom>
                  <a:rect b="b" l="l" r="r" t="t"/>
                  <a:pathLst>
                    <a:path extrusionOk="0" h="2282" w="2282">
                      <a:moveTo>
                        <a:pt x="1140" y="0"/>
                      </a:moveTo>
                      <a:cubicBezTo>
                        <a:pt x="511" y="0"/>
                        <a:pt x="0" y="511"/>
                        <a:pt x="0" y="1141"/>
                      </a:cubicBezTo>
                      <a:cubicBezTo>
                        <a:pt x="0" y="1771"/>
                        <a:pt x="510" y="2281"/>
                        <a:pt x="1140" y="2281"/>
                      </a:cubicBezTo>
                      <a:cubicBezTo>
                        <a:pt x="1771" y="2281"/>
                        <a:pt x="2281" y="1771"/>
                        <a:pt x="2281" y="1141"/>
                      </a:cubicBezTo>
                      <a:cubicBezTo>
                        <a:pt x="2281" y="511"/>
                        <a:pt x="1771" y="0"/>
                        <a:pt x="114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3" name="Google Shape;373;p8"/>
                <p:cNvSpPr/>
                <p:nvPr/>
              </p:nvSpPr>
              <p:spPr>
                <a:xfrm rot="157512">
                  <a:off x="6574005" y="5703526"/>
                  <a:ext cx="57072" cy="57047"/>
                </a:xfrm>
                <a:custGeom>
                  <a:rect b="b" l="l" r="r" t="t"/>
                  <a:pathLst>
                    <a:path extrusionOk="0" h="2282" w="2283">
                      <a:moveTo>
                        <a:pt x="1141" y="1"/>
                      </a:moveTo>
                      <a:cubicBezTo>
                        <a:pt x="511" y="1"/>
                        <a:pt x="0" y="511"/>
                        <a:pt x="0" y="1141"/>
                      </a:cubicBezTo>
                      <a:cubicBezTo>
                        <a:pt x="0" y="1771"/>
                        <a:pt x="511" y="2282"/>
                        <a:pt x="1141" y="2282"/>
                      </a:cubicBezTo>
                      <a:cubicBezTo>
                        <a:pt x="1771" y="2282"/>
                        <a:pt x="2282" y="1771"/>
                        <a:pt x="2282" y="1141"/>
                      </a:cubicBezTo>
                      <a:cubicBezTo>
                        <a:pt x="2282" y="511"/>
                        <a:pt x="1771" y="1"/>
                        <a:pt x="114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 name="Google Shape;374;p8"/>
                <p:cNvSpPr/>
                <p:nvPr/>
              </p:nvSpPr>
              <p:spPr>
                <a:xfrm rot="157512">
                  <a:off x="5957267" y="6080755"/>
                  <a:ext cx="57072" cy="57047"/>
                </a:xfrm>
                <a:custGeom>
                  <a:rect b="b" l="l" r="r" t="t"/>
                  <a:pathLst>
                    <a:path extrusionOk="0" h="2282" w="2283">
                      <a:moveTo>
                        <a:pt x="1141" y="0"/>
                      </a:moveTo>
                      <a:cubicBezTo>
                        <a:pt x="511" y="0"/>
                        <a:pt x="0" y="510"/>
                        <a:pt x="0" y="1140"/>
                      </a:cubicBezTo>
                      <a:cubicBezTo>
                        <a:pt x="0" y="1770"/>
                        <a:pt x="511" y="2281"/>
                        <a:pt x="1141" y="2281"/>
                      </a:cubicBezTo>
                      <a:cubicBezTo>
                        <a:pt x="1771" y="2281"/>
                        <a:pt x="2282" y="1770"/>
                        <a:pt x="2282" y="1140"/>
                      </a:cubicBezTo>
                      <a:cubicBezTo>
                        <a:pt x="2282" y="510"/>
                        <a:pt x="1771" y="0"/>
                        <a:pt x="114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 name="Google Shape;375;p8"/>
                <p:cNvSpPr/>
                <p:nvPr/>
              </p:nvSpPr>
              <p:spPr>
                <a:xfrm rot="157512">
                  <a:off x="5929801" y="4996682"/>
                  <a:ext cx="57072" cy="57047"/>
                </a:xfrm>
                <a:custGeom>
                  <a:rect b="b" l="l" r="r" t="t"/>
                  <a:pathLst>
                    <a:path extrusionOk="0" h="2282" w="2283">
                      <a:moveTo>
                        <a:pt x="1142" y="0"/>
                      </a:moveTo>
                      <a:cubicBezTo>
                        <a:pt x="511" y="0"/>
                        <a:pt x="1" y="510"/>
                        <a:pt x="1" y="1140"/>
                      </a:cubicBezTo>
                      <a:cubicBezTo>
                        <a:pt x="1" y="1771"/>
                        <a:pt x="511" y="2281"/>
                        <a:pt x="1142" y="2281"/>
                      </a:cubicBezTo>
                      <a:cubicBezTo>
                        <a:pt x="1772" y="2281"/>
                        <a:pt x="2283" y="1771"/>
                        <a:pt x="2283" y="1140"/>
                      </a:cubicBezTo>
                      <a:cubicBezTo>
                        <a:pt x="2283" y="510"/>
                        <a:pt x="1772" y="0"/>
                        <a:pt x="114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6" name="Google Shape;376;p8"/>
                <p:cNvSpPr/>
                <p:nvPr/>
              </p:nvSpPr>
              <p:spPr>
                <a:xfrm rot="157512">
                  <a:off x="9015730" y="3465389"/>
                  <a:ext cx="57047" cy="57072"/>
                </a:xfrm>
                <a:custGeom>
                  <a:rect b="b" l="l" r="r" t="t"/>
                  <a:pathLst>
                    <a:path extrusionOk="0" h="2283" w="2282">
                      <a:moveTo>
                        <a:pt x="1142" y="0"/>
                      </a:moveTo>
                      <a:cubicBezTo>
                        <a:pt x="512" y="0"/>
                        <a:pt x="1" y="511"/>
                        <a:pt x="1" y="1141"/>
                      </a:cubicBezTo>
                      <a:cubicBezTo>
                        <a:pt x="1" y="1771"/>
                        <a:pt x="512" y="2282"/>
                        <a:pt x="1142" y="2282"/>
                      </a:cubicBezTo>
                      <a:cubicBezTo>
                        <a:pt x="1771" y="2282"/>
                        <a:pt x="2282" y="1771"/>
                        <a:pt x="2282" y="1141"/>
                      </a:cubicBezTo>
                      <a:cubicBezTo>
                        <a:pt x="2282" y="511"/>
                        <a:pt x="1771" y="0"/>
                        <a:pt x="114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377" name="Google Shape;377;p8"/>
            <p:cNvSpPr/>
            <p:nvPr/>
          </p:nvSpPr>
          <p:spPr>
            <a:xfrm rot="157512">
              <a:off x="8799542" y="3225845"/>
              <a:ext cx="57022" cy="57072"/>
            </a:xfrm>
            <a:custGeom>
              <a:rect b="b" l="l" r="r" t="t"/>
              <a:pathLst>
                <a:path extrusionOk="0" h="2283" w="2281">
                  <a:moveTo>
                    <a:pt x="1141" y="1"/>
                  </a:moveTo>
                  <a:cubicBezTo>
                    <a:pt x="511" y="1"/>
                    <a:pt x="0" y="512"/>
                    <a:pt x="0" y="1142"/>
                  </a:cubicBezTo>
                  <a:cubicBezTo>
                    <a:pt x="0" y="1772"/>
                    <a:pt x="511" y="2283"/>
                    <a:pt x="1141" y="2283"/>
                  </a:cubicBezTo>
                  <a:cubicBezTo>
                    <a:pt x="1771" y="2283"/>
                    <a:pt x="2281" y="1772"/>
                    <a:pt x="2281" y="1142"/>
                  </a:cubicBezTo>
                  <a:cubicBezTo>
                    <a:pt x="2281" y="512"/>
                    <a:pt x="1771" y="1"/>
                    <a:pt x="114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 name="Google Shape;378;p8"/>
            <p:cNvSpPr/>
            <p:nvPr/>
          </p:nvSpPr>
          <p:spPr>
            <a:xfrm rot="157512">
              <a:off x="5710335" y="4761896"/>
              <a:ext cx="57072" cy="57072"/>
            </a:xfrm>
            <a:custGeom>
              <a:rect b="b" l="l" r="r" t="t"/>
              <a:pathLst>
                <a:path extrusionOk="0" h="2283" w="2283">
                  <a:moveTo>
                    <a:pt x="1141" y="1"/>
                  </a:moveTo>
                  <a:cubicBezTo>
                    <a:pt x="511" y="1"/>
                    <a:pt x="0" y="511"/>
                    <a:pt x="0" y="1142"/>
                  </a:cubicBezTo>
                  <a:cubicBezTo>
                    <a:pt x="0" y="1772"/>
                    <a:pt x="511" y="2283"/>
                    <a:pt x="1141" y="2283"/>
                  </a:cubicBezTo>
                  <a:cubicBezTo>
                    <a:pt x="1771" y="2283"/>
                    <a:pt x="2282" y="1772"/>
                    <a:pt x="2282" y="1142"/>
                  </a:cubicBezTo>
                  <a:cubicBezTo>
                    <a:pt x="2282" y="511"/>
                    <a:pt x="1771" y="1"/>
                    <a:pt x="114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 name="Google Shape;379;p8"/>
            <p:cNvSpPr/>
            <p:nvPr/>
          </p:nvSpPr>
          <p:spPr>
            <a:xfrm rot="157512">
              <a:off x="7885492" y="4168682"/>
              <a:ext cx="57047" cy="57047"/>
            </a:xfrm>
            <a:custGeom>
              <a:rect b="b" l="l" r="r" t="t"/>
              <a:pathLst>
                <a:path extrusionOk="0" h="2282" w="2282">
                  <a:moveTo>
                    <a:pt x="1141" y="0"/>
                  </a:moveTo>
                  <a:cubicBezTo>
                    <a:pt x="511" y="0"/>
                    <a:pt x="0" y="511"/>
                    <a:pt x="0" y="1141"/>
                  </a:cubicBezTo>
                  <a:cubicBezTo>
                    <a:pt x="0" y="1770"/>
                    <a:pt x="511" y="2281"/>
                    <a:pt x="1141" y="2281"/>
                  </a:cubicBezTo>
                  <a:cubicBezTo>
                    <a:pt x="1772" y="2281"/>
                    <a:pt x="2281" y="1770"/>
                    <a:pt x="2281" y="1141"/>
                  </a:cubicBezTo>
                  <a:cubicBezTo>
                    <a:pt x="2281" y="511"/>
                    <a:pt x="1772" y="0"/>
                    <a:pt x="114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80" name="Google Shape;380;p8"/>
          <p:cNvGrpSpPr/>
          <p:nvPr/>
        </p:nvGrpSpPr>
        <p:grpSpPr>
          <a:xfrm>
            <a:off x="-128336" y="-2516262"/>
            <a:ext cx="5036265" cy="4113315"/>
            <a:chOff x="4780389" y="2513201"/>
            <a:chExt cx="5036265" cy="4113315"/>
          </a:xfrm>
        </p:grpSpPr>
        <p:grpSp>
          <p:nvGrpSpPr>
            <p:cNvPr id="381" name="Google Shape;381;p8"/>
            <p:cNvGrpSpPr/>
            <p:nvPr/>
          </p:nvGrpSpPr>
          <p:grpSpPr>
            <a:xfrm>
              <a:off x="4780389" y="2513201"/>
              <a:ext cx="5036265" cy="4113315"/>
              <a:chOff x="4673664" y="2214101"/>
              <a:chExt cx="5036265" cy="4113315"/>
            </a:xfrm>
          </p:grpSpPr>
          <p:sp>
            <p:nvSpPr>
              <p:cNvPr id="382" name="Google Shape;382;p8"/>
              <p:cNvSpPr/>
              <p:nvPr/>
            </p:nvSpPr>
            <p:spPr>
              <a:xfrm rot="157512">
                <a:off x="9047033" y="4559649"/>
                <a:ext cx="57072" cy="57047"/>
              </a:xfrm>
              <a:custGeom>
                <a:rect b="b" l="l" r="r" t="t"/>
                <a:pathLst>
                  <a:path extrusionOk="0" h="2282" w="2283">
                    <a:moveTo>
                      <a:pt x="1141" y="1"/>
                    </a:moveTo>
                    <a:cubicBezTo>
                      <a:pt x="511" y="1"/>
                      <a:pt x="0" y="512"/>
                      <a:pt x="0" y="1142"/>
                    </a:cubicBezTo>
                    <a:cubicBezTo>
                      <a:pt x="0" y="1771"/>
                      <a:pt x="511" y="2282"/>
                      <a:pt x="1141" y="2282"/>
                    </a:cubicBezTo>
                    <a:cubicBezTo>
                      <a:pt x="1771" y="2282"/>
                      <a:pt x="2282" y="1771"/>
                      <a:pt x="2282" y="1142"/>
                    </a:cubicBezTo>
                    <a:cubicBezTo>
                      <a:pt x="2282" y="512"/>
                      <a:pt x="1771" y="1"/>
                      <a:pt x="114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83" name="Google Shape;383;p8"/>
              <p:cNvGrpSpPr/>
              <p:nvPr/>
            </p:nvGrpSpPr>
            <p:grpSpPr>
              <a:xfrm>
                <a:off x="4673664" y="2214101"/>
                <a:ext cx="5036265" cy="4113315"/>
                <a:chOff x="4673664" y="2214101"/>
                <a:chExt cx="5036265" cy="4113315"/>
              </a:xfrm>
            </p:grpSpPr>
            <p:grpSp>
              <p:nvGrpSpPr>
                <p:cNvPr id="384" name="Google Shape;384;p8"/>
                <p:cNvGrpSpPr/>
                <p:nvPr/>
              </p:nvGrpSpPr>
              <p:grpSpPr>
                <a:xfrm>
                  <a:off x="4673664" y="2214101"/>
                  <a:ext cx="5036265" cy="4113315"/>
                  <a:chOff x="3825164" y="427026"/>
                  <a:chExt cx="5036265" cy="4113315"/>
                </a:xfrm>
              </p:grpSpPr>
              <p:sp>
                <p:nvSpPr>
                  <p:cNvPr id="385" name="Google Shape;385;p8"/>
                  <p:cNvSpPr/>
                  <p:nvPr/>
                </p:nvSpPr>
                <p:spPr>
                  <a:xfrm rot="157512">
                    <a:off x="6915828" y="473247"/>
                    <a:ext cx="650167" cy="721089"/>
                  </a:xfrm>
                  <a:custGeom>
                    <a:rect b="b" l="l" r="r" t="t"/>
                    <a:pathLst>
                      <a:path extrusionOk="0" fill="none" h="28845" w="26008">
                        <a:moveTo>
                          <a:pt x="26008" y="20744"/>
                        </a:moveTo>
                        <a:lnTo>
                          <a:pt x="24980" y="6321"/>
                        </a:lnTo>
                        <a:lnTo>
                          <a:pt x="11976" y="1"/>
                        </a:lnTo>
                        <a:lnTo>
                          <a:pt x="0" y="8102"/>
                        </a:lnTo>
                        <a:lnTo>
                          <a:pt x="1028" y="22524"/>
                        </a:lnTo>
                        <a:lnTo>
                          <a:pt x="14032"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6" name="Google Shape;386;p8"/>
                  <p:cNvSpPr/>
                  <p:nvPr/>
                </p:nvSpPr>
                <p:spPr>
                  <a:xfrm rot="157512">
                    <a:off x="7541687" y="457392"/>
                    <a:ext cx="650192" cy="721114"/>
                  </a:xfrm>
                  <a:custGeom>
                    <a:rect b="b" l="l" r="r" t="t"/>
                    <a:pathLst>
                      <a:path extrusionOk="0" fill="none" h="28846" w="26009">
                        <a:moveTo>
                          <a:pt x="26009" y="20743"/>
                        </a:moveTo>
                        <a:lnTo>
                          <a:pt x="24981" y="6321"/>
                        </a:lnTo>
                        <a:lnTo>
                          <a:pt x="11976" y="1"/>
                        </a:lnTo>
                        <a:lnTo>
                          <a:pt x="1" y="8102"/>
                        </a:lnTo>
                        <a:lnTo>
                          <a:pt x="1029" y="22525"/>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 name="Google Shape;387;p8"/>
                  <p:cNvSpPr/>
                  <p:nvPr/>
                </p:nvSpPr>
                <p:spPr>
                  <a:xfrm rot="157512">
                    <a:off x="8167572" y="441537"/>
                    <a:ext cx="650192" cy="721089"/>
                  </a:xfrm>
                  <a:custGeom>
                    <a:rect b="b" l="l" r="r" t="t"/>
                    <a:pathLst>
                      <a:path extrusionOk="0" fill="none" h="28845" w="26009">
                        <a:moveTo>
                          <a:pt x="26008" y="20743"/>
                        </a:moveTo>
                        <a:lnTo>
                          <a:pt x="24980" y="6321"/>
                        </a:lnTo>
                        <a:lnTo>
                          <a:pt x="11976" y="0"/>
                        </a:lnTo>
                        <a:lnTo>
                          <a:pt x="1" y="8102"/>
                        </a:lnTo>
                        <a:lnTo>
                          <a:pt x="1029" y="22524"/>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8" name="Google Shape;388;p8"/>
                  <p:cNvSpPr/>
                  <p:nvPr/>
                </p:nvSpPr>
                <p:spPr>
                  <a:xfrm rot="157512">
                    <a:off x="7242491" y="1007356"/>
                    <a:ext cx="650192" cy="721089"/>
                  </a:xfrm>
                  <a:custGeom>
                    <a:rect b="b" l="l" r="r" t="t"/>
                    <a:pathLst>
                      <a:path extrusionOk="0" fill="none" h="28845" w="26009">
                        <a:moveTo>
                          <a:pt x="26008" y="20743"/>
                        </a:moveTo>
                        <a:lnTo>
                          <a:pt x="24980" y="6321"/>
                        </a:lnTo>
                        <a:lnTo>
                          <a:pt x="11976" y="1"/>
                        </a:lnTo>
                        <a:lnTo>
                          <a:pt x="0" y="8102"/>
                        </a:lnTo>
                        <a:lnTo>
                          <a:pt x="1028" y="22525"/>
                        </a:lnTo>
                        <a:lnTo>
                          <a:pt x="14033" y="28844"/>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9" name="Google Shape;389;p8"/>
                  <p:cNvSpPr/>
                  <p:nvPr/>
                </p:nvSpPr>
                <p:spPr>
                  <a:xfrm rot="157512">
                    <a:off x="7868375" y="991501"/>
                    <a:ext cx="650167" cy="721089"/>
                  </a:xfrm>
                  <a:custGeom>
                    <a:rect b="b" l="l" r="r" t="t"/>
                    <a:pathLst>
                      <a:path extrusionOk="0" fill="none" h="28845" w="26008">
                        <a:moveTo>
                          <a:pt x="26008" y="20743"/>
                        </a:moveTo>
                        <a:lnTo>
                          <a:pt x="24980" y="6321"/>
                        </a:lnTo>
                        <a:lnTo>
                          <a:pt x="11976" y="0"/>
                        </a:lnTo>
                        <a:lnTo>
                          <a:pt x="0" y="8102"/>
                        </a:lnTo>
                        <a:lnTo>
                          <a:pt x="1028" y="22524"/>
                        </a:lnTo>
                        <a:lnTo>
                          <a:pt x="14032"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0" name="Google Shape;390;p8"/>
                  <p:cNvSpPr/>
                  <p:nvPr/>
                </p:nvSpPr>
                <p:spPr>
                  <a:xfrm rot="157512">
                    <a:off x="6943294" y="1557320"/>
                    <a:ext cx="650167" cy="721089"/>
                  </a:xfrm>
                  <a:custGeom>
                    <a:rect b="b" l="l" r="r" t="t"/>
                    <a:pathLst>
                      <a:path extrusionOk="0" fill="none" h="28845" w="26008">
                        <a:moveTo>
                          <a:pt x="26008" y="20743"/>
                        </a:moveTo>
                        <a:lnTo>
                          <a:pt x="24980" y="6320"/>
                        </a:lnTo>
                        <a:lnTo>
                          <a:pt x="11975" y="1"/>
                        </a:lnTo>
                        <a:lnTo>
                          <a:pt x="0" y="8102"/>
                        </a:lnTo>
                        <a:lnTo>
                          <a:pt x="1028" y="22524"/>
                        </a:lnTo>
                        <a:lnTo>
                          <a:pt x="14032" y="28844"/>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1" name="Google Shape;391;p8"/>
                  <p:cNvSpPr/>
                  <p:nvPr/>
                </p:nvSpPr>
                <p:spPr>
                  <a:xfrm rot="157512">
                    <a:off x="7569154" y="1541466"/>
                    <a:ext cx="650217" cy="721064"/>
                  </a:xfrm>
                  <a:custGeom>
                    <a:rect b="b" l="l" r="r" t="t"/>
                    <a:pathLst>
                      <a:path extrusionOk="0" fill="none" h="28844" w="26010">
                        <a:moveTo>
                          <a:pt x="26009" y="20743"/>
                        </a:moveTo>
                        <a:lnTo>
                          <a:pt x="24980" y="6321"/>
                        </a:lnTo>
                        <a:lnTo>
                          <a:pt x="11976" y="0"/>
                        </a:lnTo>
                        <a:lnTo>
                          <a:pt x="1" y="8101"/>
                        </a:lnTo>
                        <a:lnTo>
                          <a:pt x="1029" y="22524"/>
                        </a:lnTo>
                        <a:lnTo>
                          <a:pt x="14033" y="28844"/>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2" name="Google Shape;392;p8"/>
                  <p:cNvSpPr/>
                  <p:nvPr/>
                </p:nvSpPr>
                <p:spPr>
                  <a:xfrm rot="157512">
                    <a:off x="8195039" y="1525586"/>
                    <a:ext cx="650217" cy="721114"/>
                  </a:xfrm>
                  <a:custGeom>
                    <a:rect b="b" l="l" r="r" t="t"/>
                    <a:pathLst>
                      <a:path extrusionOk="0" fill="none" h="28846" w="26010">
                        <a:moveTo>
                          <a:pt x="26009" y="20743"/>
                        </a:moveTo>
                        <a:lnTo>
                          <a:pt x="24980" y="6322"/>
                        </a:lnTo>
                        <a:lnTo>
                          <a:pt x="11976" y="1"/>
                        </a:lnTo>
                        <a:lnTo>
                          <a:pt x="0" y="8103"/>
                        </a:lnTo>
                        <a:lnTo>
                          <a:pt x="1029" y="22525"/>
                        </a:lnTo>
                        <a:lnTo>
                          <a:pt x="14033" y="28846"/>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3" name="Google Shape;393;p8"/>
                  <p:cNvSpPr/>
                  <p:nvPr/>
                </p:nvSpPr>
                <p:spPr>
                  <a:xfrm rot="157512">
                    <a:off x="4140535" y="2170703"/>
                    <a:ext cx="650217" cy="721089"/>
                  </a:xfrm>
                  <a:custGeom>
                    <a:rect b="b" l="l" r="r" t="t"/>
                    <a:pathLst>
                      <a:path extrusionOk="0" fill="none" h="28845" w="26010">
                        <a:moveTo>
                          <a:pt x="26009" y="20743"/>
                        </a:moveTo>
                        <a:lnTo>
                          <a:pt x="24980" y="6321"/>
                        </a:lnTo>
                        <a:lnTo>
                          <a:pt x="11977" y="0"/>
                        </a:lnTo>
                        <a:lnTo>
                          <a:pt x="1" y="8102"/>
                        </a:lnTo>
                        <a:lnTo>
                          <a:pt x="1028" y="22524"/>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4" name="Google Shape;394;p8"/>
                  <p:cNvSpPr/>
                  <p:nvPr/>
                </p:nvSpPr>
                <p:spPr>
                  <a:xfrm rot="157512">
                    <a:off x="4766419" y="2154848"/>
                    <a:ext cx="650192" cy="721089"/>
                  </a:xfrm>
                  <a:custGeom>
                    <a:rect b="b" l="l" r="r" t="t"/>
                    <a:pathLst>
                      <a:path extrusionOk="0" fill="none" h="28845" w="26009">
                        <a:moveTo>
                          <a:pt x="26009" y="20743"/>
                        </a:moveTo>
                        <a:lnTo>
                          <a:pt x="24980" y="6321"/>
                        </a:lnTo>
                        <a:lnTo>
                          <a:pt x="11977" y="1"/>
                        </a:lnTo>
                        <a:lnTo>
                          <a:pt x="0" y="8102"/>
                        </a:lnTo>
                        <a:lnTo>
                          <a:pt x="1029" y="22524"/>
                        </a:lnTo>
                        <a:lnTo>
                          <a:pt x="14034"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 name="Google Shape;395;p8"/>
                  <p:cNvSpPr/>
                  <p:nvPr/>
                </p:nvSpPr>
                <p:spPr>
                  <a:xfrm rot="157512">
                    <a:off x="5392303" y="2138993"/>
                    <a:ext cx="650192" cy="721089"/>
                  </a:xfrm>
                  <a:custGeom>
                    <a:rect b="b" l="l" r="r" t="t"/>
                    <a:pathLst>
                      <a:path extrusionOk="0" fill="none" h="28845" w="26009">
                        <a:moveTo>
                          <a:pt x="26009" y="20743"/>
                        </a:moveTo>
                        <a:lnTo>
                          <a:pt x="24981" y="6321"/>
                        </a:lnTo>
                        <a:lnTo>
                          <a:pt x="11976" y="0"/>
                        </a:lnTo>
                        <a:lnTo>
                          <a:pt x="0" y="8102"/>
                        </a:lnTo>
                        <a:lnTo>
                          <a:pt x="1029" y="22524"/>
                        </a:lnTo>
                        <a:lnTo>
                          <a:pt x="14033" y="28844"/>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6" name="Google Shape;396;p8"/>
                  <p:cNvSpPr/>
                  <p:nvPr/>
                </p:nvSpPr>
                <p:spPr>
                  <a:xfrm rot="157512">
                    <a:off x="6018188" y="2123139"/>
                    <a:ext cx="650192" cy="721089"/>
                  </a:xfrm>
                  <a:custGeom>
                    <a:rect b="b" l="l" r="r" t="t"/>
                    <a:pathLst>
                      <a:path extrusionOk="0" fill="none" h="28845" w="26009">
                        <a:moveTo>
                          <a:pt x="26008" y="20743"/>
                        </a:moveTo>
                        <a:lnTo>
                          <a:pt x="24981" y="6321"/>
                        </a:lnTo>
                        <a:lnTo>
                          <a:pt x="11976" y="0"/>
                        </a:lnTo>
                        <a:lnTo>
                          <a:pt x="1" y="8102"/>
                        </a:lnTo>
                        <a:lnTo>
                          <a:pt x="1029" y="22524"/>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7" name="Google Shape;397;p8"/>
                  <p:cNvSpPr/>
                  <p:nvPr/>
                </p:nvSpPr>
                <p:spPr>
                  <a:xfrm rot="157512">
                    <a:off x="6644073" y="2107259"/>
                    <a:ext cx="650192" cy="721114"/>
                  </a:xfrm>
                  <a:custGeom>
                    <a:rect b="b" l="l" r="r" t="t"/>
                    <a:pathLst>
                      <a:path extrusionOk="0" fill="none" h="28846" w="26009">
                        <a:moveTo>
                          <a:pt x="26008" y="20743"/>
                        </a:moveTo>
                        <a:lnTo>
                          <a:pt x="24980" y="6321"/>
                        </a:lnTo>
                        <a:lnTo>
                          <a:pt x="11976" y="1"/>
                        </a:lnTo>
                        <a:lnTo>
                          <a:pt x="1" y="8103"/>
                        </a:lnTo>
                        <a:lnTo>
                          <a:pt x="1028" y="22525"/>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8" name="Google Shape;398;p8"/>
                  <p:cNvSpPr/>
                  <p:nvPr/>
                </p:nvSpPr>
                <p:spPr>
                  <a:xfrm rot="157512">
                    <a:off x="7269957" y="2091430"/>
                    <a:ext cx="650192" cy="721064"/>
                  </a:xfrm>
                  <a:custGeom>
                    <a:rect b="b" l="l" r="r" t="t"/>
                    <a:pathLst>
                      <a:path extrusionOk="0" fill="none" h="28844" w="26009">
                        <a:moveTo>
                          <a:pt x="26009" y="20743"/>
                        </a:moveTo>
                        <a:lnTo>
                          <a:pt x="24980" y="6320"/>
                        </a:lnTo>
                        <a:lnTo>
                          <a:pt x="11976" y="0"/>
                        </a:lnTo>
                        <a:lnTo>
                          <a:pt x="0" y="8101"/>
                        </a:lnTo>
                        <a:lnTo>
                          <a:pt x="1028" y="22523"/>
                        </a:lnTo>
                        <a:lnTo>
                          <a:pt x="14033" y="28844"/>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9" name="Google Shape;399;p8"/>
                  <p:cNvSpPr/>
                  <p:nvPr/>
                </p:nvSpPr>
                <p:spPr>
                  <a:xfrm rot="157512">
                    <a:off x="7895842" y="2075550"/>
                    <a:ext cx="650192" cy="721089"/>
                  </a:xfrm>
                  <a:custGeom>
                    <a:rect b="b" l="l" r="r" t="t"/>
                    <a:pathLst>
                      <a:path extrusionOk="0" fill="none" h="28845" w="26009">
                        <a:moveTo>
                          <a:pt x="26009" y="20743"/>
                        </a:moveTo>
                        <a:lnTo>
                          <a:pt x="24980" y="6322"/>
                        </a:lnTo>
                        <a:lnTo>
                          <a:pt x="11976" y="1"/>
                        </a:lnTo>
                        <a:lnTo>
                          <a:pt x="0" y="8102"/>
                        </a:lnTo>
                        <a:lnTo>
                          <a:pt x="1029" y="22525"/>
                        </a:lnTo>
                        <a:lnTo>
                          <a:pt x="14032"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0" name="Google Shape;400;p8"/>
                  <p:cNvSpPr/>
                  <p:nvPr/>
                </p:nvSpPr>
                <p:spPr>
                  <a:xfrm rot="157512">
                    <a:off x="3841337" y="2720667"/>
                    <a:ext cx="650192" cy="721114"/>
                  </a:xfrm>
                  <a:custGeom>
                    <a:rect b="b" l="l" r="r" t="t"/>
                    <a:pathLst>
                      <a:path extrusionOk="0" fill="none" h="28846" w="26009">
                        <a:moveTo>
                          <a:pt x="26009" y="20743"/>
                        </a:moveTo>
                        <a:lnTo>
                          <a:pt x="24980" y="6321"/>
                        </a:lnTo>
                        <a:lnTo>
                          <a:pt x="11975" y="0"/>
                        </a:lnTo>
                        <a:lnTo>
                          <a:pt x="0" y="8102"/>
                        </a:lnTo>
                        <a:lnTo>
                          <a:pt x="1029" y="22524"/>
                        </a:lnTo>
                        <a:lnTo>
                          <a:pt x="14032"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1" name="Google Shape;401;p8"/>
                  <p:cNvSpPr/>
                  <p:nvPr/>
                </p:nvSpPr>
                <p:spPr>
                  <a:xfrm rot="157512">
                    <a:off x="4467198" y="2704787"/>
                    <a:ext cx="650217" cy="721114"/>
                  </a:xfrm>
                  <a:custGeom>
                    <a:rect b="b" l="l" r="r" t="t"/>
                    <a:pathLst>
                      <a:path extrusionOk="0" fill="none" h="28846" w="26010">
                        <a:moveTo>
                          <a:pt x="26010" y="20743"/>
                        </a:moveTo>
                        <a:lnTo>
                          <a:pt x="24982" y="6322"/>
                        </a:lnTo>
                        <a:lnTo>
                          <a:pt x="11977" y="1"/>
                        </a:lnTo>
                        <a:lnTo>
                          <a:pt x="1" y="8103"/>
                        </a:lnTo>
                        <a:lnTo>
                          <a:pt x="1030" y="22525"/>
                        </a:lnTo>
                        <a:lnTo>
                          <a:pt x="14033" y="28846"/>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2" name="Google Shape;402;p8"/>
                  <p:cNvSpPr/>
                  <p:nvPr/>
                </p:nvSpPr>
                <p:spPr>
                  <a:xfrm rot="157512">
                    <a:off x="5093107" y="2688958"/>
                    <a:ext cx="650192" cy="721089"/>
                  </a:xfrm>
                  <a:custGeom>
                    <a:rect b="b" l="l" r="r" t="t"/>
                    <a:pathLst>
                      <a:path extrusionOk="0" fill="none" h="28845" w="26009">
                        <a:moveTo>
                          <a:pt x="26008" y="20743"/>
                        </a:moveTo>
                        <a:lnTo>
                          <a:pt x="24980" y="6320"/>
                        </a:lnTo>
                        <a:lnTo>
                          <a:pt x="11976" y="0"/>
                        </a:lnTo>
                        <a:lnTo>
                          <a:pt x="1" y="8102"/>
                        </a:lnTo>
                        <a:lnTo>
                          <a:pt x="1029" y="22523"/>
                        </a:lnTo>
                        <a:lnTo>
                          <a:pt x="14033" y="28844"/>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3" name="Google Shape;403;p8"/>
                  <p:cNvSpPr/>
                  <p:nvPr/>
                </p:nvSpPr>
                <p:spPr>
                  <a:xfrm rot="157512">
                    <a:off x="5718992" y="2673103"/>
                    <a:ext cx="650192" cy="721064"/>
                  </a:xfrm>
                  <a:custGeom>
                    <a:rect b="b" l="l" r="r" t="t"/>
                    <a:pathLst>
                      <a:path extrusionOk="0" fill="none" h="28844" w="26009">
                        <a:moveTo>
                          <a:pt x="26008" y="20743"/>
                        </a:moveTo>
                        <a:lnTo>
                          <a:pt x="24980" y="6321"/>
                        </a:lnTo>
                        <a:lnTo>
                          <a:pt x="11976" y="0"/>
                        </a:lnTo>
                        <a:lnTo>
                          <a:pt x="0" y="8101"/>
                        </a:lnTo>
                        <a:lnTo>
                          <a:pt x="1028" y="22524"/>
                        </a:lnTo>
                        <a:lnTo>
                          <a:pt x="14033" y="28844"/>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4" name="Google Shape;404;p8"/>
                  <p:cNvSpPr/>
                  <p:nvPr/>
                </p:nvSpPr>
                <p:spPr>
                  <a:xfrm rot="157512">
                    <a:off x="6344876" y="2657223"/>
                    <a:ext cx="650167" cy="721114"/>
                  </a:xfrm>
                  <a:custGeom>
                    <a:rect b="b" l="l" r="r" t="t"/>
                    <a:pathLst>
                      <a:path extrusionOk="0" fill="none" h="28846" w="26008">
                        <a:moveTo>
                          <a:pt x="26008" y="20743"/>
                        </a:moveTo>
                        <a:lnTo>
                          <a:pt x="24980" y="6321"/>
                        </a:lnTo>
                        <a:lnTo>
                          <a:pt x="11975" y="1"/>
                        </a:lnTo>
                        <a:lnTo>
                          <a:pt x="0" y="8103"/>
                        </a:lnTo>
                        <a:lnTo>
                          <a:pt x="1028" y="22525"/>
                        </a:lnTo>
                        <a:lnTo>
                          <a:pt x="14032"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5" name="Google Shape;405;p8"/>
                  <p:cNvSpPr/>
                  <p:nvPr/>
                </p:nvSpPr>
                <p:spPr>
                  <a:xfrm rot="157512">
                    <a:off x="6970736" y="2641369"/>
                    <a:ext cx="650217" cy="721114"/>
                  </a:xfrm>
                  <a:custGeom>
                    <a:rect b="b" l="l" r="r" t="t"/>
                    <a:pathLst>
                      <a:path extrusionOk="0" fill="none" h="28846" w="26010">
                        <a:moveTo>
                          <a:pt x="26010" y="20743"/>
                        </a:moveTo>
                        <a:lnTo>
                          <a:pt x="24981" y="6321"/>
                        </a:lnTo>
                        <a:lnTo>
                          <a:pt x="11976" y="0"/>
                        </a:lnTo>
                        <a:lnTo>
                          <a:pt x="1" y="8102"/>
                        </a:lnTo>
                        <a:lnTo>
                          <a:pt x="1029" y="22524"/>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6" name="Google Shape;406;p8"/>
                  <p:cNvSpPr/>
                  <p:nvPr/>
                </p:nvSpPr>
                <p:spPr>
                  <a:xfrm rot="157512">
                    <a:off x="4168001" y="3254751"/>
                    <a:ext cx="650217" cy="721114"/>
                  </a:xfrm>
                  <a:custGeom>
                    <a:rect b="b" l="l" r="r" t="t"/>
                    <a:pathLst>
                      <a:path extrusionOk="0" fill="none" h="28846" w="26010">
                        <a:moveTo>
                          <a:pt x="26009" y="20744"/>
                        </a:moveTo>
                        <a:lnTo>
                          <a:pt x="24980" y="6322"/>
                        </a:lnTo>
                        <a:lnTo>
                          <a:pt x="11977" y="1"/>
                        </a:lnTo>
                        <a:lnTo>
                          <a:pt x="0" y="8103"/>
                        </a:lnTo>
                        <a:lnTo>
                          <a:pt x="1029" y="22525"/>
                        </a:lnTo>
                        <a:lnTo>
                          <a:pt x="14034" y="28846"/>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7" name="Google Shape;407;p8"/>
                  <p:cNvSpPr/>
                  <p:nvPr/>
                </p:nvSpPr>
                <p:spPr>
                  <a:xfrm rot="157512">
                    <a:off x="4793885" y="3238896"/>
                    <a:ext cx="650192" cy="721114"/>
                  </a:xfrm>
                  <a:custGeom>
                    <a:rect b="b" l="l" r="r" t="t"/>
                    <a:pathLst>
                      <a:path extrusionOk="0" fill="none" h="28846" w="26009">
                        <a:moveTo>
                          <a:pt x="26009" y="20743"/>
                        </a:moveTo>
                        <a:lnTo>
                          <a:pt x="24981" y="6321"/>
                        </a:lnTo>
                        <a:lnTo>
                          <a:pt x="11977" y="0"/>
                        </a:lnTo>
                        <a:lnTo>
                          <a:pt x="0" y="8103"/>
                        </a:lnTo>
                        <a:lnTo>
                          <a:pt x="1029" y="22525"/>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8" name="Google Shape;408;p8"/>
                  <p:cNvSpPr/>
                  <p:nvPr/>
                </p:nvSpPr>
                <p:spPr>
                  <a:xfrm rot="157512">
                    <a:off x="5419770" y="3223067"/>
                    <a:ext cx="650192" cy="721064"/>
                  </a:xfrm>
                  <a:custGeom>
                    <a:rect b="b" l="l" r="r" t="t"/>
                    <a:pathLst>
                      <a:path extrusionOk="0" fill="none" h="28844" w="26009">
                        <a:moveTo>
                          <a:pt x="26009" y="20743"/>
                        </a:moveTo>
                        <a:lnTo>
                          <a:pt x="24981" y="6320"/>
                        </a:lnTo>
                        <a:lnTo>
                          <a:pt x="11976" y="0"/>
                        </a:lnTo>
                        <a:lnTo>
                          <a:pt x="1" y="8101"/>
                        </a:lnTo>
                        <a:lnTo>
                          <a:pt x="1029" y="22523"/>
                        </a:lnTo>
                        <a:lnTo>
                          <a:pt x="14033" y="28844"/>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9" name="Google Shape;409;p8"/>
                  <p:cNvSpPr/>
                  <p:nvPr/>
                </p:nvSpPr>
                <p:spPr>
                  <a:xfrm rot="157512">
                    <a:off x="6045654" y="3207187"/>
                    <a:ext cx="650192" cy="721114"/>
                  </a:xfrm>
                  <a:custGeom>
                    <a:rect b="b" l="l" r="r" t="t"/>
                    <a:pathLst>
                      <a:path extrusionOk="0" fill="none" h="28846" w="26009">
                        <a:moveTo>
                          <a:pt x="26008" y="20743"/>
                        </a:moveTo>
                        <a:lnTo>
                          <a:pt x="24980" y="6321"/>
                        </a:lnTo>
                        <a:lnTo>
                          <a:pt x="11976" y="1"/>
                        </a:lnTo>
                        <a:lnTo>
                          <a:pt x="1" y="8102"/>
                        </a:lnTo>
                        <a:lnTo>
                          <a:pt x="1029" y="22525"/>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0" name="Google Shape;410;p8"/>
                  <p:cNvSpPr/>
                  <p:nvPr/>
                </p:nvSpPr>
                <p:spPr>
                  <a:xfrm rot="157512">
                    <a:off x="3868779" y="3804714"/>
                    <a:ext cx="650217" cy="721114"/>
                  </a:xfrm>
                  <a:custGeom>
                    <a:rect b="b" l="l" r="r" t="t"/>
                    <a:pathLst>
                      <a:path extrusionOk="0" fill="none" h="28846" w="26010">
                        <a:moveTo>
                          <a:pt x="26010" y="20744"/>
                        </a:moveTo>
                        <a:lnTo>
                          <a:pt x="24982" y="6322"/>
                        </a:lnTo>
                        <a:lnTo>
                          <a:pt x="11977" y="1"/>
                        </a:lnTo>
                        <a:lnTo>
                          <a:pt x="1" y="8102"/>
                        </a:lnTo>
                        <a:lnTo>
                          <a:pt x="1030" y="22525"/>
                        </a:lnTo>
                        <a:lnTo>
                          <a:pt x="14034" y="28846"/>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1" name="Google Shape;411;p8"/>
                  <p:cNvSpPr/>
                  <p:nvPr/>
                </p:nvSpPr>
                <p:spPr>
                  <a:xfrm rot="157512">
                    <a:off x="4494689" y="3788860"/>
                    <a:ext cx="650192" cy="721114"/>
                  </a:xfrm>
                  <a:custGeom>
                    <a:rect b="b" l="l" r="r" t="t"/>
                    <a:pathLst>
                      <a:path extrusionOk="0" fill="none" h="28846" w="26009">
                        <a:moveTo>
                          <a:pt x="26008" y="20743"/>
                        </a:moveTo>
                        <a:lnTo>
                          <a:pt x="24980" y="6321"/>
                        </a:lnTo>
                        <a:lnTo>
                          <a:pt x="11976" y="1"/>
                        </a:lnTo>
                        <a:lnTo>
                          <a:pt x="1" y="8103"/>
                        </a:lnTo>
                        <a:lnTo>
                          <a:pt x="1029" y="22525"/>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2" name="Google Shape;412;p8"/>
                  <p:cNvSpPr/>
                  <p:nvPr/>
                </p:nvSpPr>
                <p:spPr>
                  <a:xfrm rot="157512">
                    <a:off x="5120574" y="3773006"/>
                    <a:ext cx="650192" cy="721089"/>
                  </a:xfrm>
                  <a:custGeom>
                    <a:rect b="b" l="l" r="r" t="t"/>
                    <a:pathLst>
                      <a:path extrusionOk="0" fill="none" h="28845" w="26009">
                        <a:moveTo>
                          <a:pt x="26008" y="20744"/>
                        </a:moveTo>
                        <a:lnTo>
                          <a:pt x="24980" y="6321"/>
                        </a:lnTo>
                        <a:lnTo>
                          <a:pt x="11976" y="0"/>
                        </a:lnTo>
                        <a:lnTo>
                          <a:pt x="0" y="8102"/>
                        </a:lnTo>
                        <a:lnTo>
                          <a:pt x="1028" y="22524"/>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13" name="Google Shape;413;p8"/>
                <p:cNvSpPr/>
                <p:nvPr/>
              </p:nvSpPr>
              <p:spPr>
                <a:xfrm rot="157512">
                  <a:off x="6228998" y="4446717"/>
                  <a:ext cx="57072" cy="57047"/>
                </a:xfrm>
                <a:custGeom>
                  <a:rect b="b" l="l" r="r" t="t"/>
                  <a:pathLst>
                    <a:path extrusionOk="0" h="2282" w="2283">
                      <a:moveTo>
                        <a:pt x="1142" y="0"/>
                      </a:moveTo>
                      <a:cubicBezTo>
                        <a:pt x="512" y="0"/>
                        <a:pt x="1" y="511"/>
                        <a:pt x="1" y="1141"/>
                      </a:cubicBezTo>
                      <a:cubicBezTo>
                        <a:pt x="1" y="1771"/>
                        <a:pt x="512" y="2281"/>
                        <a:pt x="1142" y="2281"/>
                      </a:cubicBezTo>
                      <a:cubicBezTo>
                        <a:pt x="1772" y="2281"/>
                        <a:pt x="2283" y="1772"/>
                        <a:pt x="2283" y="1141"/>
                      </a:cubicBezTo>
                      <a:cubicBezTo>
                        <a:pt x="2283" y="511"/>
                        <a:pt x="1772" y="0"/>
                        <a:pt x="114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4" name="Google Shape;414;p8"/>
                <p:cNvSpPr/>
                <p:nvPr/>
              </p:nvSpPr>
              <p:spPr>
                <a:xfrm rot="157512">
                  <a:off x="9351770" y="4005108"/>
                  <a:ext cx="57047" cy="57072"/>
                </a:xfrm>
                <a:custGeom>
                  <a:rect b="b" l="l" r="r" t="t"/>
                  <a:pathLst>
                    <a:path extrusionOk="0" h="2283" w="2282">
                      <a:moveTo>
                        <a:pt x="1141" y="0"/>
                      </a:moveTo>
                      <a:cubicBezTo>
                        <a:pt x="511" y="0"/>
                        <a:pt x="0" y="511"/>
                        <a:pt x="0" y="1141"/>
                      </a:cubicBezTo>
                      <a:cubicBezTo>
                        <a:pt x="0" y="1772"/>
                        <a:pt x="511" y="2282"/>
                        <a:pt x="1141" y="2282"/>
                      </a:cubicBezTo>
                      <a:cubicBezTo>
                        <a:pt x="1771" y="2282"/>
                        <a:pt x="2281" y="1772"/>
                        <a:pt x="2281" y="1141"/>
                      </a:cubicBezTo>
                      <a:cubicBezTo>
                        <a:pt x="2281" y="511"/>
                        <a:pt x="1771" y="0"/>
                        <a:pt x="114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5" name="Google Shape;415;p8"/>
                <p:cNvSpPr/>
                <p:nvPr/>
              </p:nvSpPr>
              <p:spPr>
                <a:xfrm rot="157512">
                  <a:off x="8403706" y="3847890"/>
                  <a:ext cx="57072" cy="57047"/>
                </a:xfrm>
                <a:custGeom>
                  <a:rect b="b" l="l" r="r" t="t"/>
                  <a:pathLst>
                    <a:path extrusionOk="0" h="2282" w="2283">
                      <a:moveTo>
                        <a:pt x="1141" y="1"/>
                      </a:moveTo>
                      <a:cubicBezTo>
                        <a:pt x="511" y="1"/>
                        <a:pt x="0" y="511"/>
                        <a:pt x="0" y="1141"/>
                      </a:cubicBezTo>
                      <a:cubicBezTo>
                        <a:pt x="0" y="1771"/>
                        <a:pt x="511" y="2282"/>
                        <a:pt x="1141" y="2282"/>
                      </a:cubicBezTo>
                      <a:cubicBezTo>
                        <a:pt x="1771" y="2282"/>
                        <a:pt x="2282" y="1771"/>
                        <a:pt x="2282" y="1141"/>
                      </a:cubicBezTo>
                      <a:cubicBezTo>
                        <a:pt x="2282" y="511"/>
                        <a:pt x="1771" y="1"/>
                        <a:pt x="114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6" name="Google Shape;416;p8"/>
                <p:cNvSpPr/>
                <p:nvPr/>
              </p:nvSpPr>
              <p:spPr>
                <a:xfrm rot="157512">
                  <a:off x="8124633" y="5115580"/>
                  <a:ext cx="57047" cy="57047"/>
                </a:xfrm>
                <a:custGeom>
                  <a:rect b="b" l="l" r="r" t="t"/>
                  <a:pathLst>
                    <a:path extrusionOk="0" h="2282" w="2282">
                      <a:moveTo>
                        <a:pt x="1140" y="0"/>
                      </a:moveTo>
                      <a:cubicBezTo>
                        <a:pt x="511" y="0"/>
                        <a:pt x="0" y="511"/>
                        <a:pt x="0" y="1141"/>
                      </a:cubicBezTo>
                      <a:cubicBezTo>
                        <a:pt x="0" y="1771"/>
                        <a:pt x="510" y="2281"/>
                        <a:pt x="1140" y="2281"/>
                      </a:cubicBezTo>
                      <a:cubicBezTo>
                        <a:pt x="1771" y="2281"/>
                        <a:pt x="2281" y="1771"/>
                        <a:pt x="2281" y="1141"/>
                      </a:cubicBezTo>
                      <a:cubicBezTo>
                        <a:pt x="2281" y="511"/>
                        <a:pt x="1771" y="0"/>
                        <a:pt x="114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7" name="Google Shape;417;p8"/>
                <p:cNvSpPr/>
                <p:nvPr/>
              </p:nvSpPr>
              <p:spPr>
                <a:xfrm rot="157512">
                  <a:off x="6574005" y="5703526"/>
                  <a:ext cx="57072" cy="57047"/>
                </a:xfrm>
                <a:custGeom>
                  <a:rect b="b" l="l" r="r" t="t"/>
                  <a:pathLst>
                    <a:path extrusionOk="0" h="2282" w="2283">
                      <a:moveTo>
                        <a:pt x="1141" y="1"/>
                      </a:moveTo>
                      <a:cubicBezTo>
                        <a:pt x="511" y="1"/>
                        <a:pt x="0" y="511"/>
                        <a:pt x="0" y="1141"/>
                      </a:cubicBezTo>
                      <a:cubicBezTo>
                        <a:pt x="0" y="1771"/>
                        <a:pt x="511" y="2282"/>
                        <a:pt x="1141" y="2282"/>
                      </a:cubicBezTo>
                      <a:cubicBezTo>
                        <a:pt x="1771" y="2282"/>
                        <a:pt x="2282" y="1771"/>
                        <a:pt x="2282" y="1141"/>
                      </a:cubicBezTo>
                      <a:cubicBezTo>
                        <a:pt x="2282" y="511"/>
                        <a:pt x="1771" y="1"/>
                        <a:pt x="114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8" name="Google Shape;418;p8"/>
                <p:cNvSpPr/>
                <p:nvPr/>
              </p:nvSpPr>
              <p:spPr>
                <a:xfrm rot="157512">
                  <a:off x="5957267" y="6080755"/>
                  <a:ext cx="57072" cy="57047"/>
                </a:xfrm>
                <a:custGeom>
                  <a:rect b="b" l="l" r="r" t="t"/>
                  <a:pathLst>
                    <a:path extrusionOk="0" h="2282" w="2283">
                      <a:moveTo>
                        <a:pt x="1141" y="0"/>
                      </a:moveTo>
                      <a:cubicBezTo>
                        <a:pt x="511" y="0"/>
                        <a:pt x="0" y="510"/>
                        <a:pt x="0" y="1140"/>
                      </a:cubicBezTo>
                      <a:cubicBezTo>
                        <a:pt x="0" y="1770"/>
                        <a:pt x="511" y="2281"/>
                        <a:pt x="1141" y="2281"/>
                      </a:cubicBezTo>
                      <a:cubicBezTo>
                        <a:pt x="1771" y="2281"/>
                        <a:pt x="2282" y="1770"/>
                        <a:pt x="2282" y="1140"/>
                      </a:cubicBezTo>
                      <a:cubicBezTo>
                        <a:pt x="2282" y="510"/>
                        <a:pt x="1771" y="0"/>
                        <a:pt x="114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9" name="Google Shape;419;p8"/>
                <p:cNvSpPr/>
                <p:nvPr/>
              </p:nvSpPr>
              <p:spPr>
                <a:xfrm rot="157512">
                  <a:off x="5929801" y="4996682"/>
                  <a:ext cx="57072" cy="57047"/>
                </a:xfrm>
                <a:custGeom>
                  <a:rect b="b" l="l" r="r" t="t"/>
                  <a:pathLst>
                    <a:path extrusionOk="0" h="2282" w="2283">
                      <a:moveTo>
                        <a:pt x="1142" y="0"/>
                      </a:moveTo>
                      <a:cubicBezTo>
                        <a:pt x="511" y="0"/>
                        <a:pt x="1" y="510"/>
                        <a:pt x="1" y="1140"/>
                      </a:cubicBezTo>
                      <a:cubicBezTo>
                        <a:pt x="1" y="1771"/>
                        <a:pt x="511" y="2281"/>
                        <a:pt x="1142" y="2281"/>
                      </a:cubicBezTo>
                      <a:cubicBezTo>
                        <a:pt x="1772" y="2281"/>
                        <a:pt x="2283" y="1771"/>
                        <a:pt x="2283" y="1140"/>
                      </a:cubicBezTo>
                      <a:cubicBezTo>
                        <a:pt x="2283" y="510"/>
                        <a:pt x="1772" y="0"/>
                        <a:pt x="114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0" name="Google Shape;420;p8"/>
                <p:cNvSpPr/>
                <p:nvPr/>
              </p:nvSpPr>
              <p:spPr>
                <a:xfrm rot="157512">
                  <a:off x="9015730" y="3465389"/>
                  <a:ext cx="57047" cy="57072"/>
                </a:xfrm>
                <a:custGeom>
                  <a:rect b="b" l="l" r="r" t="t"/>
                  <a:pathLst>
                    <a:path extrusionOk="0" h="2283" w="2282">
                      <a:moveTo>
                        <a:pt x="1142" y="0"/>
                      </a:moveTo>
                      <a:cubicBezTo>
                        <a:pt x="512" y="0"/>
                        <a:pt x="1" y="511"/>
                        <a:pt x="1" y="1141"/>
                      </a:cubicBezTo>
                      <a:cubicBezTo>
                        <a:pt x="1" y="1771"/>
                        <a:pt x="512" y="2282"/>
                        <a:pt x="1142" y="2282"/>
                      </a:cubicBezTo>
                      <a:cubicBezTo>
                        <a:pt x="1771" y="2282"/>
                        <a:pt x="2282" y="1771"/>
                        <a:pt x="2282" y="1141"/>
                      </a:cubicBezTo>
                      <a:cubicBezTo>
                        <a:pt x="2282" y="511"/>
                        <a:pt x="1771" y="0"/>
                        <a:pt x="114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421" name="Google Shape;421;p8"/>
            <p:cNvSpPr/>
            <p:nvPr/>
          </p:nvSpPr>
          <p:spPr>
            <a:xfrm rot="157512">
              <a:off x="8799542" y="3225845"/>
              <a:ext cx="57022" cy="57072"/>
            </a:xfrm>
            <a:custGeom>
              <a:rect b="b" l="l" r="r" t="t"/>
              <a:pathLst>
                <a:path extrusionOk="0" h="2283" w="2281">
                  <a:moveTo>
                    <a:pt x="1141" y="1"/>
                  </a:moveTo>
                  <a:cubicBezTo>
                    <a:pt x="511" y="1"/>
                    <a:pt x="0" y="512"/>
                    <a:pt x="0" y="1142"/>
                  </a:cubicBezTo>
                  <a:cubicBezTo>
                    <a:pt x="0" y="1772"/>
                    <a:pt x="511" y="2283"/>
                    <a:pt x="1141" y="2283"/>
                  </a:cubicBezTo>
                  <a:cubicBezTo>
                    <a:pt x="1771" y="2283"/>
                    <a:pt x="2281" y="1772"/>
                    <a:pt x="2281" y="1142"/>
                  </a:cubicBezTo>
                  <a:cubicBezTo>
                    <a:pt x="2281" y="512"/>
                    <a:pt x="1771" y="1"/>
                    <a:pt x="114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2" name="Google Shape;422;p8"/>
            <p:cNvSpPr/>
            <p:nvPr/>
          </p:nvSpPr>
          <p:spPr>
            <a:xfrm rot="157512">
              <a:off x="5710335" y="4761896"/>
              <a:ext cx="57072" cy="57072"/>
            </a:xfrm>
            <a:custGeom>
              <a:rect b="b" l="l" r="r" t="t"/>
              <a:pathLst>
                <a:path extrusionOk="0" h="2283" w="2283">
                  <a:moveTo>
                    <a:pt x="1141" y="1"/>
                  </a:moveTo>
                  <a:cubicBezTo>
                    <a:pt x="511" y="1"/>
                    <a:pt x="0" y="511"/>
                    <a:pt x="0" y="1142"/>
                  </a:cubicBezTo>
                  <a:cubicBezTo>
                    <a:pt x="0" y="1772"/>
                    <a:pt x="511" y="2283"/>
                    <a:pt x="1141" y="2283"/>
                  </a:cubicBezTo>
                  <a:cubicBezTo>
                    <a:pt x="1771" y="2283"/>
                    <a:pt x="2282" y="1772"/>
                    <a:pt x="2282" y="1142"/>
                  </a:cubicBezTo>
                  <a:cubicBezTo>
                    <a:pt x="2282" y="511"/>
                    <a:pt x="1771" y="1"/>
                    <a:pt x="114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3" name="Google Shape;423;p8"/>
            <p:cNvSpPr/>
            <p:nvPr/>
          </p:nvSpPr>
          <p:spPr>
            <a:xfrm rot="157512">
              <a:off x="7885492" y="4168682"/>
              <a:ext cx="57047" cy="57047"/>
            </a:xfrm>
            <a:custGeom>
              <a:rect b="b" l="l" r="r" t="t"/>
              <a:pathLst>
                <a:path extrusionOk="0" h="2282" w="2282">
                  <a:moveTo>
                    <a:pt x="1141" y="0"/>
                  </a:moveTo>
                  <a:cubicBezTo>
                    <a:pt x="511" y="0"/>
                    <a:pt x="0" y="511"/>
                    <a:pt x="0" y="1141"/>
                  </a:cubicBezTo>
                  <a:cubicBezTo>
                    <a:pt x="0" y="1770"/>
                    <a:pt x="511" y="2281"/>
                    <a:pt x="1141" y="2281"/>
                  </a:cubicBezTo>
                  <a:cubicBezTo>
                    <a:pt x="1772" y="2281"/>
                    <a:pt x="2281" y="1770"/>
                    <a:pt x="2281" y="1141"/>
                  </a:cubicBezTo>
                  <a:cubicBezTo>
                    <a:pt x="2281" y="511"/>
                    <a:pt x="1772" y="0"/>
                    <a:pt x="114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24" name="Shape 424"/>
        <p:cNvGrpSpPr/>
        <p:nvPr/>
      </p:nvGrpSpPr>
      <p:grpSpPr>
        <a:xfrm>
          <a:off x="0" y="0"/>
          <a:ext cx="0" cy="0"/>
          <a:chOff x="0" y="0"/>
          <a:chExt cx="0" cy="0"/>
        </a:xfrm>
      </p:grpSpPr>
      <p:sp>
        <p:nvSpPr>
          <p:cNvPr id="425" name="Google Shape;425;p9"/>
          <p:cNvSpPr txBox="1"/>
          <p:nvPr>
            <p:ph type="title"/>
          </p:nvPr>
        </p:nvSpPr>
        <p:spPr>
          <a:xfrm>
            <a:off x="2135550" y="1189100"/>
            <a:ext cx="4872900" cy="19644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200"/>
              <a:buNone/>
              <a:defRPr sz="15000"/>
            </a:lvl1pPr>
            <a:lvl2pPr lvl="1" rtl="0" algn="ctr">
              <a:spcBef>
                <a:spcPts val="0"/>
              </a:spcBef>
              <a:spcAft>
                <a:spcPts val="0"/>
              </a:spcAft>
              <a:buSzPts val="3200"/>
              <a:buNone/>
              <a:defRPr/>
            </a:lvl2pPr>
            <a:lvl3pPr lvl="2" rtl="0" algn="ctr">
              <a:spcBef>
                <a:spcPts val="0"/>
              </a:spcBef>
              <a:spcAft>
                <a:spcPts val="0"/>
              </a:spcAft>
              <a:buSzPts val="3200"/>
              <a:buNone/>
              <a:defRPr/>
            </a:lvl3pPr>
            <a:lvl4pPr lvl="3" rtl="0" algn="ctr">
              <a:spcBef>
                <a:spcPts val="0"/>
              </a:spcBef>
              <a:spcAft>
                <a:spcPts val="0"/>
              </a:spcAft>
              <a:buSzPts val="3200"/>
              <a:buNone/>
              <a:defRPr/>
            </a:lvl4pPr>
            <a:lvl5pPr lvl="4" rtl="0" algn="ctr">
              <a:spcBef>
                <a:spcPts val="0"/>
              </a:spcBef>
              <a:spcAft>
                <a:spcPts val="0"/>
              </a:spcAft>
              <a:buSzPts val="3200"/>
              <a:buNone/>
              <a:defRPr/>
            </a:lvl5pPr>
            <a:lvl6pPr lvl="5" rtl="0" algn="ctr">
              <a:spcBef>
                <a:spcPts val="0"/>
              </a:spcBef>
              <a:spcAft>
                <a:spcPts val="0"/>
              </a:spcAft>
              <a:buSzPts val="3200"/>
              <a:buNone/>
              <a:defRPr/>
            </a:lvl6pPr>
            <a:lvl7pPr lvl="6" rtl="0" algn="ctr">
              <a:spcBef>
                <a:spcPts val="0"/>
              </a:spcBef>
              <a:spcAft>
                <a:spcPts val="0"/>
              </a:spcAft>
              <a:buSzPts val="3200"/>
              <a:buNone/>
              <a:defRPr/>
            </a:lvl7pPr>
            <a:lvl8pPr lvl="7" rtl="0" algn="ctr">
              <a:spcBef>
                <a:spcPts val="0"/>
              </a:spcBef>
              <a:spcAft>
                <a:spcPts val="0"/>
              </a:spcAft>
              <a:buSzPts val="3200"/>
              <a:buNone/>
              <a:defRPr/>
            </a:lvl8pPr>
            <a:lvl9pPr lvl="8" rtl="0" algn="ctr">
              <a:spcBef>
                <a:spcPts val="0"/>
              </a:spcBef>
              <a:spcAft>
                <a:spcPts val="0"/>
              </a:spcAft>
              <a:buSzPts val="3200"/>
              <a:buNone/>
              <a:defRPr/>
            </a:lvl9pPr>
          </a:lstStyle>
          <a:p/>
        </p:txBody>
      </p:sp>
      <p:sp>
        <p:nvSpPr>
          <p:cNvPr id="426" name="Google Shape;426;p9"/>
          <p:cNvSpPr txBox="1"/>
          <p:nvPr>
            <p:ph idx="1" type="subTitle"/>
          </p:nvPr>
        </p:nvSpPr>
        <p:spPr>
          <a:xfrm>
            <a:off x="2135550" y="3153500"/>
            <a:ext cx="4872900" cy="6711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6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27" name="Shape 427"/>
        <p:cNvGrpSpPr/>
        <p:nvPr/>
      </p:nvGrpSpPr>
      <p:grpSpPr>
        <a:xfrm>
          <a:off x="0" y="0"/>
          <a:ext cx="0" cy="0"/>
          <a:chOff x="0" y="0"/>
          <a:chExt cx="0" cy="0"/>
        </a:xfrm>
      </p:grpSpPr>
      <p:sp>
        <p:nvSpPr>
          <p:cNvPr id="428" name="Google Shape;428;p10"/>
          <p:cNvSpPr/>
          <p:nvPr>
            <p:ph idx="2" type="pic"/>
          </p:nvPr>
        </p:nvSpPr>
        <p:spPr>
          <a:xfrm>
            <a:off x="0" y="0"/>
            <a:ext cx="9144000" cy="5143500"/>
          </a:xfrm>
          <a:prstGeom prst="rect">
            <a:avLst/>
          </a:prstGeom>
          <a:noFill/>
          <a:ln>
            <a:noFill/>
          </a:ln>
        </p:spPr>
      </p:sp>
      <p:sp>
        <p:nvSpPr>
          <p:cNvPr id="429" name="Google Shape;429;p10"/>
          <p:cNvSpPr txBox="1"/>
          <p:nvPr>
            <p:ph type="title"/>
          </p:nvPr>
        </p:nvSpPr>
        <p:spPr>
          <a:xfrm>
            <a:off x="713225" y="3502900"/>
            <a:ext cx="5202300" cy="1045200"/>
          </a:xfrm>
          <a:prstGeom prst="rect">
            <a:avLst/>
          </a:prstGeom>
          <a:solidFill>
            <a:srgbClr val="002E8A">
              <a:alpha val="33000"/>
            </a:srgbClr>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lvl1pPr lvl="0" rtl="0" algn="ctr">
              <a:spcBef>
                <a:spcPts val="0"/>
              </a:spcBef>
              <a:spcAft>
                <a:spcPts val="0"/>
              </a:spcAft>
              <a:buSzPts val="3200"/>
              <a:buNone/>
              <a:defRPr/>
            </a:lvl1pPr>
            <a:lvl2pPr lvl="1" rtl="0" algn="ctr">
              <a:spcBef>
                <a:spcPts val="0"/>
              </a:spcBef>
              <a:spcAft>
                <a:spcPts val="0"/>
              </a:spcAft>
              <a:buSzPts val="3200"/>
              <a:buNone/>
              <a:defRPr/>
            </a:lvl2pPr>
            <a:lvl3pPr lvl="2" rtl="0" algn="ctr">
              <a:spcBef>
                <a:spcPts val="0"/>
              </a:spcBef>
              <a:spcAft>
                <a:spcPts val="0"/>
              </a:spcAft>
              <a:buSzPts val="3200"/>
              <a:buNone/>
              <a:defRPr/>
            </a:lvl3pPr>
            <a:lvl4pPr lvl="3" rtl="0" algn="ctr">
              <a:spcBef>
                <a:spcPts val="0"/>
              </a:spcBef>
              <a:spcAft>
                <a:spcPts val="0"/>
              </a:spcAft>
              <a:buSzPts val="3200"/>
              <a:buNone/>
              <a:defRPr/>
            </a:lvl4pPr>
            <a:lvl5pPr lvl="4" rtl="0" algn="ctr">
              <a:spcBef>
                <a:spcPts val="0"/>
              </a:spcBef>
              <a:spcAft>
                <a:spcPts val="0"/>
              </a:spcAft>
              <a:buSzPts val="3200"/>
              <a:buNone/>
              <a:defRPr/>
            </a:lvl5pPr>
            <a:lvl6pPr lvl="5" rtl="0" algn="ctr">
              <a:spcBef>
                <a:spcPts val="0"/>
              </a:spcBef>
              <a:spcAft>
                <a:spcPts val="0"/>
              </a:spcAft>
              <a:buSzPts val="3200"/>
              <a:buNone/>
              <a:defRPr/>
            </a:lvl6pPr>
            <a:lvl7pPr lvl="6" rtl="0" algn="ctr">
              <a:spcBef>
                <a:spcPts val="0"/>
              </a:spcBef>
              <a:spcAft>
                <a:spcPts val="0"/>
              </a:spcAft>
              <a:buSzPts val="3200"/>
              <a:buNone/>
              <a:defRPr/>
            </a:lvl7pPr>
            <a:lvl8pPr lvl="7" rtl="0" algn="ctr">
              <a:spcBef>
                <a:spcPts val="0"/>
              </a:spcBef>
              <a:spcAft>
                <a:spcPts val="0"/>
              </a:spcAft>
              <a:buSzPts val="3200"/>
              <a:buNone/>
              <a:defRPr/>
            </a:lvl8pPr>
            <a:lvl9pPr lvl="8" rtl="0" algn="ctr">
              <a:spcBef>
                <a:spcPts val="0"/>
              </a:spcBef>
              <a:spcAft>
                <a:spcPts val="0"/>
              </a:spcAft>
              <a:buSzPts val="3200"/>
              <a:buNone/>
              <a:defRPr/>
            </a:lvl9pPr>
          </a:lstStyle>
          <a:p/>
        </p:txBody>
      </p:sp>
      <p:grpSp>
        <p:nvGrpSpPr>
          <p:cNvPr id="430" name="Google Shape;430;p10"/>
          <p:cNvGrpSpPr/>
          <p:nvPr/>
        </p:nvGrpSpPr>
        <p:grpSpPr>
          <a:xfrm rot="10800000">
            <a:off x="6825617" y="-226461"/>
            <a:ext cx="3485298" cy="1363521"/>
            <a:chOff x="5000328" y="4413931"/>
            <a:chExt cx="3485298" cy="1363521"/>
          </a:xfrm>
        </p:grpSpPr>
        <p:grpSp>
          <p:nvGrpSpPr>
            <p:cNvPr id="431" name="Google Shape;431;p10"/>
            <p:cNvGrpSpPr/>
            <p:nvPr/>
          </p:nvGrpSpPr>
          <p:grpSpPr>
            <a:xfrm>
              <a:off x="5000328" y="4413931"/>
              <a:ext cx="3485298" cy="1363521"/>
              <a:chOff x="4151828" y="2626856"/>
              <a:chExt cx="3485298" cy="1363521"/>
            </a:xfrm>
          </p:grpSpPr>
          <p:sp>
            <p:nvSpPr>
              <p:cNvPr id="432" name="Google Shape;432;p10"/>
              <p:cNvSpPr/>
              <p:nvPr/>
            </p:nvSpPr>
            <p:spPr>
              <a:xfrm rot="157512">
                <a:off x="4467198" y="2704787"/>
                <a:ext cx="650217" cy="721114"/>
              </a:xfrm>
              <a:custGeom>
                <a:rect b="b" l="l" r="r" t="t"/>
                <a:pathLst>
                  <a:path extrusionOk="0" fill="none" h="28846" w="26010">
                    <a:moveTo>
                      <a:pt x="26010" y="20743"/>
                    </a:moveTo>
                    <a:lnTo>
                      <a:pt x="24982" y="6322"/>
                    </a:lnTo>
                    <a:lnTo>
                      <a:pt x="11977" y="1"/>
                    </a:lnTo>
                    <a:lnTo>
                      <a:pt x="1" y="8103"/>
                    </a:lnTo>
                    <a:lnTo>
                      <a:pt x="1030" y="22525"/>
                    </a:lnTo>
                    <a:lnTo>
                      <a:pt x="14033" y="28846"/>
                    </a:lnTo>
                    <a:close/>
                  </a:path>
                </a:pathLst>
              </a:custGeom>
              <a:solidFill>
                <a:schemeClr val="dk1"/>
              </a:solidFill>
              <a:ln cap="flat" cmpd="sng" w="7725">
                <a:solidFill>
                  <a:schemeClr val="dk1"/>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3" name="Google Shape;433;p10"/>
              <p:cNvSpPr/>
              <p:nvPr/>
            </p:nvSpPr>
            <p:spPr>
              <a:xfrm rot="157512">
                <a:off x="5093107" y="2688958"/>
                <a:ext cx="650192" cy="721089"/>
              </a:xfrm>
              <a:custGeom>
                <a:rect b="b" l="l" r="r" t="t"/>
                <a:pathLst>
                  <a:path extrusionOk="0" fill="none" h="28845" w="26009">
                    <a:moveTo>
                      <a:pt x="26008" y="20743"/>
                    </a:moveTo>
                    <a:lnTo>
                      <a:pt x="24980" y="6320"/>
                    </a:lnTo>
                    <a:lnTo>
                      <a:pt x="11976" y="0"/>
                    </a:lnTo>
                    <a:lnTo>
                      <a:pt x="1" y="8102"/>
                    </a:lnTo>
                    <a:lnTo>
                      <a:pt x="1029" y="22523"/>
                    </a:lnTo>
                    <a:lnTo>
                      <a:pt x="14033" y="28844"/>
                    </a:lnTo>
                    <a:close/>
                  </a:path>
                </a:pathLst>
              </a:custGeom>
              <a:solidFill>
                <a:schemeClr val="dk1"/>
              </a:solidFill>
              <a:ln cap="flat" cmpd="sng" w="7725">
                <a:solidFill>
                  <a:schemeClr val="dk1"/>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4" name="Google Shape;434;p10"/>
              <p:cNvSpPr/>
              <p:nvPr/>
            </p:nvSpPr>
            <p:spPr>
              <a:xfrm rot="157512">
                <a:off x="5718992" y="2673103"/>
                <a:ext cx="650192" cy="721064"/>
              </a:xfrm>
              <a:custGeom>
                <a:rect b="b" l="l" r="r" t="t"/>
                <a:pathLst>
                  <a:path extrusionOk="0" fill="none" h="28844" w="26009">
                    <a:moveTo>
                      <a:pt x="26008" y="20743"/>
                    </a:moveTo>
                    <a:lnTo>
                      <a:pt x="24980" y="6321"/>
                    </a:lnTo>
                    <a:lnTo>
                      <a:pt x="11976" y="0"/>
                    </a:lnTo>
                    <a:lnTo>
                      <a:pt x="0" y="8101"/>
                    </a:lnTo>
                    <a:lnTo>
                      <a:pt x="1028" y="22524"/>
                    </a:lnTo>
                    <a:lnTo>
                      <a:pt x="14033" y="28844"/>
                    </a:lnTo>
                    <a:close/>
                  </a:path>
                </a:pathLst>
              </a:custGeom>
              <a:solidFill>
                <a:schemeClr val="dk1"/>
              </a:solidFill>
              <a:ln cap="flat" cmpd="sng" w="7725">
                <a:solidFill>
                  <a:schemeClr val="dk1"/>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5" name="Google Shape;435;p10"/>
              <p:cNvSpPr/>
              <p:nvPr/>
            </p:nvSpPr>
            <p:spPr>
              <a:xfrm rot="157512">
                <a:off x="6344876" y="2657223"/>
                <a:ext cx="650167" cy="721114"/>
              </a:xfrm>
              <a:custGeom>
                <a:rect b="b" l="l" r="r" t="t"/>
                <a:pathLst>
                  <a:path extrusionOk="0" fill="none" h="28846" w="26008">
                    <a:moveTo>
                      <a:pt x="26008" y="20743"/>
                    </a:moveTo>
                    <a:lnTo>
                      <a:pt x="24980" y="6321"/>
                    </a:lnTo>
                    <a:lnTo>
                      <a:pt x="11975" y="1"/>
                    </a:lnTo>
                    <a:lnTo>
                      <a:pt x="0" y="8103"/>
                    </a:lnTo>
                    <a:lnTo>
                      <a:pt x="1028" y="22525"/>
                    </a:lnTo>
                    <a:lnTo>
                      <a:pt x="14032" y="28845"/>
                    </a:lnTo>
                    <a:close/>
                  </a:path>
                </a:pathLst>
              </a:custGeom>
              <a:solidFill>
                <a:schemeClr val="dk1"/>
              </a:solidFill>
              <a:ln cap="flat" cmpd="sng" w="7725">
                <a:solidFill>
                  <a:schemeClr val="dk1"/>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6" name="Google Shape;436;p10"/>
              <p:cNvSpPr/>
              <p:nvPr/>
            </p:nvSpPr>
            <p:spPr>
              <a:xfrm rot="157512">
                <a:off x="6970736" y="2641369"/>
                <a:ext cx="650217" cy="721114"/>
              </a:xfrm>
              <a:custGeom>
                <a:rect b="b" l="l" r="r" t="t"/>
                <a:pathLst>
                  <a:path extrusionOk="0" fill="none" h="28846" w="26010">
                    <a:moveTo>
                      <a:pt x="26010" y="20743"/>
                    </a:moveTo>
                    <a:lnTo>
                      <a:pt x="24981" y="6321"/>
                    </a:lnTo>
                    <a:lnTo>
                      <a:pt x="11976" y="0"/>
                    </a:lnTo>
                    <a:lnTo>
                      <a:pt x="1" y="8102"/>
                    </a:lnTo>
                    <a:lnTo>
                      <a:pt x="1029" y="22524"/>
                    </a:lnTo>
                    <a:lnTo>
                      <a:pt x="14033" y="28845"/>
                    </a:lnTo>
                    <a:close/>
                  </a:path>
                </a:pathLst>
              </a:custGeom>
              <a:solidFill>
                <a:schemeClr val="dk1"/>
              </a:solidFill>
              <a:ln cap="flat" cmpd="sng" w="7725">
                <a:solidFill>
                  <a:schemeClr val="dk1"/>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7" name="Google Shape;437;p10"/>
              <p:cNvSpPr/>
              <p:nvPr/>
            </p:nvSpPr>
            <p:spPr>
              <a:xfrm rot="157512">
                <a:off x="4168001" y="3254751"/>
                <a:ext cx="650217" cy="721114"/>
              </a:xfrm>
              <a:custGeom>
                <a:rect b="b" l="l" r="r" t="t"/>
                <a:pathLst>
                  <a:path extrusionOk="0" fill="none" h="28846" w="26010">
                    <a:moveTo>
                      <a:pt x="26009" y="20744"/>
                    </a:moveTo>
                    <a:lnTo>
                      <a:pt x="24980" y="6322"/>
                    </a:lnTo>
                    <a:lnTo>
                      <a:pt x="11977" y="1"/>
                    </a:lnTo>
                    <a:lnTo>
                      <a:pt x="0" y="8103"/>
                    </a:lnTo>
                    <a:lnTo>
                      <a:pt x="1029" y="22525"/>
                    </a:lnTo>
                    <a:lnTo>
                      <a:pt x="14034" y="28846"/>
                    </a:lnTo>
                    <a:close/>
                  </a:path>
                </a:pathLst>
              </a:custGeom>
              <a:solidFill>
                <a:schemeClr val="dk1"/>
              </a:solidFill>
              <a:ln cap="flat" cmpd="sng" w="7725">
                <a:solidFill>
                  <a:schemeClr val="dk1"/>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8" name="Google Shape;438;p10"/>
              <p:cNvSpPr/>
              <p:nvPr/>
            </p:nvSpPr>
            <p:spPr>
              <a:xfrm rot="157512">
                <a:off x="4793885" y="3238896"/>
                <a:ext cx="650192" cy="721114"/>
              </a:xfrm>
              <a:custGeom>
                <a:rect b="b" l="l" r="r" t="t"/>
                <a:pathLst>
                  <a:path extrusionOk="0" fill="none" h="28846" w="26009">
                    <a:moveTo>
                      <a:pt x="26009" y="20743"/>
                    </a:moveTo>
                    <a:lnTo>
                      <a:pt x="24981" y="6321"/>
                    </a:lnTo>
                    <a:lnTo>
                      <a:pt x="11977" y="0"/>
                    </a:lnTo>
                    <a:lnTo>
                      <a:pt x="0" y="8103"/>
                    </a:lnTo>
                    <a:lnTo>
                      <a:pt x="1029" y="22525"/>
                    </a:lnTo>
                    <a:lnTo>
                      <a:pt x="14033" y="28845"/>
                    </a:lnTo>
                    <a:close/>
                  </a:path>
                </a:pathLst>
              </a:custGeom>
              <a:solidFill>
                <a:schemeClr val="dk1"/>
              </a:solidFill>
              <a:ln cap="flat" cmpd="sng" w="7725">
                <a:solidFill>
                  <a:schemeClr val="dk1"/>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9" name="Google Shape;439;p10"/>
              <p:cNvSpPr/>
              <p:nvPr/>
            </p:nvSpPr>
            <p:spPr>
              <a:xfrm rot="157512">
                <a:off x="5419770" y="3223067"/>
                <a:ext cx="650192" cy="721064"/>
              </a:xfrm>
              <a:custGeom>
                <a:rect b="b" l="l" r="r" t="t"/>
                <a:pathLst>
                  <a:path extrusionOk="0" fill="none" h="28844" w="26009">
                    <a:moveTo>
                      <a:pt x="26009" y="20743"/>
                    </a:moveTo>
                    <a:lnTo>
                      <a:pt x="24981" y="6320"/>
                    </a:lnTo>
                    <a:lnTo>
                      <a:pt x="11976" y="0"/>
                    </a:lnTo>
                    <a:lnTo>
                      <a:pt x="1" y="8101"/>
                    </a:lnTo>
                    <a:lnTo>
                      <a:pt x="1029" y="22523"/>
                    </a:lnTo>
                    <a:lnTo>
                      <a:pt x="14033" y="28844"/>
                    </a:lnTo>
                    <a:close/>
                  </a:path>
                </a:pathLst>
              </a:custGeom>
              <a:solidFill>
                <a:schemeClr val="dk1"/>
              </a:solidFill>
              <a:ln cap="flat" cmpd="sng" w="7725">
                <a:solidFill>
                  <a:schemeClr val="dk1"/>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0" name="Google Shape;440;p10"/>
              <p:cNvSpPr/>
              <p:nvPr/>
            </p:nvSpPr>
            <p:spPr>
              <a:xfrm rot="157512">
                <a:off x="6045654" y="3207187"/>
                <a:ext cx="650192" cy="721114"/>
              </a:xfrm>
              <a:custGeom>
                <a:rect b="b" l="l" r="r" t="t"/>
                <a:pathLst>
                  <a:path extrusionOk="0" fill="none" h="28846" w="26009">
                    <a:moveTo>
                      <a:pt x="26008" y="20743"/>
                    </a:moveTo>
                    <a:lnTo>
                      <a:pt x="24980" y="6321"/>
                    </a:lnTo>
                    <a:lnTo>
                      <a:pt x="11976" y="1"/>
                    </a:lnTo>
                    <a:lnTo>
                      <a:pt x="1" y="8102"/>
                    </a:lnTo>
                    <a:lnTo>
                      <a:pt x="1029" y="22525"/>
                    </a:lnTo>
                    <a:lnTo>
                      <a:pt x="14033" y="28845"/>
                    </a:lnTo>
                    <a:close/>
                  </a:path>
                </a:pathLst>
              </a:custGeom>
              <a:solidFill>
                <a:schemeClr val="dk1"/>
              </a:solidFill>
              <a:ln cap="flat" cmpd="sng" w="7725">
                <a:solidFill>
                  <a:schemeClr val="dk1"/>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41" name="Google Shape;441;p10"/>
            <p:cNvSpPr/>
            <p:nvPr/>
          </p:nvSpPr>
          <p:spPr>
            <a:xfrm rot="157512">
              <a:off x="8124633" y="5115580"/>
              <a:ext cx="57047" cy="57047"/>
            </a:xfrm>
            <a:custGeom>
              <a:rect b="b" l="l" r="r" t="t"/>
              <a:pathLst>
                <a:path extrusionOk="0" h="2282" w="2282">
                  <a:moveTo>
                    <a:pt x="1140" y="0"/>
                  </a:moveTo>
                  <a:cubicBezTo>
                    <a:pt x="511" y="0"/>
                    <a:pt x="0" y="511"/>
                    <a:pt x="0" y="1141"/>
                  </a:cubicBezTo>
                  <a:cubicBezTo>
                    <a:pt x="0" y="1771"/>
                    <a:pt x="510" y="2281"/>
                    <a:pt x="1140" y="2281"/>
                  </a:cubicBezTo>
                  <a:cubicBezTo>
                    <a:pt x="1771" y="2281"/>
                    <a:pt x="2281" y="1771"/>
                    <a:pt x="2281" y="1141"/>
                  </a:cubicBezTo>
                  <a:cubicBezTo>
                    <a:pt x="2281" y="511"/>
                    <a:pt x="1771" y="0"/>
                    <a:pt x="114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2" name="Google Shape;442;p10"/>
            <p:cNvSpPr/>
            <p:nvPr/>
          </p:nvSpPr>
          <p:spPr>
            <a:xfrm rot="157512">
              <a:off x="6574005" y="5703526"/>
              <a:ext cx="57072" cy="57047"/>
            </a:xfrm>
            <a:custGeom>
              <a:rect b="b" l="l" r="r" t="t"/>
              <a:pathLst>
                <a:path extrusionOk="0" h="2282" w="2283">
                  <a:moveTo>
                    <a:pt x="1141" y="1"/>
                  </a:moveTo>
                  <a:cubicBezTo>
                    <a:pt x="511" y="1"/>
                    <a:pt x="0" y="511"/>
                    <a:pt x="0" y="1141"/>
                  </a:cubicBezTo>
                  <a:cubicBezTo>
                    <a:pt x="0" y="1771"/>
                    <a:pt x="511" y="2282"/>
                    <a:pt x="1141" y="2282"/>
                  </a:cubicBezTo>
                  <a:cubicBezTo>
                    <a:pt x="1771" y="2282"/>
                    <a:pt x="2282" y="1771"/>
                    <a:pt x="2282" y="1141"/>
                  </a:cubicBezTo>
                  <a:cubicBezTo>
                    <a:pt x="2282" y="511"/>
                    <a:pt x="1771" y="1"/>
                    <a:pt x="114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3" name="Google Shape;443;p10"/>
            <p:cNvSpPr/>
            <p:nvPr/>
          </p:nvSpPr>
          <p:spPr>
            <a:xfrm rot="157512">
              <a:off x="5929801" y="4996682"/>
              <a:ext cx="57072" cy="57047"/>
            </a:xfrm>
            <a:custGeom>
              <a:rect b="b" l="l" r="r" t="t"/>
              <a:pathLst>
                <a:path extrusionOk="0" h="2282" w="2283">
                  <a:moveTo>
                    <a:pt x="1142" y="0"/>
                  </a:moveTo>
                  <a:cubicBezTo>
                    <a:pt x="511" y="0"/>
                    <a:pt x="1" y="510"/>
                    <a:pt x="1" y="1140"/>
                  </a:cubicBezTo>
                  <a:cubicBezTo>
                    <a:pt x="1" y="1771"/>
                    <a:pt x="511" y="2281"/>
                    <a:pt x="1142" y="2281"/>
                  </a:cubicBezTo>
                  <a:cubicBezTo>
                    <a:pt x="1772" y="2281"/>
                    <a:pt x="2283" y="1771"/>
                    <a:pt x="2283" y="1140"/>
                  </a:cubicBezTo>
                  <a:cubicBezTo>
                    <a:pt x="2283" y="510"/>
                    <a:pt x="1772" y="0"/>
                    <a:pt x="114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4" name="Shape 444"/>
        <p:cNvGrpSpPr/>
        <p:nvPr/>
      </p:nvGrpSpPr>
      <p:grpSpPr>
        <a:xfrm>
          <a:off x="0" y="0"/>
          <a:ext cx="0" cy="0"/>
          <a:chOff x="0" y="0"/>
          <a:chExt cx="0" cy="0"/>
        </a:xfrm>
      </p:grpSpPr>
      <p:sp>
        <p:nvSpPr>
          <p:cNvPr id="445" name="Google Shape;445;p11"/>
          <p:cNvSpPr txBox="1"/>
          <p:nvPr>
            <p:ph hasCustomPrompt="1" type="title"/>
          </p:nvPr>
        </p:nvSpPr>
        <p:spPr>
          <a:xfrm>
            <a:off x="1284000" y="1707525"/>
            <a:ext cx="6576000" cy="1551300"/>
          </a:xfrm>
          <a:prstGeom prst="rect">
            <a:avLst/>
          </a:prstGeom>
        </p:spPr>
        <p:txBody>
          <a:bodyPr anchorCtr="0" anchor="ctr" bIns="91425" lIns="91425" spcFirstLastPara="1" rIns="91425" wrap="square" tIns="91425">
            <a:noAutofit/>
          </a:bodyPr>
          <a:lstStyle>
            <a:lvl1pPr lvl="0" algn="ctr">
              <a:spcBef>
                <a:spcPts val="0"/>
              </a:spcBef>
              <a:spcAft>
                <a:spcPts val="0"/>
              </a:spcAft>
              <a:buSzPts val="9600"/>
              <a:buNone/>
              <a:defRPr sz="8200"/>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446" name="Google Shape;446;p11"/>
          <p:cNvSpPr txBox="1"/>
          <p:nvPr>
            <p:ph idx="1" type="subTitle"/>
          </p:nvPr>
        </p:nvSpPr>
        <p:spPr>
          <a:xfrm>
            <a:off x="1284000" y="3259075"/>
            <a:ext cx="6576000" cy="365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600"/>
              <a:buNone/>
              <a:defRPr sz="1500"/>
            </a:lvl1pPr>
            <a:lvl2pPr lvl="1" rtl="0" algn="ctr">
              <a:lnSpc>
                <a:spcPct val="100000"/>
              </a:lnSpc>
              <a:spcBef>
                <a:spcPts val="0"/>
              </a:spcBef>
              <a:spcAft>
                <a:spcPts val="0"/>
              </a:spcAft>
              <a:buSzPts val="1600"/>
              <a:buNone/>
              <a:defRPr sz="1600"/>
            </a:lvl2pPr>
            <a:lvl3pPr lvl="2" rtl="0" algn="ctr">
              <a:lnSpc>
                <a:spcPct val="100000"/>
              </a:lnSpc>
              <a:spcBef>
                <a:spcPts val="0"/>
              </a:spcBef>
              <a:spcAft>
                <a:spcPts val="0"/>
              </a:spcAft>
              <a:buSzPts val="1600"/>
              <a:buNone/>
              <a:defRPr sz="1600"/>
            </a:lvl3pPr>
            <a:lvl4pPr lvl="3" rtl="0" algn="ctr">
              <a:lnSpc>
                <a:spcPct val="100000"/>
              </a:lnSpc>
              <a:spcBef>
                <a:spcPts val="0"/>
              </a:spcBef>
              <a:spcAft>
                <a:spcPts val="0"/>
              </a:spcAft>
              <a:buSzPts val="1600"/>
              <a:buNone/>
              <a:defRPr sz="1600"/>
            </a:lvl4pPr>
            <a:lvl5pPr lvl="4" rtl="0" algn="ctr">
              <a:lnSpc>
                <a:spcPct val="100000"/>
              </a:lnSpc>
              <a:spcBef>
                <a:spcPts val="0"/>
              </a:spcBef>
              <a:spcAft>
                <a:spcPts val="0"/>
              </a:spcAft>
              <a:buSzPts val="1600"/>
              <a:buNone/>
              <a:defRPr sz="1600"/>
            </a:lvl5pPr>
            <a:lvl6pPr lvl="5" rtl="0" algn="ctr">
              <a:lnSpc>
                <a:spcPct val="100000"/>
              </a:lnSpc>
              <a:spcBef>
                <a:spcPts val="0"/>
              </a:spcBef>
              <a:spcAft>
                <a:spcPts val="0"/>
              </a:spcAft>
              <a:buSzPts val="1600"/>
              <a:buNone/>
              <a:defRPr sz="1600"/>
            </a:lvl6pPr>
            <a:lvl7pPr lvl="6" rtl="0" algn="ctr">
              <a:lnSpc>
                <a:spcPct val="100000"/>
              </a:lnSpc>
              <a:spcBef>
                <a:spcPts val="0"/>
              </a:spcBef>
              <a:spcAft>
                <a:spcPts val="0"/>
              </a:spcAft>
              <a:buSzPts val="1600"/>
              <a:buNone/>
              <a:defRPr sz="1600"/>
            </a:lvl7pPr>
            <a:lvl8pPr lvl="7" rtl="0" algn="ctr">
              <a:lnSpc>
                <a:spcPct val="100000"/>
              </a:lnSpc>
              <a:spcBef>
                <a:spcPts val="0"/>
              </a:spcBef>
              <a:spcAft>
                <a:spcPts val="0"/>
              </a:spcAft>
              <a:buSzPts val="1600"/>
              <a:buNone/>
              <a:defRPr sz="1600"/>
            </a:lvl8pPr>
            <a:lvl9pPr lvl="8" rtl="0" algn="ctr">
              <a:lnSpc>
                <a:spcPct val="100000"/>
              </a:lnSpc>
              <a:spcBef>
                <a:spcPts val="0"/>
              </a:spcBef>
              <a:spcAft>
                <a:spcPts val="0"/>
              </a:spcAft>
              <a:buSzPts val="1600"/>
              <a:buNone/>
              <a:defRPr sz="1600"/>
            </a:lvl9pPr>
          </a:lstStyle>
          <a:p/>
        </p:txBody>
      </p:sp>
      <p:grpSp>
        <p:nvGrpSpPr>
          <p:cNvPr id="447" name="Google Shape;447;p11"/>
          <p:cNvGrpSpPr/>
          <p:nvPr/>
        </p:nvGrpSpPr>
        <p:grpSpPr>
          <a:xfrm rot="10800000">
            <a:off x="4305914" y="3662226"/>
            <a:ext cx="5036265" cy="4113315"/>
            <a:chOff x="4780389" y="2513201"/>
            <a:chExt cx="5036265" cy="4113315"/>
          </a:xfrm>
        </p:grpSpPr>
        <p:grpSp>
          <p:nvGrpSpPr>
            <p:cNvPr id="448" name="Google Shape;448;p11"/>
            <p:cNvGrpSpPr/>
            <p:nvPr/>
          </p:nvGrpSpPr>
          <p:grpSpPr>
            <a:xfrm>
              <a:off x="4780389" y="2513201"/>
              <a:ext cx="5036265" cy="4113315"/>
              <a:chOff x="4673664" y="2214101"/>
              <a:chExt cx="5036265" cy="4113315"/>
            </a:xfrm>
          </p:grpSpPr>
          <p:sp>
            <p:nvSpPr>
              <p:cNvPr id="449" name="Google Shape;449;p11"/>
              <p:cNvSpPr/>
              <p:nvPr/>
            </p:nvSpPr>
            <p:spPr>
              <a:xfrm rot="157512">
                <a:off x="9047033" y="4559649"/>
                <a:ext cx="57072" cy="57047"/>
              </a:xfrm>
              <a:custGeom>
                <a:rect b="b" l="l" r="r" t="t"/>
                <a:pathLst>
                  <a:path extrusionOk="0" h="2282" w="2283">
                    <a:moveTo>
                      <a:pt x="1141" y="1"/>
                    </a:moveTo>
                    <a:cubicBezTo>
                      <a:pt x="511" y="1"/>
                      <a:pt x="0" y="512"/>
                      <a:pt x="0" y="1142"/>
                    </a:cubicBezTo>
                    <a:cubicBezTo>
                      <a:pt x="0" y="1771"/>
                      <a:pt x="511" y="2282"/>
                      <a:pt x="1141" y="2282"/>
                    </a:cubicBezTo>
                    <a:cubicBezTo>
                      <a:pt x="1771" y="2282"/>
                      <a:pt x="2282" y="1771"/>
                      <a:pt x="2282" y="1142"/>
                    </a:cubicBezTo>
                    <a:cubicBezTo>
                      <a:pt x="2282" y="512"/>
                      <a:pt x="1771" y="1"/>
                      <a:pt x="114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50" name="Google Shape;450;p11"/>
              <p:cNvGrpSpPr/>
              <p:nvPr/>
            </p:nvGrpSpPr>
            <p:grpSpPr>
              <a:xfrm>
                <a:off x="4673664" y="2214101"/>
                <a:ext cx="5036265" cy="4113315"/>
                <a:chOff x="4673664" y="2214101"/>
                <a:chExt cx="5036265" cy="4113315"/>
              </a:xfrm>
            </p:grpSpPr>
            <p:grpSp>
              <p:nvGrpSpPr>
                <p:cNvPr id="451" name="Google Shape;451;p11"/>
                <p:cNvGrpSpPr/>
                <p:nvPr/>
              </p:nvGrpSpPr>
              <p:grpSpPr>
                <a:xfrm>
                  <a:off x="4673664" y="2214101"/>
                  <a:ext cx="5036265" cy="4113315"/>
                  <a:chOff x="3825164" y="427026"/>
                  <a:chExt cx="5036265" cy="4113315"/>
                </a:xfrm>
              </p:grpSpPr>
              <p:sp>
                <p:nvSpPr>
                  <p:cNvPr id="452" name="Google Shape;452;p11"/>
                  <p:cNvSpPr/>
                  <p:nvPr/>
                </p:nvSpPr>
                <p:spPr>
                  <a:xfrm rot="157512">
                    <a:off x="6915828" y="473247"/>
                    <a:ext cx="650167" cy="721089"/>
                  </a:xfrm>
                  <a:custGeom>
                    <a:rect b="b" l="l" r="r" t="t"/>
                    <a:pathLst>
                      <a:path extrusionOk="0" fill="none" h="28845" w="26008">
                        <a:moveTo>
                          <a:pt x="26008" y="20744"/>
                        </a:moveTo>
                        <a:lnTo>
                          <a:pt x="24980" y="6321"/>
                        </a:lnTo>
                        <a:lnTo>
                          <a:pt x="11976" y="1"/>
                        </a:lnTo>
                        <a:lnTo>
                          <a:pt x="0" y="8102"/>
                        </a:lnTo>
                        <a:lnTo>
                          <a:pt x="1028" y="22524"/>
                        </a:lnTo>
                        <a:lnTo>
                          <a:pt x="14032"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3" name="Google Shape;453;p11"/>
                  <p:cNvSpPr/>
                  <p:nvPr/>
                </p:nvSpPr>
                <p:spPr>
                  <a:xfrm rot="157512">
                    <a:off x="7541687" y="457392"/>
                    <a:ext cx="650192" cy="721114"/>
                  </a:xfrm>
                  <a:custGeom>
                    <a:rect b="b" l="l" r="r" t="t"/>
                    <a:pathLst>
                      <a:path extrusionOk="0" fill="none" h="28846" w="26009">
                        <a:moveTo>
                          <a:pt x="26009" y="20743"/>
                        </a:moveTo>
                        <a:lnTo>
                          <a:pt x="24981" y="6321"/>
                        </a:lnTo>
                        <a:lnTo>
                          <a:pt x="11976" y="1"/>
                        </a:lnTo>
                        <a:lnTo>
                          <a:pt x="1" y="8102"/>
                        </a:lnTo>
                        <a:lnTo>
                          <a:pt x="1029" y="22525"/>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4" name="Google Shape;454;p11"/>
                  <p:cNvSpPr/>
                  <p:nvPr/>
                </p:nvSpPr>
                <p:spPr>
                  <a:xfrm rot="157512">
                    <a:off x="8167572" y="441537"/>
                    <a:ext cx="650192" cy="721089"/>
                  </a:xfrm>
                  <a:custGeom>
                    <a:rect b="b" l="l" r="r" t="t"/>
                    <a:pathLst>
                      <a:path extrusionOk="0" fill="none" h="28845" w="26009">
                        <a:moveTo>
                          <a:pt x="26008" y="20743"/>
                        </a:moveTo>
                        <a:lnTo>
                          <a:pt x="24980" y="6321"/>
                        </a:lnTo>
                        <a:lnTo>
                          <a:pt x="11976" y="0"/>
                        </a:lnTo>
                        <a:lnTo>
                          <a:pt x="1" y="8102"/>
                        </a:lnTo>
                        <a:lnTo>
                          <a:pt x="1029" y="22524"/>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5" name="Google Shape;455;p11"/>
                  <p:cNvSpPr/>
                  <p:nvPr/>
                </p:nvSpPr>
                <p:spPr>
                  <a:xfrm rot="157512">
                    <a:off x="7242491" y="1007356"/>
                    <a:ext cx="650192" cy="721089"/>
                  </a:xfrm>
                  <a:custGeom>
                    <a:rect b="b" l="l" r="r" t="t"/>
                    <a:pathLst>
                      <a:path extrusionOk="0" fill="none" h="28845" w="26009">
                        <a:moveTo>
                          <a:pt x="26008" y="20743"/>
                        </a:moveTo>
                        <a:lnTo>
                          <a:pt x="24980" y="6321"/>
                        </a:lnTo>
                        <a:lnTo>
                          <a:pt x="11976" y="1"/>
                        </a:lnTo>
                        <a:lnTo>
                          <a:pt x="0" y="8102"/>
                        </a:lnTo>
                        <a:lnTo>
                          <a:pt x="1028" y="22525"/>
                        </a:lnTo>
                        <a:lnTo>
                          <a:pt x="14033" y="28844"/>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6" name="Google Shape;456;p11"/>
                  <p:cNvSpPr/>
                  <p:nvPr/>
                </p:nvSpPr>
                <p:spPr>
                  <a:xfrm rot="157512">
                    <a:off x="7868375" y="991501"/>
                    <a:ext cx="650167" cy="721089"/>
                  </a:xfrm>
                  <a:custGeom>
                    <a:rect b="b" l="l" r="r" t="t"/>
                    <a:pathLst>
                      <a:path extrusionOk="0" fill="none" h="28845" w="26008">
                        <a:moveTo>
                          <a:pt x="26008" y="20743"/>
                        </a:moveTo>
                        <a:lnTo>
                          <a:pt x="24980" y="6321"/>
                        </a:lnTo>
                        <a:lnTo>
                          <a:pt x="11976" y="0"/>
                        </a:lnTo>
                        <a:lnTo>
                          <a:pt x="0" y="8102"/>
                        </a:lnTo>
                        <a:lnTo>
                          <a:pt x="1028" y="22524"/>
                        </a:lnTo>
                        <a:lnTo>
                          <a:pt x="14032"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7" name="Google Shape;457;p11"/>
                  <p:cNvSpPr/>
                  <p:nvPr/>
                </p:nvSpPr>
                <p:spPr>
                  <a:xfrm rot="157512">
                    <a:off x="6943294" y="1557320"/>
                    <a:ext cx="650167" cy="721089"/>
                  </a:xfrm>
                  <a:custGeom>
                    <a:rect b="b" l="l" r="r" t="t"/>
                    <a:pathLst>
                      <a:path extrusionOk="0" fill="none" h="28845" w="26008">
                        <a:moveTo>
                          <a:pt x="26008" y="20743"/>
                        </a:moveTo>
                        <a:lnTo>
                          <a:pt x="24980" y="6320"/>
                        </a:lnTo>
                        <a:lnTo>
                          <a:pt x="11975" y="1"/>
                        </a:lnTo>
                        <a:lnTo>
                          <a:pt x="0" y="8102"/>
                        </a:lnTo>
                        <a:lnTo>
                          <a:pt x="1028" y="22524"/>
                        </a:lnTo>
                        <a:lnTo>
                          <a:pt x="14032" y="28844"/>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8" name="Google Shape;458;p11"/>
                  <p:cNvSpPr/>
                  <p:nvPr/>
                </p:nvSpPr>
                <p:spPr>
                  <a:xfrm rot="157512">
                    <a:off x="7569154" y="1541466"/>
                    <a:ext cx="650217" cy="721064"/>
                  </a:xfrm>
                  <a:custGeom>
                    <a:rect b="b" l="l" r="r" t="t"/>
                    <a:pathLst>
                      <a:path extrusionOk="0" fill="none" h="28844" w="26010">
                        <a:moveTo>
                          <a:pt x="26009" y="20743"/>
                        </a:moveTo>
                        <a:lnTo>
                          <a:pt x="24980" y="6321"/>
                        </a:lnTo>
                        <a:lnTo>
                          <a:pt x="11976" y="0"/>
                        </a:lnTo>
                        <a:lnTo>
                          <a:pt x="1" y="8101"/>
                        </a:lnTo>
                        <a:lnTo>
                          <a:pt x="1029" y="22524"/>
                        </a:lnTo>
                        <a:lnTo>
                          <a:pt x="14033" y="28844"/>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9" name="Google Shape;459;p11"/>
                  <p:cNvSpPr/>
                  <p:nvPr/>
                </p:nvSpPr>
                <p:spPr>
                  <a:xfrm rot="157512">
                    <a:off x="8195039" y="1525586"/>
                    <a:ext cx="650217" cy="721114"/>
                  </a:xfrm>
                  <a:custGeom>
                    <a:rect b="b" l="l" r="r" t="t"/>
                    <a:pathLst>
                      <a:path extrusionOk="0" fill="none" h="28846" w="26010">
                        <a:moveTo>
                          <a:pt x="26009" y="20743"/>
                        </a:moveTo>
                        <a:lnTo>
                          <a:pt x="24980" y="6322"/>
                        </a:lnTo>
                        <a:lnTo>
                          <a:pt x="11976" y="1"/>
                        </a:lnTo>
                        <a:lnTo>
                          <a:pt x="0" y="8103"/>
                        </a:lnTo>
                        <a:lnTo>
                          <a:pt x="1029" y="22525"/>
                        </a:lnTo>
                        <a:lnTo>
                          <a:pt x="14033" y="28846"/>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0" name="Google Shape;460;p11"/>
                  <p:cNvSpPr/>
                  <p:nvPr/>
                </p:nvSpPr>
                <p:spPr>
                  <a:xfrm rot="157512">
                    <a:off x="4140535" y="2170703"/>
                    <a:ext cx="650217" cy="721089"/>
                  </a:xfrm>
                  <a:custGeom>
                    <a:rect b="b" l="l" r="r" t="t"/>
                    <a:pathLst>
                      <a:path extrusionOk="0" fill="none" h="28845" w="26010">
                        <a:moveTo>
                          <a:pt x="26009" y="20743"/>
                        </a:moveTo>
                        <a:lnTo>
                          <a:pt x="24980" y="6321"/>
                        </a:lnTo>
                        <a:lnTo>
                          <a:pt x="11977" y="0"/>
                        </a:lnTo>
                        <a:lnTo>
                          <a:pt x="1" y="8102"/>
                        </a:lnTo>
                        <a:lnTo>
                          <a:pt x="1028" y="22524"/>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1" name="Google Shape;461;p11"/>
                  <p:cNvSpPr/>
                  <p:nvPr/>
                </p:nvSpPr>
                <p:spPr>
                  <a:xfrm rot="157512">
                    <a:off x="4766419" y="2154848"/>
                    <a:ext cx="650192" cy="721089"/>
                  </a:xfrm>
                  <a:custGeom>
                    <a:rect b="b" l="l" r="r" t="t"/>
                    <a:pathLst>
                      <a:path extrusionOk="0" fill="none" h="28845" w="26009">
                        <a:moveTo>
                          <a:pt x="26009" y="20743"/>
                        </a:moveTo>
                        <a:lnTo>
                          <a:pt x="24980" y="6321"/>
                        </a:lnTo>
                        <a:lnTo>
                          <a:pt x="11977" y="1"/>
                        </a:lnTo>
                        <a:lnTo>
                          <a:pt x="0" y="8102"/>
                        </a:lnTo>
                        <a:lnTo>
                          <a:pt x="1029" y="22524"/>
                        </a:lnTo>
                        <a:lnTo>
                          <a:pt x="14034"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2" name="Google Shape;462;p11"/>
                  <p:cNvSpPr/>
                  <p:nvPr/>
                </p:nvSpPr>
                <p:spPr>
                  <a:xfrm rot="157512">
                    <a:off x="5392303" y="2138993"/>
                    <a:ext cx="650192" cy="721089"/>
                  </a:xfrm>
                  <a:custGeom>
                    <a:rect b="b" l="l" r="r" t="t"/>
                    <a:pathLst>
                      <a:path extrusionOk="0" fill="none" h="28845" w="26009">
                        <a:moveTo>
                          <a:pt x="26009" y="20743"/>
                        </a:moveTo>
                        <a:lnTo>
                          <a:pt x="24981" y="6321"/>
                        </a:lnTo>
                        <a:lnTo>
                          <a:pt x="11976" y="0"/>
                        </a:lnTo>
                        <a:lnTo>
                          <a:pt x="0" y="8102"/>
                        </a:lnTo>
                        <a:lnTo>
                          <a:pt x="1029" y="22524"/>
                        </a:lnTo>
                        <a:lnTo>
                          <a:pt x="14033" y="28844"/>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3" name="Google Shape;463;p11"/>
                  <p:cNvSpPr/>
                  <p:nvPr/>
                </p:nvSpPr>
                <p:spPr>
                  <a:xfrm rot="157512">
                    <a:off x="6018188" y="2123139"/>
                    <a:ext cx="650192" cy="721089"/>
                  </a:xfrm>
                  <a:custGeom>
                    <a:rect b="b" l="l" r="r" t="t"/>
                    <a:pathLst>
                      <a:path extrusionOk="0" fill="none" h="28845" w="26009">
                        <a:moveTo>
                          <a:pt x="26008" y="20743"/>
                        </a:moveTo>
                        <a:lnTo>
                          <a:pt x="24981" y="6321"/>
                        </a:lnTo>
                        <a:lnTo>
                          <a:pt x="11976" y="0"/>
                        </a:lnTo>
                        <a:lnTo>
                          <a:pt x="1" y="8102"/>
                        </a:lnTo>
                        <a:lnTo>
                          <a:pt x="1029" y="22524"/>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4" name="Google Shape;464;p11"/>
                  <p:cNvSpPr/>
                  <p:nvPr/>
                </p:nvSpPr>
                <p:spPr>
                  <a:xfrm rot="157512">
                    <a:off x="6644073" y="2107259"/>
                    <a:ext cx="650192" cy="721114"/>
                  </a:xfrm>
                  <a:custGeom>
                    <a:rect b="b" l="l" r="r" t="t"/>
                    <a:pathLst>
                      <a:path extrusionOk="0" fill="none" h="28846" w="26009">
                        <a:moveTo>
                          <a:pt x="26008" y="20743"/>
                        </a:moveTo>
                        <a:lnTo>
                          <a:pt x="24980" y="6321"/>
                        </a:lnTo>
                        <a:lnTo>
                          <a:pt x="11976" y="1"/>
                        </a:lnTo>
                        <a:lnTo>
                          <a:pt x="1" y="8103"/>
                        </a:lnTo>
                        <a:lnTo>
                          <a:pt x="1028" y="22525"/>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5" name="Google Shape;465;p11"/>
                  <p:cNvSpPr/>
                  <p:nvPr/>
                </p:nvSpPr>
                <p:spPr>
                  <a:xfrm rot="157512">
                    <a:off x="7269957" y="2091430"/>
                    <a:ext cx="650192" cy="721064"/>
                  </a:xfrm>
                  <a:custGeom>
                    <a:rect b="b" l="l" r="r" t="t"/>
                    <a:pathLst>
                      <a:path extrusionOk="0" fill="none" h="28844" w="26009">
                        <a:moveTo>
                          <a:pt x="26009" y="20743"/>
                        </a:moveTo>
                        <a:lnTo>
                          <a:pt x="24980" y="6320"/>
                        </a:lnTo>
                        <a:lnTo>
                          <a:pt x="11976" y="0"/>
                        </a:lnTo>
                        <a:lnTo>
                          <a:pt x="0" y="8101"/>
                        </a:lnTo>
                        <a:lnTo>
                          <a:pt x="1028" y="22523"/>
                        </a:lnTo>
                        <a:lnTo>
                          <a:pt x="14033" y="28844"/>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6" name="Google Shape;466;p11"/>
                  <p:cNvSpPr/>
                  <p:nvPr/>
                </p:nvSpPr>
                <p:spPr>
                  <a:xfrm rot="157512">
                    <a:off x="7895842" y="2075550"/>
                    <a:ext cx="650192" cy="721089"/>
                  </a:xfrm>
                  <a:custGeom>
                    <a:rect b="b" l="l" r="r" t="t"/>
                    <a:pathLst>
                      <a:path extrusionOk="0" fill="none" h="28845" w="26009">
                        <a:moveTo>
                          <a:pt x="26009" y="20743"/>
                        </a:moveTo>
                        <a:lnTo>
                          <a:pt x="24980" y="6322"/>
                        </a:lnTo>
                        <a:lnTo>
                          <a:pt x="11976" y="1"/>
                        </a:lnTo>
                        <a:lnTo>
                          <a:pt x="0" y="8102"/>
                        </a:lnTo>
                        <a:lnTo>
                          <a:pt x="1029" y="22525"/>
                        </a:lnTo>
                        <a:lnTo>
                          <a:pt x="14032"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7" name="Google Shape;467;p11"/>
                  <p:cNvSpPr/>
                  <p:nvPr/>
                </p:nvSpPr>
                <p:spPr>
                  <a:xfrm rot="157512">
                    <a:off x="3841337" y="2720667"/>
                    <a:ext cx="650192" cy="721114"/>
                  </a:xfrm>
                  <a:custGeom>
                    <a:rect b="b" l="l" r="r" t="t"/>
                    <a:pathLst>
                      <a:path extrusionOk="0" fill="none" h="28846" w="26009">
                        <a:moveTo>
                          <a:pt x="26009" y="20743"/>
                        </a:moveTo>
                        <a:lnTo>
                          <a:pt x="24980" y="6321"/>
                        </a:lnTo>
                        <a:lnTo>
                          <a:pt x="11975" y="0"/>
                        </a:lnTo>
                        <a:lnTo>
                          <a:pt x="0" y="8102"/>
                        </a:lnTo>
                        <a:lnTo>
                          <a:pt x="1029" y="22524"/>
                        </a:lnTo>
                        <a:lnTo>
                          <a:pt x="14032"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8" name="Google Shape;468;p11"/>
                  <p:cNvSpPr/>
                  <p:nvPr/>
                </p:nvSpPr>
                <p:spPr>
                  <a:xfrm rot="157512">
                    <a:off x="4467198" y="2704787"/>
                    <a:ext cx="650217" cy="721114"/>
                  </a:xfrm>
                  <a:custGeom>
                    <a:rect b="b" l="l" r="r" t="t"/>
                    <a:pathLst>
                      <a:path extrusionOk="0" fill="none" h="28846" w="26010">
                        <a:moveTo>
                          <a:pt x="26010" y="20743"/>
                        </a:moveTo>
                        <a:lnTo>
                          <a:pt x="24982" y="6322"/>
                        </a:lnTo>
                        <a:lnTo>
                          <a:pt x="11977" y="1"/>
                        </a:lnTo>
                        <a:lnTo>
                          <a:pt x="1" y="8103"/>
                        </a:lnTo>
                        <a:lnTo>
                          <a:pt x="1030" y="22525"/>
                        </a:lnTo>
                        <a:lnTo>
                          <a:pt x="14033" y="28846"/>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9" name="Google Shape;469;p11"/>
                  <p:cNvSpPr/>
                  <p:nvPr/>
                </p:nvSpPr>
                <p:spPr>
                  <a:xfrm rot="157512">
                    <a:off x="5093107" y="2688958"/>
                    <a:ext cx="650192" cy="721089"/>
                  </a:xfrm>
                  <a:custGeom>
                    <a:rect b="b" l="l" r="r" t="t"/>
                    <a:pathLst>
                      <a:path extrusionOk="0" fill="none" h="28845" w="26009">
                        <a:moveTo>
                          <a:pt x="26008" y="20743"/>
                        </a:moveTo>
                        <a:lnTo>
                          <a:pt x="24980" y="6320"/>
                        </a:lnTo>
                        <a:lnTo>
                          <a:pt x="11976" y="0"/>
                        </a:lnTo>
                        <a:lnTo>
                          <a:pt x="1" y="8102"/>
                        </a:lnTo>
                        <a:lnTo>
                          <a:pt x="1029" y="22523"/>
                        </a:lnTo>
                        <a:lnTo>
                          <a:pt x="14033" y="28844"/>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0" name="Google Shape;470;p11"/>
                  <p:cNvSpPr/>
                  <p:nvPr/>
                </p:nvSpPr>
                <p:spPr>
                  <a:xfrm rot="157512">
                    <a:off x="5718992" y="2673103"/>
                    <a:ext cx="650192" cy="721064"/>
                  </a:xfrm>
                  <a:custGeom>
                    <a:rect b="b" l="l" r="r" t="t"/>
                    <a:pathLst>
                      <a:path extrusionOk="0" fill="none" h="28844" w="26009">
                        <a:moveTo>
                          <a:pt x="26008" y="20743"/>
                        </a:moveTo>
                        <a:lnTo>
                          <a:pt x="24980" y="6321"/>
                        </a:lnTo>
                        <a:lnTo>
                          <a:pt x="11976" y="0"/>
                        </a:lnTo>
                        <a:lnTo>
                          <a:pt x="0" y="8101"/>
                        </a:lnTo>
                        <a:lnTo>
                          <a:pt x="1028" y="22524"/>
                        </a:lnTo>
                        <a:lnTo>
                          <a:pt x="14033" y="28844"/>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1" name="Google Shape;471;p11"/>
                  <p:cNvSpPr/>
                  <p:nvPr/>
                </p:nvSpPr>
                <p:spPr>
                  <a:xfrm rot="157512">
                    <a:off x="6344876" y="2657223"/>
                    <a:ext cx="650167" cy="721114"/>
                  </a:xfrm>
                  <a:custGeom>
                    <a:rect b="b" l="l" r="r" t="t"/>
                    <a:pathLst>
                      <a:path extrusionOk="0" fill="none" h="28846" w="26008">
                        <a:moveTo>
                          <a:pt x="26008" y="20743"/>
                        </a:moveTo>
                        <a:lnTo>
                          <a:pt x="24980" y="6321"/>
                        </a:lnTo>
                        <a:lnTo>
                          <a:pt x="11975" y="1"/>
                        </a:lnTo>
                        <a:lnTo>
                          <a:pt x="0" y="8103"/>
                        </a:lnTo>
                        <a:lnTo>
                          <a:pt x="1028" y="22525"/>
                        </a:lnTo>
                        <a:lnTo>
                          <a:pt x="14032"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2" name="Google Shape;472;p11"/>
                  <p:cNvSpPr/>
                  <p:nvPr/>
                </p:nvSpPr>
                <p:spPr>
                  <a:xfrm rot="157512">
                    <a:off x="6970736" y="2641369"/>
                    <a:ext cx="650217" cy="721114"/>
                  </a:xfrm>
                  <a:custGeom>
                    <a:rect b="b" l="l" r="r" t="t"/>
                    <a:pathLst>
                      <a:path extrusionOk="0" fill="none" h="28846" w="26010">
                        <a:moveTo>
                          <a:pt x="26010" y="20743"/>
                        </a:moveTo>
                        <a:lnTo>
                          <a:pt x="24981" y="6321"/>
                        </a:lnTo>
                        <a:lnTo>
                          <a:pt x="11976" y="0"/>
                        </a:lnTo>
                        <a:lnTo>
                          <a:pt x="1" y="8102"/>
                        </a:lnTo>
                        <a:lnTo>
                          <a:pt x="1029" y="22524"/>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3" name="Google Shape;473;p11"/>
                  <p:cNvSpPr/>
                  <p:nvPr/>
                </p:nvSpPr>
                <p:spPr>
                  <a:xfrm rot="157512">
                    <a:off x="4168001" y="3254751"/>
                    <a:ext cx="650217" cy="721114"/>
                  </a:xfrm>
                  <a:custGeom>
                    <a:rect b="b" l="l" r="r" t="t"/>
                    <a:pathLst>
                      <a:path extrusionOk="0" fill="none" h="28846" w="26010">
                        <a:moveTo>
                          <a:pt x="26009" y="20744"/>
                        </a:moveTo>
                        <a:lnTo>
                          <a:pt x="24980" y="6322"/>
                        </a:lnTo>
                        <a:lnTo>
                          <a:pt x="11977" y="1"/>
                        </a:lnTo>
                        <a:lnTo>
                          <a:pt x="0" y="8103"/>
                        </a:lnTo>
                        <a:lnTo>
                          <a:pt x="1029" y="22525"/>
                        </a:lnTo>
                        <a:lnTo>
                          <a:pt x="14034" y="28846"/>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4" name="Google Shape;474;p11"/>
                  <p:cNvSpPr/>
                  <p:nvPr/>
                </p:nvSpPr>
                <p:spPr>
                  <a:xfrm rot="157512">
                    <a:off x="4793885" y="3238896"/>
                    <a:ext cx="650192" cy="721114"/>
                  </a:xfrm>
                  <a:custGeom>
                    <a:rect b="b" l="l" r="r" t="t"/>
                    <a:pathLst>
                      <a:path extrusionOk="0" fill="none" h="28846" w="26009">
                        <a:moveTo>
                          <a:pt x="26009" y="20743"/>
                        </a:moveTo>
                        <a:lnTo>
                          <a:pt x="24981" y="6321"/>
                        </a:lnTo>
                        <a:lnTo>
                          <a:pt x="11977" y="0"/>
                        </a:lnTo>
                        <a:lnTo>
                          <a:pt x="0" y="8103"/>
                        </a:lnTo>
                        <a:lnTo>
                          <a:pt x="1029" y="22525"/>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5" name="Google Shape;475;p11"/>
                  <p:cNvSpPr/>
                  <p:nvPr/>
                </p:nvSpPr>
                <p:spPr>
                  <a:xfrm rot="157512">
                    <a:off x="5419770" y="3223067"/>
                    <a:ext cx="650192" cy="721064"/>
                  </a:xfrm>
                  <a:custGeom>
                    <a:rect b="b" l="l" r="r" t="t"/>
                    <a:pathLst>
                      <a:path extrusionOk="0" fill="none" h="28844" w="26009">
                        <a:moveTo>
                          <a:pt x="26009" y="20743"/>
                        </a:moveTo>
                        <a:lnTo>
                          <a:pt x="24981" y="6320"/>
                        </a:lnTo>
                        <a:lnTo>
                          <a:pt x="11976" y="0"/>
                        </a:lnTo>
                        <a:lnTo>
                          <a:pt x="1" y="8101"/>
                        </a:lnTo>
                        <a:lnTo>
                          <a:pt x="1029" y="22523"/>
                        </a:lnTo>
                        <a:lnTo>
                          <a:pt x="14033" y="28844"/>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6" name="Google Shape;476;p11"/>
                  <p:cNvSpPr/>
                  <p:nvPr/>
                </p:nvSpPr>
                <p:spPr>
                  <a:xfrm rot="157512">
                    <a:off x="6045654" y="3207187"/>
                    <a:ext cx="650192" cy="721114"/>
                  </a:xfrm>
                  <a:custGeom>
                    <a:rect b="b" l="l" r="r" t="t"/>
                    <a:pathLst>
                      <a:path extrusionOk="0" fill="none" h="28846" w="26009">
                        <a:moveTo>
                          <a:pt x="26008" y="20743"/>
                        </a:moveTo>
                        <a:lnTo>
                          <a:pt x="24980" y="6321"/>
                        </a:lnTo>
                        <a:lnTo>
                          <a:pt x="11976" y="1"/>
                        </a:lnTo>
                        <a:lnTo>
                          <a:pt x="1" y="8102"/>
                        </a:lnTo>
                        <a:lnTo>
                          <a:pt x="1029" y="22525"/>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7" name="Google Shape;477;p11"/>
                  <p:cNvSpPr/>
                  <p:nvPr/>
                </p:nvSpPr>
                <p:spPr>
                  <a:xfrm rot="157512">
                    <a:off x="3868779" y="3804714"/>
                    <a:ext cx="650217" cy="721114"/>
                  </a:xfrm>
                  <a:custGeom>
                    <a:rect b="b" l="l" r="r" t="t"/>
                    <a:pathLst>
                      <a:path extrusionOk="0" fill="none" h="28846" w="26010">
                        <a:moveTo>
                          <a:pt x="26010" y="20744"/>
                        </a:moveTo>
                        <a:lnTo>
                          <a:pt x="24982" y="6322"/>
                        </a:lnTo>
                        <a:lnTo>
                          <a:pt x="11977" y="1"/>
                        </a:lnTo>
                        <a:lnTo>
                          <a:pt x="1" y="8102"/>
                        </a:lnTo>
                        <a:lnTo>
                          <a:pt x="1030" y="22525"/>
                        </a:lnTo>
                        <a:lnTo>
                          <a:pt x="14034" y="28846"/>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8" name="Google Shape;478;p11"/>
                  <p:cNvSpPr/>
                  <p:nvPr/>
                </p:nvSpPr>
                <p:spPr>
                  <a:xfrm rot="157512">
                    <a:off x="4494689" y="3788860"/>
                    <a:ext cx="650192" cy="721114"/>
                  </a:xfrm>
                  <a:custGeom>
                    <a:rect b="b" l="l" r="r" t="t"/>
                    <a:pathLst>
                      <a:path extrusionOk="0" fill="none" h="28846" w="26009">
                        <a:moveTo>
                          <a:pt x="26008" y="20743"/>
                        </a:moveTo>
                        <a:lnTo>
                          <a:pt x="24980" y="6321"/>
                        </a:lnTo>
                        <a:lnTo>
                          <a:pt x="11976" y="1"/>
                        </a:lnTo>
                        <a:lnTo>
                          <a:pt x="1" y="8103"/>
                        </a:lnTo>
                        <a:lnTo>
                          <a:pt x="1029" y="22525"/>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9" name="Google Shape;479;p11"/>
                  <p:cNvSpPr/>
                  <p:nvPr/>
                </p:nvSpPr>
                <p:spPr>
                  <a:xfrm rot="157512">
                    <a:off x="5120574" y="3773006"/>
                    <a:ext cx="650192" cy="721089"/>
                  </a:xfrm>
                  <a:custGeom>
                    <a:rect b="b" l="l" r="r" t="t"/>
                    <a:pathLst>
                      <a:path extrusionOk="0" fill="none" h="28845" w="26009">
                        <a:moveTo>
                          <a:pt x="26008" y="20744"/>
                        </a:moveTo>
                        <a:lnTo>
                          <a:pt x="24980" y="6321"/>
                        </a:lnTo>
                        <a:lnTo>
                          <a:pt x="11976" y="0"/>
                        </a:lnTo>
                        <a:lnTo>
                          <a:pt x="0" y="8102"/>
                        </a:lnTo>
                        <a:lnTo>
                          <a:pt x="1028" y="22524"/>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80" name="Google Shape;480;p11"/>
                <p:cNvSpPr/>
                <p:nvPr/>
              </p:nvSpPr>
              <p:spPr>
                <a:xfrm rot="157512">
                  <a:off x="6228998" y="4446717"/>
                  <a:ext cx="57072" cy="57047"/>
                </a:xfrm>
                <a:custGeom>
                  <a:rect b="b" l="l" r="r" t="t"/>
                  <a:pathLst>
                    <a:path extrusionOk="0" h="2282" w="2283">
                      <a:moveTo>
                        <a:pt x="1142" y="0"/>
                      </a:moveTo>
                      <a:cubicBezTo>
                        <a:pt x="512" y="0"/>
                        <a:pt x="1" y="511"/>
                        <a:pt x="1" y="1141"/>
                      </a:cubicBezTo>
                      <a:cubicBezTo>
                        <a:pt x="1" y="1771"/>
                        <a:pt x="512" y="2281"/>
                        <a:pt x="1142" y="2281"/>
                      </a:cubicBezTo>
                      <a:cubicBezTo>
                        <a:pt x="1772" y="2281"/>
                        <a:pt x="2283" y="1772"/>
                        <a:pt x="2283" y="1141"/>
                      </a:cubicBezTo>
                      <a:cubicBezTo>
                        <a:pt x="2283" y="511"/>
                        <a:pt x="1772" y="0"/>
                        <a:pt x="114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1" name="Google Shape;481;p11"/>
                <p:cNvSpPr/>
                <p:nvPr/>
              </p:nvSpPr>
              <p:spPr>
                <a:xfrm rot="157512">
                  <a:off x="9351770" y="4005108"/>
                  <a:ext cx="57047" cy="57072"/>
                </a:xfrm>
                <a:custGeom>
                  <a:rect b="b" l="l" r="r" t="t"/>
                  <a:pathLst>
                    <a:path extrusionOk="0" h="2283" w="2282">
                      <a:moveTo>
                        <a:pt x="1141" y="0"/>
                      </a:moveTo>
                      <a:cubicBezTo>
                        <a:pt x="511" y="0"/>
                        <a:pt x="0" y="511"/>
                        <a:pt x="0" y="1141"/>
                      </a:cubicBezTo>
                      <a:cubicBezTo>
                        <a:pt x="0" y="1772"/>
                        <a:pt x="511" y="2282"/>
                        <a:pt x="1141" y="2282"/>
                      </a:cubicBezTo>
                      <a:cubicBezTo>
                        <a:pt x="1771" y="2282"/>
                        <a:pt x="2281" y="1772"/>
                        <a:pt x="2281" y="1141"/>
                      </a:cubicBezTo>
                      <a:cubicBezTo>
                        <a:pt x="2281" y="511"/>
                        <a:pt x="1771" y="0"/>
                        <a:pt x="114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2" name="Google Shape;482;p11"/>
                <p:cNvSpPr/>
                <p:nvPr/>
              </p:nvSpPr>
              <p:spPr>
                <a:xfrm rot="157512">
                  <a:off x="8403706" y="3847890"/>
                  <a:ext cx="57072" cy="57047"/>
                </a:xfrm>
                <a:custGeom>
                  <a:rect b="b" l="l" r="r" t="t"/>
                  <a:pathLst>
                    <a:path extrusionOk="0" h="2282" w="2283">
                      <a:moveTo>
                        <a:pt x="1141" y="1"/>
                      </a:moveTo>
                      <a:cubicBezTo>
                        <a:pt x="511" y="1"/>
                        <a:pt x="0" y="511"/>
                        <a:pt x="0" y="1141"/>
                      </a:cubicBezTo>
                      <a:cubicBezTo>
                        <a:pt x="0" y="1771"/>
                        <a:pt x="511" y="2282"/>
                        <a:pt x="1141" y="2282"/>
                      </a:cubicBezTo>
                      <a:cubicBezTo>
                        <a:pt x="1771" y="2282"/>
                        <a:pt x="2282" y="1771"/>
                        <a:pt x="2282" y="1141"/>
                      </a:cubicBezTo>
                      <a:cubicBezTo>
                        <a:pt x="2282" y="511"/>
                        <a:pt x="1771" y="1"/>
                        <a:pt x="114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3" name="Google Shape;483;p11"/>
                <p:cNvSpPr/>
                <p:nvPr/>
              </p:nvSpPr>
              <p:spPr>
                <a:xfrm rot="157512">
                  <a:off x="8124633" y="5115580"/>
                  <a:ext cx="57047" cy="57047"/>
                </a:xfrm>
                <a:custGeom>
                  <a:rect b="b" l="l" r="r" t="t"/>
                  <a:pathLst>
                    <a:path extrusionOk="0" h="2282" w="2282">
                      <a:moveTo>
                        <a:pt x="1140" y="0"/>
                      </a:moveTo>
                      <a:cubicBezTo>
                        <a:pt x="511" y="0"/>
                        <a:pt x="0" y="511"/>
                        <a:pt x="0" y="1141"/>
                      </a:cubicBezTo>
                      <a:cubicBezTo>
                        <a:pt x="0" y="1771"/>
                        <a:pt x="510" y="2281"/>
                        <a:pt x="1140" y="2281"/>
                      </a:cubicBezTo>
                      <a:cubicBezTo>
                        <a:pt x="1771" y="2281"/>
                        <a:pt x="2281" y="1771"/>
                        <a:pt x="2281" y="1141"/>
                      </a:cubicBezTo>
                      <a:cubicBezTo>
                        <a:pt x="2281" y="511"/>
                        <a:pt x="1771" y="0"/>
                        <a:pt x="114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4" name="Google Shape;484;p11"/>
                <p:cNvSpPr/>
                <p:nvPr/>
              </p:nvSpPr>
              <p:spPr>
                <a:xfrm rot="157512">
                  <a:off x="6574005" y="5703526"/>
                  <a:ext cx="57072" cy="57047"/>
                </a:xfrm>
                <a:custGeom>
                  <a:rect b="b" l="l" r="r" t="t"/>
                  <a:pathLst>
                    <a:path extrusionOk="0" h="2282" w="2283">
                      <a:moveTo>
                        <a:pt x="1141" y="1"/>
                      </a:moveTo>
                      <a:cubicBezTo>
                        <a:pt x="511" y="1"/>
                        <a:pt x="0" y="511"/>
                        <a:pt x="0" y="1141"/>
                      </a:cubicBezTo>
                      <a:cubicBezTo>
                        <a:pt x="0" y="1771"/>
                        <a:pt x="511" y="2282"/>
                        <a:pt x="1141" y="2282"/>
                      </a:cubicBezTo>
                      <a:cubicBezTo>
                        <a:pt x="1771" y="2282"/>
                        <a:pt x="2282" y="1771"/>
                        <a:pt x="2282" y="1141"/>
                      </a:cubicBezTo>
                      <a:cubicBezTo>
                        <a:pt x="2282" y="511"/>
                        <a:pt x="1771" y="1"/>
                        <a:pt x="114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5" name="Google Shape;485;p11"/>
                <p:cNvSpPr/>
                <p:nvPr/>
              </p:nvSpPr>
              <p:spPr>
                <a:xfrm rot="157512">
                  <a:off x="5957267" y="6080755"/>
                  <a:ext cx="57072" cy="57047"/>
                </a:xfrm>
                <a:custGeom>
                  <a:rect b="b" l="l" r="r" t="t"/>
                  <a:pathLst>
                    <a:path extrusionOk="0" h="2282" w="2283">
                      <a:moveTo>
                        <a:pt x="1141" y="0"/>
                      </a:moveTo>
                      <a:cubicBezTo>
                        <a:pt x="511" y="0"/>
                        <a:pt x="0" y="510"/>
                        <a:pt x="0" y="1140"/>
                      </a:cubicBezTo>
                      <a:cubicBezTo>
                        <a:pt x="0" y="1770"/>
                        <a:pt x="511" y="2281"/>
                        <a:pt x="1141" y="2281"/>
                      </a:cubicBezTo>
                      <a:cubicBezTo>
                        <a:pt x="1771" y="2281"/>
                        <a:pt x="2282" y="1770"/>
                        <a:pt x="2282" y="1140"/>
                      </a:cubicBezTo>
                      <a:cubicBezTo>
                        <a:pt x="2282" y="510"/>
                        <a:pt x="1771" y="0"/>
                        <a:pt x="114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6" name="Google Shape;486;p11"/>
                <p:cNvSpPr/>
                <p:nvPr/>
              </p:nvSpPr>
              <p:spPr>
                <a:xfrm rot="157512">
                  <a:off x="5929801" y="4996682"/>
                  <a:ext cx="57072" cy="57047"/>
                </a:xfrm>
                <a:custGeom>
                  <a:rect b="b" l="l" r="r" t="t"/>
                  <a:pathLst>
                    <a:path extrusionOk="0" h="2282" w="2283">
                      <a:moveTo>
                        <a:pt x="1142" y="0"/>
                      </a:moveTo>
                      <a:cubicBezTo>
                        <a:pt x="511" y="0"/>
                        <a:pt x="1" y="510"/>
                        <a:pt x="1" y="1140"/>
                      </a:cubicBezTo>
                      <a:cubicBezTo>
                        <a:pt x="1" y="1771"/>
                        <a:pt x="511" y="2281"/>
                        <a:pt x="1142" y="2281"/>
                      </a:cubicBezTo>
                      <a:cubicBezTo>
                        <a:pt x="1772" y="2281"/>
                        <a:pt x="2283" y="1771"/>
                        <a:pt x="2283" y="1140"/>
                      </a:cubicBezTo>
                      <a:cubicBezTo>
                        <a:pt x="2283" y="510"/>
                        <a:pt x="1772" y="0"/>
                        <a:pt x="114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7" name="Google Shape;487;p11"/>
                <p:cNvSpPr/>
                <p:nvPr/>
              </p:nvSpPr>
              <p:spPr>
                <a:xfrm rot="157512">
                  <a:off x="9015730" y="3465389"/>
                  <a:ext cx="57047" cy="57072"/>
                </a:xfrm>
                <a:custGeom>
                  <a:rect b="b" l="l" r="r" t="t"/>
                  <a:pathLst>
                    <a:path extrusionOk="0" h="2283" w="2282">
                      <a:moveTo>
                        <a:pt x="1142" y="0"/>
                      </a:moveTo>
                      <a:cubicBezTo>
                        <a:pt x="512" y="0"/>
                        <a:pt x="1" y="511"/>
                        <a:pt x="1" y="1141"/>
                      </a:cubicBezTo>
                      <a:cubicBezTo>
                        <a:pt x="1" y="1771"/>
                        <a:pt x="512" y="2282"/>
                        <a:pt x="1142" y="2282"/>
                      </a:cubicBezTo>
                      <a:cubicBezTo>
                        <a:pt x="1771" y="2282"/>
                        <a:pt x="2282" y="1771"/>
                        <a:pt x="2282" y="1141"/>
                      </a:cubicBezTo>
                      <a:cubicBezTo>
                        <a:pt x="2282" y="511"/>
                        <a:pt x="1771" y="0"/>
                        <a:pt x="114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488" name="Google Shape;488;p11"/>
            <p:cNvSpPr/>
            <p:nvPr/>
          </p:nvSpPr>
          <p:spPr>
            <a:xfrm rot="157512">
              <a:off x="8799542" y="3225845"/>
              <a:ext cx="57022" cy="57072"/>
            </a:xfrm>
            <a:custGeom>
              <a:rect b="b" l="l" r="r" t="t"/>
              <a:pathLst>
                <a:path extrusionOk="0" h="2283" w="2281">
                  <a:moveTo>
                    <a:pt x="1141" y="1"/>
                  </a:moveTo>
                  <a:cubicBezTo>
                    <a:pt x="511" y="1"/>
                    <a:pt x="0" y="512"/>
                    <a:pt x="0" y="1142"/>
                  </a:cubicBezTo>
                  <a:cubicBezTo>
                    <a:pt x="0" y="1772"/>
                    <a:pt x="511" y="2283"/>
                    <a:pt x="1141" y="2283"/>
                  </a:cubicBezTo>
                  <a:cubicBezTo>
                    <a:pt x="1771" y="2283"/>
                    <a:pt x="2281" y="1772"/>
                    <a:pt x="2281" y="1142"/>
                  </a:cubicBezTo>
                  <a:cubicBezTo>
                    <a:pt x="2281" y="512"/>
                    <a:pt x="1771" y="1"/>
                    <a:pt x="114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9" name="Google Shape;489;p11"/>
            <p:cNvSpPr/>
            <p:nvPr/>
          </p:nvSpPr>
          <p:spPr>
            <a:xfrm rot="157512">
              <a:off x="5710335" y="4761896"/>
              <a:ext cx="57072" cy="57072"/>
            </a:xfrm>
            <a:custGeom>
              <a:rect b="b" l="l" r="r" t="t"/>
              <a:pathLst>
                <a:path extrusionOk="0" h="2283" w="2283">
                  <a:moveTo>
                    <a:pt x="1141" y="1"/>
                  </a:moveTo>
                  <a:cubicBezTo>
                    <a:pt x="511" y="1"/>
                    <a:pt x="0" y="511"/>
                    <a:pt x="0" y="1142"/>
                  </a:cubicBezTo>
                  <a:cubicBezTo>
                    <a:pt x="0" y="1772"/>
                    <a:pt x="511" y="2283"/>
                    <a:pt x="1141" y="2283"/>
                  </a:cubicBezTo>
                  <a:cubicBezTo>
                    <a:pt x="1771" y="2283"/>
                    <a:pt x="2282" y="1772"/>
                    <a:pt x="2282" y="1142"/>
                  </a:cubicBezTo>
                  <a:cubicBezTo>
                    <a:pt x="2282" y="511"/>
                    <a:pt x="1771" y="1"/>
                    <a:pt x="114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0" name="Google Shape;490;p11"/>
            <p:cNvSpPr/>
            <p:nvPr/>
          </p:nvSpPr>
          <p:spPr>
            <a:xfrm rot="157512">
              <a:off x="7885492" y="4168682"/>
              <a:ext cx="57047" cy="57047"/>
            </a:xfrm>
            <a:custGeom>
              <a:rect b="b" l="l" r="r" t="t"/>
              <a:pathLst>
                <a:path extrusionOk="0" h="2282" w="2282">
                  <a:moveTo>
                    <a:pt x="1141" y="0"/>
                  </a:moveTo>
                  <a:cubicBezTo>
                    <a:pt x="511" y="0"/>
                    <a:pt x="0" y="511"/>
                    <a:pt x="0" y="1141"/>
                  </a:cubicBezTo>
                  <a:cubicBezTo>
                    <a:pt x="0" y="1770"/>
                    <a:pt x="511" y="2281"/>
                    <a:pt x="1141" y="2281"/>
                  </a:cubicBezTo>
                  <a:cubicBezTo>
                    <a:pt x="1772" y="2281"/>
                    <a:pt x="2281" y="1770"/>
                    <a:pt x="2281" y="1141"/>
                  </a:cubicBezTo>
                  <a:cubicBezTo>
                    <a:pt x="2281" y="511"/>
                    <a:pt x="1772" y="0"/>
                    <a:pt x="114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91" name="Google Shape;491;p11"/>
          <p:cNvGrpSpPr/>
          <p:nvPr/>
        </p:nvGrpSpPr>
        <p:grpSpPr>
          <a:xfrm>
            <a:off x="-128336" y="-2516262"/>
            <a:ext cx="5036265" cy="4113315"/>
            <a:chOff x="4780389" y="2513201"/>
            <a:chExt cx="5036265" cy="4113315"/>
          </a:xfrm>
        </p:grpSpPr>
        <p:grpSp>
          <p:nvGrpSpPr>
            <p:cNvPr id="492" name="Google Shape;492;p11"/>
            <p:cNvGrpSpPr/>
            <p:nvPr/>
          </p:nvGrpSpPr>
          <p:grpSpPr>
            <a:xfrm>
              <a:off x="4780389" y="2513201"/>
              <a:ext cx="5036265" cy="4113315"/>
              <a:chOff x="4673664" y="2214101"/>
              <a:chExt cx="5036265" cy="4113315"/>
            </a:xfrm>
          </p:grpSpPr>
          <p:sp>
            <p:nvSpPr>
              <p:cNvPr id="493" name="Google Shape;493;p11"/>
              <p:cNvSpPr/>
              <p:nvPr/>
            </p:nvSpPr>
            <p:spPr>
              <a:xfrm rot="157512">
                <a:off x="9047033" y="4559649"/>
                <a:ext cx="57072" cy="57047"/>
              </a:xfrm>
              <a:custGeom>
                <a:rect b="b" l="l" r="r" t="t"/>
                <a:pathLst>
                  <a:path extrusionOk="0" h="2282" w="2283">
                    <a:moveTo>
                      <a:pt x="1141" y="1"/>
                    </a:moveTo>
                    <a:cubicBezTo>
                      <a:pt x="511" y="1"/>
                      <a:pt x="0" y="512"/>
                      <a:pt x="0" y="1142"/>
                    </a:cubicBezTo>
                    <a:cubicBezTo>
                      <a:pt x="0" y="1771"/>
                      <a:pt x="511" y="2282"/>
                      <a:pt x="1141" y="2282"/>
                    </a:cubicBezTo>
                    <a:cubicBezTo>
                      <a:pt x="1771" y="2282"/>
                      <a:pt x="2282" y="1771"/>
                      <a:pt x="2282" y="1142"/>
                    </a:cubicBezTo>
                    <a:cubicBezTo>
                      <a:pt x="2282" y="512"/>
                      <a:pt x="1771" y="1"/>
                      <a:pt x="114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94" name="Google Shape;494;p11"/>
              <p:cNvGrpSpPr/>
              <p:nvPr/>
            </p:nvGrpSpPr>
            <p:grpSpPr>
              <a:xfrm>
                <a:off x="4673664" y="2214101"/>
                <a:ext cx="5036265" cy="4113315"/>
                <a:chOff x="4673664" y="2214101"/>
                <a:chExt cx="5036265" cy="4113315"/>
              </a:xfrm>
            </p:grpSpPr>
            <p:grpSp>
              <p:nvGrpSpPr>
                <p:cNvPr id="495" name="Google Shape;495;p11"/>
                <p:cNvGrpSpPr/>
                <p:nvPr/>
              </p:nvGrpSpPr>
              <p:grpSpPr>
                <a:xfrm>
                  <a:off x="4673664" y="2214101"/>
                  <a:ext cx="5036265" cy="4113315"/>
                  <a:chOff x="3825164" y="427026"/>
                  <a:chExt cx="5036265" cy="4113315"/>
                </a:xfrm>
              </p:grpSpPr>
              <p:sp>
                <p:nvSpPr>
                  <p:cNvPr id="496" name="Google Shape;496;p11"/>
                  <p:cNvSpPr/>
                  <p:nvPr/>
                </p:nvSpPr>
                <p:spPr>
                  <a:xfrm rot="157512">
                    <a:off x="6915828" y="473247"/>
                    <a:ext cx="650167" cy="721089"/>
                  </a:xfrm>
                  <a:custGeom>
                    <a:rect b="b" l="l" r="r" t="t"/>
                    <a:pathLst>
                      <a:path extrusionOk="0" fill="none" h="28845" w="26008">
                        <a:moveTo>
                          <a:pt x="26008" y="20744"/>
                        </a:moveTo>
                        <a:lnTo>
                          <a:pt x="24980" y="6321"/>
                        </a:lnTo>
                        <a:lnTo>
                          <a:pt x="11976" y="1"/>
                        </a:lnTo>
                        <a:lnTo>
                          <a:pt x="0" y="8102"/>
                        </a:lnTo>
                        <a:lnTo>
                          <a:pt x="1028" y="22524"/>
                        </a:lnTo>
                        <a:lnTo>
                          <a:pt x="14032"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7" name="Google Shape;497;p11"/>
                  <p:cNvSpPr/>
                  <p:nvPr/>
                </p:nvSpPr>
                <p:spPr>
                  <a:xfrm rot="157512">
                    <a:off x="7541687" y="457392"/>
                    <a:ext cx="650192" cy="721114"/>
                  </a:xfrm>
                  <a:custGeom>
                    <a:rect b="b" l="l" r="r" t="t"/>
                    <a:pathLst>
                      <a:path extrusionOk="0" fill="none" h="28846" w="26009">
                        <a:moveTo>
                          <a:pt x="26009" y="20743"/>
                        </a:moveTo>
                        <a:lnTo>
                          <a:pt x="24981" y="6321"/>
                        </a:lnTo>
                        <a:lnTo>
                          <a:pt x="11976" y="1"/>
                        </a:lnTo>
                        <a:lnTo>
                          <a:pt x="1" y="8102"/>
                        </a:lnTo>
                        <a:lnTo>
                          <a:pt x="1029" y="22525"/>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8" name="Google Shape;498;p11"/>
                  <p:cNvSpPr/>
                  <p:nvPr/>
                </p:nvSpPr>
                <p:spPr>
                  <a:xfrm rot="157512">
                    <a:off x="8167572" y="441537"/>
                    <a:ext cx="650192" cy="721089"/>
                  </a:xfrm>
                  <a:custGeom>
                    <a:rect b="b" l="l" r="r" t="t"/>
                    <a:pathLst>
                      <a:path extrusionOk="0" fill="none" h="28845" w="26009">
                        <a:moveTo>
                          <a:pt x="26008" y="20743"/>
                        </a:moveTo>
                        <a:lnTo>
                          <a:pt x="24980" y="6321"/>
                        </a:lnTo>
                        <a:lnTo>
                          <a:pt x="11976" y="0"/>
                        </a:lnTo>
                        <a:lnTo>
                          <a:pt x="1" y="8102"/>
                        </a:lnTo>
                        <a:lnTo>
                          <a:pt x="1029" y="22524"/>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9" name="Google Shape;499;p11"/>
                  <p:cNvSpPr/>
                  <p:nvPr/>
                </p:nvSpPr>
                <p:spPr>
                  <a:xfrm rot="157512">
                    <a:off x="7242491" y="1007356"/>
                    <a:ext cx="650192" cy="721089"/>
                  </a:xfrm>
                  <a:custGeom>
                    <a:rect b="b" l="l" r="r" t="t"/>
                    <a:pathLst>
                      <a:path extrusionOk="0" fill="none" h="28845" w="26009">
                        <a:moveTo>
                          <a:pt x="26008" y="20743"/>
                        </a:moveTo>
                        <a:lnTo>
                          <a:pt x="24980" y="6321"/>
                        </a:lnTo>
                        <a:lnTo>
                          <a:pt x="11976" y="1"/>
                        </a:lnTo>
                        <a:lnTo>
                          <a:pt x="0" y="8102"/>
                        </a:lnTo>
                        <a:lnTo>
                          <a:pt x="1028" y="22525"/>
                        </a:lnTo>
                        <a:lnTo>
                          <a:pt x="14033" y="28844"/>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0" name="Google Shape;500;p11"/>
                  <p:cNvSpPr/>
                  <p:nvPr/>
                </p:nvSpPr>
                <p:spPr>
                  <a:xfrm rot="157512">
                    <a:off x="7868375" y="991501"/>
                    <a:ext cx="650167" cy="721089"/>
                  </a:xfrm>
                  <a:custGeom>
                    <a:rect b="b" l="l" r="r" t="t"/>
                    <a:pathLst>
                      <a:path extrusionOk="0" fill="none" h="28845" w="26008">
                        <a:moveTo>
                          <a:pt x="26008" y="20743"/>
                        </a:moveTo>
                        <a:lnTo>
                          <a:pt x="24980" y="6321"/>
                        </a:lnTo>
                        <a:lnTo>
                          <a:pt x="11976" y="0"/>
                        </a:lnTo>
                        <a:lnTo>
                          <a:pt x="0" y="8102"/>
                        </a:lnTo>
                        <a:lnTo>
                          <a:pt x="1028" y="22524"/>
                        </a:lnTo>
                        <a:lnTo>
                          <a:pt x="14032"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1" name="Google Shape;501;p11"/>
                  <p:cNvSpPr/>
                  <p:nvPr/>
                </p:nvSpPr>
                <p:spPr>
                  <a:xfrm rot="157512">
                    <a:off x="6943294" y="1557320"/>
                    <a:ext cx="650167" cy="721089"/>
                  </a:xfrm>
                  <a:custGeom>
                    <a:rect b="b" l="l" r="r" t="t"/>
                    <a:pathLst>
                      <a:path extrusionOk="0" fill="none" h="28845" w="26008">
                        <a:moveTo>
                          <a:pt x="26008" y="20743"/>
                        </a:moveTo>
                        <a:lnTo>
                          <a:pt x="24980" y="6320"/>
                        </a:lnTo>
                        <a:lnTo>
                          <a:pt x="11975" y="1"/>
                        </a:lnTo>
                        <a:lnTo>
                          <a:pt x="0" y="8102"/>
                        </a:lnTo>
                        <a:lnTo>
                          <a:pt x="1028" y="22524"/>
                        </a:lnTo>
                        <a:lnTo>
                          <a:pt x="14032" y="28844"/>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2" name="Google Shape;502;p11"/>
                  <p:cNvSpPr/>
                  <p:nvPr/>
                </p:nvSpPr>
                <p:spPr>
                  <a:xfrm rot="157512">
                    <a:off x="7569154" y="1541466"/>
                    <a:ext cx="650217" cy="721064"/>
                  </a:xfrm>
                  <a:custGeom>
                    <a:rect b="b" l="l" r="r" t="t"/>
                    <a:pathLst>
                      <a:path extrusionOk="0" fill="none" h="28844" w="26010">
                        <a:moveTo>
                          <a:pt x="26009" y="20743"/>
                        </a:moveTo>
                        <a:lnTo>
                          <a:pt x="24980" y="6321"/>
                        </a:lnTo>
                        <a:lnTo>
                          <a:pt x="11976" y="0"/>
                        </a:lnTo>
                        <a:lnTo>
                          <a:pt x="1" y="8101"/>
                        </a:lnTo>
                        <a:lnTo>
                          <a:pt x="1029" y="22524"/>
                        </a:lnTo>
                        <a:lnTo>
                          <a:pt x="14033" y="28844"/>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3" name="Google Shape;503;p11"/>
                  <p:cNvSpPr/>
                  <p:nvPr/>
                </p:nvSpPr>
                <p:spPr>
                  <a:xfrm rot="157512">
                    <a:off x="8195039" y="1525586"/>
                    <a:ext cx="650217" cy="721114"/>
                  </a:xfrm>
                  <a:custGeom>
                    <a:rect b="b" l="l" r="r" t="t"/>
                    <a:pathLst>
                      <a:path extrusionOk="0" fill="none" h="28846" w="26010">
                        <a:moveTo>
                          <a:pt x="26009" y="20743"/>
                        </a:moveTo>
                        <a:lnTo>
                          <a:pt x="24980" y="6322"/>
                        </a:lnTo>
                        <a:lnTo>
                          <a:pt x="11976" y="1"/>
                        </a:lnTo>
                        <a:lnTo>
                          <a:pt x="0" y="8103"/>
                        </a:lnTo>
                        <a:lnTo>
                          <a:pt x="1029" y="22525"/>
                        </a:lnTo>
                        <a:lnTo>
                          <a:pt x="14033" y="28846"/>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4" name="Google Shape;504;p11"/>
                  <p:cNvSpPr/>
                  <p:nvPr/>
                </p:nvSpPr>
                <p:spPr>
                  <a:xfrm rot="157512">
                    <a:off x="4140535" y="2170703"/>
                    <a:ext cx="650217" cy="721089"/>
                  </a:xfrm>
                  <a:custGeom>
                    <a:rect b="b" l="l" r="r" t="t"/>
                    <a:pathLst>
                      <a:path extrusionOk="0" fill="none" h="28845" w="26010">
                        <a:moveTo>
                          <a:pt x="26009" y="20743"/>
                        </a:moveTo>
                        <a:lnTo>
                          <a:pt x="24980" y="6321"/>
                        </a:lnTo>
                        <a:lnTo>
                          <a:pt x="11977" y="0"/>
                        </a:lnTo>
                        <a:lnTo>
                          <a:pt x="1" y="8102"/>
                        </a:lnTo>
                        <a:lnTo>
                          <a:pt x="1028" y="22524"/>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5" name="Google Shape;505;p11"/>
                  <p:cNvSpPr/>
                  <p:nvPr/>
                </p:nvSpPr>
                <p:spPr>
                  <a:xfrm rot="157512">
                    <a:off x="4766419" y="2154848"/>
                    <a:ext cx="650192" cy="721089"/>
                  </a:xfrm>
                  <a:custGeom>
                    <a:rect b="b" l="l" r="r" t="t"/>
                    <a:pathLst>
                      <a:path extrusionOk="0" fill="none" h="28845" w="26009">
                        <a:moveTo>
                          <a:pt x="26009" y="20743"/>
                        </a:moveTo>
                        <a:lnTo>
                          <a:pt x="24980" y="6321"/>
                        </a:lnTo>
                        <a:lnTo>
                          <a:pt x="11977" y="1"/>
                        </a:lnTo>
                        <a:lnTo>
                          <a:pt x="0" y="8102"/>
                        </a:lnTo>
                        <a:lnTo>
                          <a:pt x="1029" y="22524"/>
                        </a:lnTo>
                        <a:lnTo>
                          <a:pt x="14034"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6" name="Google Shape;506;p11"/>
                  <p:cNvSpPr/>
                  <p:nvPr/>
                </p:nvSpPr>
                <p:spPr>
                  <a:xfrm rot="157512">
                    <a:off x="5392303" y="2138993"/>
                    <a:ext cx="650192" cy="721089"/>
                  </a:xfrm>
                  <a:custGeom>
                    <a:rect b="b" l="l" r="r" t="t"/>
                    <a:pathLst>
                      <a:path extrusionOk="0" fill="none" h="28845" w="26009">
                        <a:moveTo>
                          <a:pt x="26009" y="20743"/>
                        </a:moveTo>
                        <a:lnTo>
                          <a:pt x="24981" y="6321"/>
                        </a:lnTo>
                        <a:lnTo>
                          <a:pt x="11976" y="0"/>
                        </a:lnTo>
                        <a:lnTo>
                          <a:pt x="0" y="8102"/>
                        </a:lnTo>
                        <a:lnTo>
                          <a:pt x="1029" y="22524"/>
                        </a:lnTo>
                        <a:lnTo>
                          <a:pt x="14033" y="28844"/>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7" name="Google Shape;507;p11"/>
                  <p:cNvSpPr/>
                  <p:nvPr/>
                </p:nvSpPr>
                <p:spPr>
                  <a:xfrm rot="157512">
                    <a:off x="6018188" y="2123139"/>
                    <a:ext cx="650192" cy="721089"/>
                  </a:xfrm>
                  <a:custGeom>
                    <a:rect b="b" l="l" r="r" t="t"/>
                    <a:pathLst>
                      <a:path extrusionOk="0" fill="none" h="28845" w="26009">
                        <a:moveTo>
                          <a:pt x="26008" y="20743"/>
                        </a:moveTo>
                        <a:lnTo>
                          <a:pt x="24981" y="6321"/>
                        </a:lnTo>
                        <a:lnTo>
                          <a:pt x="11976" y="0"/>
                        </a:lnTo>
                        <a:lnTo>
                          <a:pt x="1" y="8102"/>
                        </a:lnTo>
                        <a:lnTo>
                          <a:pt x="1029" y="22524"/>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8" name="Google Shape;508;p11"/>
                  <p:cNvSpPr/>
                  <p:nvPr/>
                </p:nvSpPr>
                <p:spPr>
                  <a:xfrm rot="157512">
                    <a:off x="6644073" y="2107259"/>
                    <a:ext cx="650192" cy="721114"/>
                  </a:xfrm>
                  <a:custGeom>
                    <a:rect b="b" l="l" r="r" t="t"/>
                    <a:pathLst>
                      <a:path extrusionOk="0" fill="none" h="28846" w="26009">
                        <a:moveTo>
                          <a:pt x="26008" y="20743"/>
                        </a:moveTo>
                        <a:lnTo>
                          <a:pt x="24980" y="6321"/>
                        </a:lnTo>
                        <a:lnTo>
                          <a:pt x="11976" y="1"/>
                        </a:lnTo>
                        <a:lnTo>
                          <a:pt x="1" y="8103"/>
                        </a:lnTo>
                        <a:lnTo>
                          <a:pt x="1028" y="22525"/>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9" name="Google Shape;509;p11"/>
                  <p:cNvSpPr/>
                  <p:nvPr/>
                </p:nvSpPr>
                <p:spPr>
                  <a:xfrm rot="157512">
                    <a:off x="7269957" y="2091430"/>
                    <a:ext cx="650192" cy="721064"/>
                  </a:xfrm>
                  <a:custGeom>
                    <a:rect b="b" l="l" r="r" t="t"/>
                    <a:pathLst>
                      <a:path extrusionOk="0" fill="none" h="28844" w="26009">
                        <a:moveTo>
                          <a:pt x="26009" y="20743"/>
                        </a:moveTo>
                        <a:lnTo>
                          <a:pt x="24980" y="6320"/>
                        </a:lnTo>
                        <a:lnTo>
                          <a:pt x="11976" y="0"/>
                        </a:lnTo>
                        <a:lnTo>
                          <a:pt x="0" y="8101"/>
                        </a:lnTo>
                        <a:lnTo>
                          <a:pt x="1028" y="22523"/>
                        </a:lnTo>
                        <a:lnTo>
                          <a:pt x="14033" y="28844"/>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0" name="Google Shape;510;p11"/>
                  <p:cNvSpPr/>
                  <p:nvPr/>
                </p:nvSpPr>
                <p:spPr>
                  <a:xfrm rot="157512">
                    <a:off x="7895842" y="2075550"/>
                    <a:ext cx="650192" cy="721089"/>
                  </a:xfrm>
                  <a:custGeom>
                    <a:rect b="b" l="l" r="r" t="t"/>
                    <a:pathLst>
                      <a:path extrusionOk="0" fill="none" h="28845" w="26009">
                        <a:moveTo>
                          <a:pt x="26009" y="20743"/>
                        </a:moveTo>
                        <a:lnTo>
                          <a:pt x="24980" y="6322"/>
                        </a:lnTo>
                        <a:lnTo>
                          <a:pt x="11976" y="1"/>
                        </a:lnTo>
                        <a:lnTo>
                          <a:pt x="0" y="8102"/>
                        </a:lnTo>
                        <a:lnTo>
                          <a:pt x="1029" y="22525"/>
                        </a:lnTo>
                        <a:lnTo>
                          <a:pt x="14032"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1" name="Google Shape;511;p11"/>
                  <p:cNvSpPr/>
                  <p:nvPr/>
                </p:nvSpPr>
                <p:spPr>
                  <a:xfrm rot="157512">
                    <a:off x="3841337" y="2720667"/>
                    <a:ext cx="650192" cy="721114"/>
                  </a:xfrm>
                  <a:custGeom>
                    <a:rect b="b" l="l" r="r" t="t"/>
                    <a:pathLst>
                      <a:path extrusionOk="0" fill="none" h="28846" w="26009">
                        <a:moveTo>
                          <a:pt x="26009" y="20743"/>
                        </a:moveTo>
                        <a:lnTo>
                          <a:pt x="24980" y="6321"/>
                        </a:lnTo>
                        <a:lnTo>
                          <a:pt x="11975" y="0"/>
                        </a:lnTo>
                        <a:lnTo>
                          <a:pt x="0" y="8102"/>
                        </a:lnTo>
                        <a:lnTo>
                          <a:pt x="1029" y="22524"/>
                        </a:lnTo>
                        <a:lnTo>
                          <a:pt x="14032"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2" name="Google Shape;512;p11"/>
                  <p:cNvSpPr/>
                  <p:nvPr/>
                </p:nvSpPr>
                <p:spPr>
                  <a:xfrm rot="157512">
                    <a:off x="4467198" y="2704787"/>
                    <a:ext cx="650217" cy="721114"/>
                  </a:xfrm>
                  <a:custGeom>
                    <a:rect b="b" l="l" r="r" t="t"/>
                    <a:pathLst>
                      <a:path extrusionOk="0" fill="none" h="28846" w="26010">
                        <a:moveTo>
                          <a:pt x="26010" y="20743"/>
                        </a:moveTo>
                        <a:lnTo>
                          <a:pt x="24982" y="6322"/>
                        </a:lnTo>
                        <a:lnTo>
                          <a:pt x="11977" y="1"/>
                        </a:lnTo>
                        <a:lnTo>
                          <a:pt x="1" y="8103"/>
                        </a:lnTo>
                        <a:lnTo>
                          <a:pt x="1030" y="22525"/>
                        </a:lnTo>
                        <a:lnTo>
                          <a:pt x="14033" y="28846"/>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3" name="Google Shape;513;p11"/>
                  <p:cNvSpPr/>
                  <p:nvPr/>
                </p:nvSpPr>
                <p:spPr>
                  <a:xfrm rot="157512">
                    <a:off x="5093107" y="2688958"/>
                    <a:ext cx="650192" cy="721089"/>
                  </a:xfrm>
                  <a:custGeom>
                    <a:rect b="b" l="l" r="r" t="t"/>
                    <a:pathLst>
                      <a:path extrusionOk="0" fill="none" h="28845" w="26009">
                        <a:moveTo>
                          <a:pt x="26008" y="20743"/>
                        </a:moveTo>
                        <a:lnTo>
                          <a:pt x="24980" y="6320"/>
                        </a:lnTo>
                        <a:lnTo>
                          <a:pt x="11976" y="0"/>
                        </a:lnTo>
                        <a:lnTo>
                          <a:pt x="1" y="8102"/>
                        </a:lnTo>
                        <a:lnTo>
                          <a:pt x="1029" y="22523"/>
                        </a:lnTo>
                        <a:lnTo>
                          <a:pt x="14033" y="28844"/>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4" name="Google Shape;514;p11"/>
                  <p:cNvSpPr/>
                  <p:nvPr/>
                </p:nvSpPr>
                <p:spPr>
                  <a:xfrm rot="157512">
                    <a:off x="5718992" y="2673103"/>
                    <a:ext cx="650192" cy="721064"/>
                  </a:xfrm>
                  <a:custGeom>
                    <a:rect b="b" l="l" r="r" t="t"/>
                    <a:pathLst>
                      <a:path extrusionOk="0" fill="none" h="28844" w="26009">
                        <a:moveTo>
                          <a:pt x="26008" y="20743"/>
                        </a:moveTo>
                        <a:lnTo>
                          <a:pt x="24980" y="6321"/>
                        </a:lnTo>
                        <a:lnTo>
                          <a:pt x="11976" y="0"/>
                        </a:lnTo>
                        <a:lnTo>
                          <a:pt x="0" y="8101"/>
                        </a:lnTo>
                        <a:lnTo>
                          <a:pt x="1028" y="22524"/>
                        </a:lnTo>
                        <a:lnTo>
                          <a:pt x="14033" y="28844"/>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5" name="Google Shape;515;p11"/>
                  <p:cNvSpPr/>
                  <p:nvPr/>
                </p:nvSpPr>
                <p:spPr>
                  <a:xfrm rot="157512">
                    <a:off x="6344876" y="2657223"/>
                    <a:ext cx="650167" cy="721114"/>
                  </a:xfrm>
                  <a:custGeom>
                    <a:rect b="b" l="l" r="r" t="t"/>
                    <a:pathLst>
                      <a:path extrusionOk="0" fill="none" h="28846" w="26008">
                        <a:moveTo>
                          <a:pt x="26008" y="20743"/>
                        </a:moveTo>
                        <a:lnTo>
                          <a:pt x="24980" y="6321"/>
                        </a:lnTo>
                        <a:lnTo>
                          <a:pt x="11975" y="1"/>
                        </a:lnTo>
                        <a:lnTo>
                          <a:pt x="0" y="8103"/>
                        </a:lnTo>
                        <a:lnTo>
                          <a:pt x="1028" y="22525"/>
                        </a:lnTo>
                        <a:lnTo>
                          <a:pt x="14032"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6" name="Google Shape;516;p11"/>
                  <p:cNvSpPr/>
                  <p:nvPr/>
                </p:nvSpPr>
                <p:spPr>
                  <a:xfrm rot="157512">
                    <a:off x="6970736" y="2641369"/>
                    <a:ext cx="650217" cy="721114"/>
                  </a:xfrm>
                  <a:custGeom>
                    <a:rect b="b" l="l" r="r" t="t"/>
                    <a:pathLst>
                      <a:path extrusionOk="0" fill="none" h="28846" w="26010">
                        <a:moveTo>
                          <a:pt x="26010" y="20743"/>
                        </a:moveTo>
                        <a:lnTo>
                          <a:pt x="24981" y="6321"/>
                        </a:lnTo>
                        <a:lnTo>
                          <a:pt x="11976" y="0"/>
                        </a:lnTo>
                        <a:lnTo>
                          <a:pt x="1" y="8102"/>
                        </a:lnTo>
                        <a:lnTo>
                          <a:pt x="1029" y="22524"/>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7" name="Google Shape;517;p11"/>
                  <p:cNvSpPr/>
                  <p:nvPr/>
                </p:nvSpPr>
                <p:spPr>
                  <a:xfrm rot="157512">
                    <a:off x="4168001" y="3254751"/>
                    <a:ext cx="650217" cy="721114"/>
                  </a:xfrm>
                  <a:custGeom>
                    <a:rect b="b" l="l" r="r" t="t"/>
                    <a:pathLst>
                      <a:path extrusionOk="0" fill="none" h="28846" w="26010">
                        <a:moveTo>
                          <a:pt x="26009" y="20744"/>
                        </a:moveTo>
                        <a:lnTo>
                          <a:pt x="24980" y="6322"/>
                        </a:lnTo>
                        <a:lnTo>
                          <a:pt x="11977" y="1"/>
                        </a:lnTo>
                        <a:lnTo>
                          <a:pt x="0" y="8103"/>
                        </a:lnTo>
                        <a:lnTo>
                          <a:pt x="1029" y="22525"/>
                        </a:lnTo>
                        <a:lnTo>
                          <a:pt x="14034" y="28846"/>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8" name="Google Shape;518;p11"/>
                  <p:cNvSpPr/>
                  <p:nvPr/>
                </p:nvSpPr>
                <p:spPr>
                  <a:xfrm rot="157512">
                    <a:off x="4793885" y="3238896"/>
                    <a:ext cx="650192" cy="721114"/>
                  </a:xfrm>
                  <a:custGeom>
                    <a:rect b="b" l="l" r="r" t="t"/>
                    <a:pathLst>
                      <a:path extrusionOk="0" fill="none" h="28846" w="26009">
                        <a:moveTo>
                          <a:pt x="26009" y="20743"/>
                        </a:moveTo>
                        <a:lnTo>
                          <a:pt x="24981" y="6321"/>
                        </a:lnTo>
                        <a:lnTo>
                          <a:pt x="11977" y="0"/>
                        </a:lnTo>
                        <a:lnTo>
                          <a:pt x="0" y="8103"/>
                        </a:lnTo>
                        <a:lnTo>
                          <a:pt x="1029" y="22525"/>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9" name="Google Shape;519;p11"/>
                  <p:cNvSpPr/>
                  <p:nvPr/>
                </p:nvSpPr>
                <p:spPr>
                  <a:xfrm rot="157512">
                    <a:off x="5419770" y="3223067"/>
                    <a:ext cx="650192" cy="721064"/>
                  </a:xfrm>
                  <a:custGeom>
                    <a:rect b="b" l="l" r="r" t="t"/>
                    <a:pathLst>
                      <a:path extrusionOk="0" fill="none" h="28844" w="26009">
                        <a:moveTo>
                          <a:pt x="26009" y="20743"/>
                        </a:moveTo>
                        <a:lnTo>
                          <a:pt x="24981" y="6320"/>
                        </a:lnTo>
                        <a:lnTo>
                          <a:pt x="11976" y="0"/>
                        </a:lnTo>
                        <a:lnTo>
                          <a:pt x="1" y="8101"/>
                        </a:lnTo>
                        <a:lnTo>
                          <a:pt x="1029" y="22523"/>
                        </a:lnTo>
                        <a:lnTo>
                          <a:pt x="14033" y="28844"/>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0" name="Google Shape;520;p11"/>
                  <p:cNvSpPr/>
                  <p:nvPr/>
                </p:nvSpPr>
                <p:spPr>
                  <a:xfrm rot="157512">
                    <a:off x="6045654" y="3207187"/>
                    <a:ext cx="650192" cy="721114"/>
                  </a:xfrm>
                  <a:custGeom>
                    <a:rect b="b" l="l" r="r" t="t"/>
                    <a:pathLst>
                      <a:path extrusionOk="0" fill="none" h="28846" w="26009">
                        <a:moveTo>
                          <a:pt x="26008" y="20743"/>
                        </a:moveTo>
                        <a:lnTo>
                          <a:pt x="24980" y="6321"/>
                        </a:lnTo>
                        <a:lnTo>
                          <a:pt x="11976" y="1"/>
                        </a:lnTo>
                        <a:lnTo>
                          <a:pt x="1" y="8102"/>
                        </a:lnTo>
                        <a:lnTo>
                          <a:pt x="1029" y="22525"/>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1" name="Google Shape;521;p11"/>
                  <p:cNvSpPr/>
                  <p:nvPr/>
                </p:nvSpPr>
                <p:spPr>
                  <a:xfrm rot="157512">
                    <a:off x="3868779" y="3804714"/>
                    <a:ext cx="650217" cy="721114"/>
                  </a:xfrm>
                  <a:custGeom>
                    <a:rect b="b" l="l" r="r" t="t"/>
                    <a:pathLst>
                      <a:path extrusionOk="0" fill="none" h="28846" w="26010">
                        <a:moveTo>
                          <a:pt x="26010" y="20744"/>
                        </a:moveTo>
                        <a:lnTo>
                          <a:pt x="24982" y="6322"/>
                        </a:lnTo>
                        <a:lnTo>
                          <a:pt x="11977" y="1"/>
                        </a:lnTo>
                        <a:lnTo>
                          <a:pt x="1" y="8102"/>
                        </a:lnTo>
                        <a:lnTo>
                          <a:pt x="1030" y="22525"/>
                        </a:lnTo>
                        <a:lnTo>
                          <a:pt x="14034" y="28846"/>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2" name="Google Shape;522;p11"/>
                  <p:cNvSpPr/>
                  <p:nvPr/>
                </p:nvSpPr>
                <p:spPr>
                  <a:xfrm rot="157512">
                    <a:off x="4494689" y="3788860"/>
                    <a:ext cx="650192" cy="721114"/>
                  </a:xfrm>
                  <a:custGeom>
                    <a:rect b="b" l="l" r="r" t="t"/>
                    <a:pathLst>
                      <a:path extrusionOk="0" fill="none" h="28846" w="26009">
                        <a:moveTo>
                          <a:pt x="26008" y="20743"/>
                        </a:moveTo>
                        <a:lnTo>
                          <a:pt x="24980" y="6321"/>
                        </a:lnTo>
                        <a:lnTo>
                          <a:pt x="11976" y="1"/>
                        </a:lnTo>
                        <a:lnTo>
                          <a:pt x="1" y="8103"/>
                        </a:lnTo>
                        <a:lnTo>
                          <a:pt x="1029" y="22525"/>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3" name="Google Shape;523;p11"/>
                  <p:cNvSpPr/>
                  <p:nvPr/>
                </p:nvSpPr>
                <p:spPr>
                  <a:xfrm rot="157512">
                    <a:off x="5120574" y="3773006"/>
                    <a:ext cx="650192" cy="721089"/>
                  </a:xfrm>
                  <a:custGeom>
                    <a:rect b="b" l="l" r="r" t="t"/>
                    <a:pathLst>
                      <a:path extrusionOk="0" fill="none" h="28845" w="26009">
                        <a:moveTo>
                          <a:pt x="26008" y="20744"/>
                        </a:moveTo>
                        <a:lnTo>
                          <a:pt x="24980" y="6321"/>
                        </a:lnTo>
                        <a:lnTo>
                          <a:pt x="11976" y="0"/>
                        </a:lnTo>
                        <a:lnTo>
                          <a:pt x="0" y="8102"/>
                        </a:lnTo>
                        <a:lnTo>
                          <a:pt x="1028" y="22524"/>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24" name="Google Shape;524;p11"/>
                <p:cNvSpPr/>
                <p:nvPr/>
              </p:nvSpPr>
              <p:spPr>
                <a:xfrm rot="157512">
                  <a:off x="6228998" y="4446717"/>
                  <a:ext cx="57072" cy="57047"/>
                </a:xfrm>
                <a:custGeom>
                  <a:rect b="b" l="l" r="r" t="t"/>
                  <a:pathLst>
                    <a:path extrusionOk="0" h="2282" w="2283">
                      <a:moveTo>
                        <a:pt x="1142" y="0"/>
                      </a:moveTo>
                      <a:cubicBezTo>
                        <a:pt x="512" y="0"/>
                        <a:pt x="1" y="511"/>
                        <a:pt x="1" y="1141"/>
                      </a:cubicBezTo>
                      <a:cubicBezTo>
                        <a:pt x="1" y="1771"/>
                        <a:pt x="512" y="2281"/>
                        <a:pt x="1142" y="2281"/>
                      </a:cubicBezTo>
                      <a:cubicBezTo>
                        <a:pt x="1772" y="2281"/>
                        <a:pt x="2283" y="1772"/>
                        <a:pt x="2283" y="1141"/>
                      </a:cubicBezTo>
                      <a:cubicBezTo>
                        <a:pt x="2283" y="511"/>
                        <a:pt x="1772" y="0"/>
                        <a:pt x="114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5" name="Google Shape;525;p11"/>
                <p:cNvSpPr/>
                <p:nvPr/>
              </p:nvSpPr>
              <p:spPr>
                <a:xfrm rot="157512">
                  <a:off x="9351770" y="4005108"/>
                  <a:ext cx="57047" cy="57072"/>
                </a:xfrm>
                <a:custGeom>
                  <a:rect b="b" l="l" r="r" t="t"/>
                  <a:pathLst>
                    <a:path extrusionOk="0" h="2283" w="2282">
                      <a:moveTo>
                        <a:pt x="1141" y="0"/>
                      </a:moveTo>
                      <a:cubicBezTo>
                        <a:pt x="511" y="0"/>
                        <a:pt x="0" y="511"/>
                        <a:pt x="0" y="1141"/>
                      </a:cubicBezTo>
                      <a:cubicBezTo>
                        <a:pt x="0" y="1772"/>
                        <a:pt x="511" y="2282"/>
                        <a:pt x="1141" y="2282"/>
                      </a:cubicBezTo>
                      <a:cubicBezTo>
                        <a:pt x="1771" y="2282"/>
                        <a:pt x="2281" y="1772"/>
                        <a:pt x="2281" y="1141"/>
                      </a:cubicBezTo>
                      <a:cubicBezTo>
                        <a:pt x="2281" y="511"/>
                        <a:pt x="1771" y="0"/>
                        <a:pt x="114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6" name="Google Shape;526;p11"/>
                <p:cNvSpPr/>
                <p:nvPr/>
              </p:nvSpPr>
              <p:spPr>
                <a:xfrm rot="157512">
                  <a:off x="8403706" y="3847890"/>
                  <a:ext cx="57072" cy="57047"/>
                </a:xfrm>
                <a:custGeom>
                  <a:rect b="b" l="l" r="r" t="t"/>
                  <a:pathLst>
                    <a:path extrusionOk="0" h="2282" w="2283">
                      <a:moveTo>
                        <a:pt x="1141" y="1"/>
                      </a:moveTo>
                      <a:cubicBezTo>
                        <a:pt x="511" y="1"/>
                        <a:pt x="0" y="511"/>
                        <a:pt x="0" y="1141"/>
                      </a:cubicBezTo>
                      <a:cubicBezTo>
                        <a:pt x="0" y="1771"/>
                        <a:pt x="511" y="2282"/>
                        <a:pt x="1141" y="2282"/>
                      </a:cubicBezTo>
                      <a:cubicBezTo>
                        <a:pt x="1771" y="2282"/>
                        <a:pt x="2282" y="1771"/>
                        <a:pt x="2282" y="1141"/>
                      </a:cubicBezTo>
                      <a:cubicBezTo>
                        <a:pt x="2282" y="511"/>
                        <a:pt x="1771" y="1"/>
                        <a:pt x="114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7" name="Google Shape;527;p11"/>
                <p:cNvSpPr/>
                <p:nvPr/>
              </p:nvSpPr>
              <p:spPr>
                <a:xfrm rot="157512">
                  <a:off x="8124633" y="5115580"/>
                  <a:ext cx="57047" cy="57047"/>
                </a:xfrm>
                <a:custGeom>
                  <a:rect b="b" l="l" r="r" t="t"/>
                  <a:pathLst>
                    <a:path extrusionOk="0" h="2282" w="2282">
                      <a:moveTo>
                        <a:pt x="1140" y="0"/>
                      </a:moveTo>
                      <a:cubicBezTo>
                        <a:pt x="511" y="0"/>
                        <a:pt x="0" y="511"/>
                        <a:pt x="0" y="1141"/>
                      </a:cubicBezTo>
                      <a:cubicBezTo>
                        <a:pt x="0" y="1771"/>
                        <a:pt x="510" y="2281"/>
                        <a:pt x="1140" y="2281"/>
                      </a:cubicBezTo>
                      <a:cubicBezTo>
                        <a:pt x="1771" y="2281"/>
                        <a:pt x="2281" y="1771"/>
                        <a:pt x="2281" y="1141"/>
                      </a:cubicBezTo>
                      <a:cubicBezTo>
                        <a:pt x="2281" y="511"/>
                        <a:pt x="1771" y="0"/>
                        <a:pt x="114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8" name="Google Shape;528;p11"/>
                <p:cNvSpPr/>
                <p:nvPr/>
              </p:nvSpPr>
              <p:spPr>
                <a:xfrm rot="157512">
                  <a:off x="6574005" y="5703526"/>
                  <a:ext cx="57072" cy="57047"/>
                </a:xfrm>
                <a:custGeom>
                  <a:rect b="b" l="l" r="r" t="t"/>
                  <a:pathLst>
                    <a:path extrusionOk="0" h="2282" w="2283">
                      <a:moveTo>
                        <a:pt x="1141" y="1"/>
                      </a:moveTo>
                      <a:cubicBezTo>
                        <a:pt x="511" y="1"/>
                        <a:pt x="0" y="511"/>
                        <a:pt x="0" y="1141"/>
                      </a:cubicBezTo>
                      <a:cubicBezTo>
                        <a:pt x="0" y="1771"/>
                        <a:pt x="511" y="2282"/>
                        <a:pt x="1141" y="2282"/>
                      </a:cubicBezTo>
                      <a:cubicBezTo>
                        <a:pt x="1771" y="2282"/>
                        <a:pt x="2282" y="1771"/>
                        <a:pt x="2282" y="1141"/>
                      </a:cubicBezTo>
                      <a:cubicBezTo>
                        <a:pt x="2282" y="511"/>
                        <a:pt x="1771" y="1"/>
                        <a:pt x="114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9" name="Google Shape;529;p11"/>
                <p:cNvSpPr/>
                <p:nvPr/>
              </p:nvSpPr>
              <p:spPr>
                <a:xfrm rot="157512">
                  <a:off x="5957267" y="6080755"/>
                  <a:ext cx="57072" cy="57047"/>
                </a:xfrm>
                <a:custGeom>
                  <a:rect b="b" l="l" r="r" t="t"/>
                  <a:pathLst>
                    <a:path extrusionOk="0" h="2282" w="2283">
                      <a:moveTo>
                        <a:pt x="1141" y="0"/>
                      </a:moveTo>
                      <a:cubicBezTo>
                        <a:pt x="511" y="0"/>
                        <a:pt x="0" y="510"/>
                        <a:pt x="0" y="1140"/>
                      </a:cubicBezTo>
                      <a:cubicBezTo>
                        <a:pt x="0" y="1770"/>
                        <a:pt x="511" y="2281"/>
                        <a:pt x="1141" y="2281"/>
                      </a:cubicBezTo>
                      <a:cubicBezTo>
                        <a:pt x="1771" y="2281"/>
                        <a:pt x="2282" y="1770"/>
                        <a:pt x="2282" y="1140"/>
                      </a:cubicBezTo>
                      <a:cubicBezTo>
                        <a:pt x="2282" y="510"/>
                        <a:pt x="1771" y="0"/>
                        <a:pt x="114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0" name="Google Shape;530;p11"/>
                <p:cNvSpPr/>
                <p:nvPr/>
              </p:nvSpPr>
              <p:spPr>
                <a:xfrm rot="157512">
                  <a:off x="5929801" y="4996682"/>
                  <a:ext cx="57072" cy="57047"/>
                </a:xfrm>
                <a:custGeom>
                  <a:rect b="b" l="l" r="r" t="t"/>
                  <a:pathLst>
                    <a:path extrusionOk="0" h="2282" w="2283">
                      <a:moveTo>
                        <a:pt x="1142" y="0"/>
                      </a:moveTo>
                      <a:cubicBezTo>
                        <a:pt x="511" y="0"/>
                        <a:pt x="1" y="510"/>
                        <a:pt x="1" y="1140"/>
                      </a:cubicBezTo>
                      <a:cubicBezTo>
                        <a:pt x="1" y="1771"/>
                        <a:pt x="511" y="2281"/>
                        <a:pt x="1142" y="2281"/>
                      </a:cubicBezTo>
                      <a:cubicBezTo>
                        <a:pt x="1772" y="2281"/>
                        <a:pt x="2283" y="1771"/>
                        <a:pt x="2283" y="1140"/>
                      </a:cubicBezTo>
                      <a:cubicBezTo>
                        <a:pt x="2283" y="510"/>
                        <a:pt x="1772" y="0"/>
                        <a:pt x="114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1" name="Google Shape;531;p11"/>
                <p:cNvSpPr/>
                <p:nvPr/>
              </p:nvSpPr>
              <p:spPr>
                <a:xfrm rot="157512">
                  <a:off x="9015730" y="3465389"/>
                  <a:ext cx="57047" cy="57072"/>
                </a:xfrm>
                <a:custGeom>
                  <a:rect b="b" l="l" r="r" t="t"/>
                  <a:pathLst>
                    <a:path extrusionOk="0" h="2283" w="2282">
                      <a:moveTo>
                        <a:pt x="1142" y="0"/>
                      </a:moveTo>
                      <a:cubicBezTo>
                        <a:pt x="512" y="0"/>
                        <a:pt x="1" y="511"/>
                        <a:pt x="1" y="1141"/>
                      </a:cubicBezTo>
                      <a:cubicBezTo>
                        <a:pt x="1" y="1771"/>
                        <a:pt x="512" y="2282"/>
                        <a:pt x="1142" y="2282"/>
                      </a:cubicBezTo>
                      <a:cubicBezTo>
                        <a:pt x="1771" y="2282"/>
                        <a:pt x="2282" y="1771"/>
                        <a:pt x="2282" y="1141"/>
                      </a:cubicBezTo>
                      <a:cubicBezTo>
                        <a:pt x="2282" y="511"/>
                        <a:pt x="1771" y="0"/>
                        <a:pt x="114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532" name="Google Shape;532;p11"/>
            <p:cNvSpPr/>
            <p:nvPr/>
          </p:nvSpPr>
          <p:spPr>
            <a:xfrm rot="157512">
              <a:off x="8799542" y="3225845"/>
              <a:ext cx="57022" cy="57072"/>
            </a:xfrm>
            <a:custGeom>
              <a:rect b="b" l="l" r="r" t="t"/>
              <a:pathLst>
                <a:path extrusionOk="0" h="2283" w="2281">
                  <a:moveTo>
                    <a:pt x="1141" y="1"/>
                  </a:moveTo>
                  <a:cubicBezTo>
                    <a:pt x="511" y="1"/>
                    <a:pt x="0" y="512"/>
                    <a:pt x="0" y="1142"/>
                  </a:cubicBezTo>
                  <a:cubicBezTo>
                    <a:pt x="0" y="1772"/>
                    <a:pt x="511" y="2283"/>
                    <a:pt x="1141" y="2283"/>
                  </a:cubicBezTo>
                  <a:cubicBezTo>
                    <a:pt x="1771" y="2283"/>
                    <a:pt x="2281" y="1772"/>
                    <a:pt x="2281" y="1142"/>
                  </a:cubicBezTo>
                  <a:cubicBezTo>
                    <a:pt x="2281" y="512"/>
                    <a:pt x="1771" y="1"/>
                    <a:pt x="114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3" name="Google Shape;533;p11"/>
            <p:cNvSpPr/>
            <p:nvPr/>
          </p:nvSpPr>
          <p:spPr>
            <a:xfrm rot="157512">
              <a:off x="5710335" y="4761896"/>
              <a:ext cx="57072" cy="57072"/>
            </a:xfrm>
            <a:custGeom>
              <a:rect b="b" l="l" r="r" t="t"/>
              <a:pathLst>
                <a:path extrusionOk="0" h="2283" w="2283">
                  <a:moveTo>
                    <a:pt x="1141" y="1"/>
                  </a:moveTo>
                  <a:cubicBezTo>
                    <a:pt x="511" y="1"/>
                    <a:pt x="0" y="511"/>
                    <a:pt x="0" y="1142"/>
                  </a:cubicBezTo>
                  <a:cubicBezTo>
                    <a:pt x="0" y="1772"/>
                    <a:pt x="511" y="2283"/>
                    <a:pt x="1141" y="2283"/>
                  </a:cubicBezTo>
                  <a:cubicBezTo>
                    <a:pt x="1771" y="2283"/>
                    <a:pt x="2282" y="1772"/>
                    <a:pt x="2282" y="1142"/>
                  </a:cubicBezTo>
                  <a:cubicBezTo>
                    <a:pt x="2282" y="511"/>
                    <a:pt x="1771" y="1"/>
                    <a:pt x="114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4" name="Google Shape;534;p11"/>
            <p:cNvSpPr/>
            <p:nvPr/>
          </p:nvSpPr>
          <p:spPr>
            <a:xfrm rot="157512">
              <a:off x="7885492" y="4168682"/>
              <a:ext cx="57047" cy="57047"/>
            </a:xfrm>
            <a:custGeom>
              <a:rect b="b" l="l" r="r" t="t"/>
              <a:pathLst>
                <a:path extrusionOk="0" h="2282" w="2282">
                  <a:moveTo>
                    <a:pt x="1141" y="0"/>
                  </a:moveTo>
                  <a:cubicBezTo>
                    <a:pt x="511" y="0"/>
                    <a:pt x="0" y="511"/>
                    <a:pt x="0" y="1141"/>
                  </a:cubicBezTo>
                  <a:cubicBezTo>
                    <a:pt x="0" y="1770"/>
                    <a:pt x="511" y="2281"/>
                    <a:pt x="1141" y="2281"/>
                  </a:cubicBezTo>
                  <a:cubicBezTo>
                    <a:pt x="1772" y="2281"/>
                    <a:pt x="2281" y="1770"/>
                    <a:pt x="2281" y="1141"/>
                  </a:cubicBezTo>
                  <a:cubicBezTo>
                    <a:pt x="2281" y="511"/>
                    <a:pt x="1772" y="0"/>
                    <a:pt x="114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noFill/>
      </p:bgPr>
    </p:bg>
    <p:spTree>
      <p:nvGrpSpPr>
        <p:cNvPr id="535" name="Shape 535"/>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BLANK_1_1_1_1_1_1">
    <p:spTree>
      <p:nvGrpSpPr>
        <p:cNvPr id="536" name="Shape 536"/>
        <p:cNvGrpSpPr/>
        <p:nvPr/>
      </p:nvGrpSpPr>
      <p:grpSpPr>
        <a:xfrm>
          <a:off x="0" y="0"/>
          <a:ext cx="0" cy="0"/>
          <a:chOff x="0" y="0"/>
          <a:chExt cx="0" cy="0"/>
        </a:xfrm>
      </p:grpSpPr>
      <p:sp>
        <p:nvSpPr>
          <p:cNvPr id="537" name="Google Shape;537;p13"/>
          <p:cNvSpPr txBox="1"/>
          <p:nvPr>
            <p:ph type="title"/>
          </p:nvPr>
        </p:nvSpPr>
        <p:spPr>
          <a:xfrm>
            <a:off x="720000" y="539500"/>
            <a:ext cx="77040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200"/>
              <a:buNone/>
              <a:defRPr/>
            </a:lvl1pPr>
            <a:lvl2pPr lvl="1" rtl="0">
              <a:spcBef>
                <a:spcPts val="0"/>
              </a:spcBef>
              <a:spcAft>
                <a:spcPts val="0"/>
              </a:spcAft>
              <a:buSzPts val="3200"/>
              <a:buNone/>
              <a:defRPr/>
            </a:lvl2pPr>
            <a:lvl3pPr lvl="2" rtl="0">
              <a:spcBef>
                <a:spcPts val="0"/>
              </a:spcBef>
              <a:spcAft>
                <a:spcPts val="0"/>
              </a:spcAft>
              <a:buSzPts val="3200"/>
              <a:buNone/>
              <a:defRPr/>
            </a:lvl3pPr>
            <a:lvl4pPr lvl="3" rtl="0">
              <a:spcBef>
                <a:spcPts val="0"/>
              </a:spcBef>
              <a:spcAft>
                <a:spcPts val="0"/>
              </a:spcAft>
              <a:buSzPts val="3200"/>
              <a:buNone/>
              <a:defRPr/>
            </a:lvl4pPr>
            <a:lvl5pPr lvl="4" rtl="0">
              <a:spcBef>
                <a:spcPts val="0"/>
              </a:spcBef>
              <a:spcAft>
                <a:spcPts val="0"/>
              </a:spcAft>
              <a:buSzPts val="3200"/>
              <a:buNone/>
              <a:defRPr/>
            </a:lvl5pPr>
            <a:lvl6pPr lvl="5" rtl="0">
              <a:spcBef>
                <a:spcPts val="0"/>
              </a:spcBef>
              <a:spcAft>
                <a:spcPts val="0"/>
              </a:spcAft>
              <a:buSzPts val="3200"/>
              <a:buNone/>
              <a:defRPr/>
            </a:lvl6pPr>
            <a:lvl7pPr lvl="6" rtl="0">
              <a:spcBef>
                <a:spcPts val="0"/>
              </a:spcBef>
              <a:spcAft>
                <a:spcPts val="0"/>
              </a:spcAft>
              <a:buSzPts val="3200"/>
              <a:buNone/>
              <a:defRPr/>
            </a:lvl7pPr>
            <a:lvl8pPr lvl="7" rtl="0">
              <a:spcBef>
                <a:spcPts val="0"/>
              </a:spcBef>
              <a:spcAft>
                <a:spcPts val="0"/>
              </a:spcAft>
              <a:buSzPts val="3200"/>
              <a:buNone/>
              <a:defRPr/>
            </a:lvl8pPr>
            <a:lvl9pPr lvl="8" rtl="0">
              <a:spcBef>
                <a:spcPts val="0"/>
              </a:spcBef>
              <a:spcAft>
                <a:spcPts val="0"/>
              </a:spcAft>
              <a:buSzPts val="3200"/>
              <a:buNone/>
              <a:defRPr/>
            </a:lvl9pPr>
          </a:lstStyle>
          <a:p/>
        </p:txBody>
      </p:sp>
      <p:sp>
        <p:nvSpPr>
          <p:cNvPr id="538" name="Google Shape;538;p13"/>
          <p:cNvSpPr txBox="1"/>
          <p:nvPr>
            <p:ph idx="1" type="subTitle"/>
          </p:nvPr>
        </p:nvSpPr>
        <p:spPr>
          <a:xfrm>
            <a:off x="5784713" y="1520950"/>
            <a:ext cx="2468700" cy="4845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539" name="Google Shape;539;p13"/>
          <p:cNvSpPr txBox="1"/>
          <p:nvPr>
            <p:ph hasCustomPrompt="1" idx="2" type="title"/>
          </p:nvPr>
        </p:nvSpPr>
        <p:spPr>
          <a:xfrm>
            <a:off x="890575" y="1520950"/>
            <a:ext cx="976800" cy="4845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540" name="Google Shape;540;p13"/>
          <p:cNvSpPr txBox="1"/>
          <p:nvPr>
            <p:ph idx="3" type="subTitle"/>
          </p:nvPr>
        </p:nvSpPr>
        <p:spPr>
          <a:xfrm>
            <a:off x="1954644" y="1520950"/>
            <a:ext cx="3742800" cy="4845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2400"/>
              <a:buFont typeface="Bebas Neue"/>
              <a:buNone/>
              <a:defRPr sz="2100">
                <a:solidFill>
                  <a:schemeClr val="dk1"/>
                </a:solidFill>
                <a:latin typeface="Montserrat Black"/>
                <a:ea typeface="Montserrat Black"/>
                <a:cs typeface="Montserrat Black"/>
                <a:sym typeface="Montserrat Black"/>
              </a:defRPr>
            </a:lvl1pPr>
            <a:lvl2pPr lvl="1"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541" name="Google Shape;541;p13"/>
          <p:cNvSpPr txBox="1"/>
          <p:nvPr>
            <p:ph idx="4" type="subTitle"/>
          </p:nvPr>
        </p:nvSpPr>
        <p:spPr>
          <a:xfrm>
            <a:off x="5784713" y="2154035"/>
            <a:ext cx="2468700" cy="4845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542" name="Google Shape;542;p13"/>
          <p:cNvSpPr txBox="1"/>
          <p:nvPr>
            <p:ph hasCustomPrompt="1" idx="5" type="title"/>
          </p:nvPr>
        </p:nvSpPr>
        <p:spPr>
          <a:xfrm>
            <a:off x="890575" y="2154035"/>
            <a:ext cx="976800" cy="4845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543" name="Google Shape;543;p13"/>
          <p:cNvSpPr txBox="1"/>
          <p:nvPr>
            <p:ph idx="6" type="subTitle"/>
          </p:nvPr>
        </p:nvSpPr>
        <p:spPr>
          <a:xfrm>
            <a:off x="1954644" y="2154035"/>
            <a:ext cx="3742800" cy="4845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2400"/>
              <a:buFont typeface="Bebas Neue"/>
              <a:buNone/>
              <a:defRPr sz="2100">
                <a:solidFill>
                  <a:schemeClr val="dk1"/>
                </a:solidFill>
                <a:latin typeface="Montserrat Black"/>
                <a:ea typeface="Montserrat Black"/>
                <a:cs typeface="Montserrat Black"/>
                <a:sym typeface="Montserrat Black"/>
              </a:defRPr>
            </a:lvl1pPr>
            <a:lvl2pPr lvl="1"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544" name="Google Shape;544;p13"/>
          <p:cNvSpPr txBox="1"/>
          <p:nvPr>
            <p:ph idx="7" type="subTitle"/>
          </p:nvPr>
        </p:nvSpPr>
        <p:spPr>
          <a:xfrm>
            <a:off x="5784713" y="2787120"/>
            <a:ext cx="2468700" cy="4845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545" name="Google Shape;545;p13"/>
          <p:cNvSpPr txBox="1"/>
          <p:nvPr>
            <p:ph hasCustomPrompt="1" idx="8" type="title"/>
          </p:nvPr>
        </p:nvSpPr>
        <p:spPr>
          <a:xfrm>
            <a:off x="890575" y="2787120"/>
            <a:ext cx="976800" cy="4845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546" name="Google Shape;546;p13"/>
          <p:cNvSpPr txBox="1"/>
          <p:nvPr>
            <p:ph idx="9" type="subTitle"/>
          </p:nvPr>
        </p:nvSpPr>
        <p:spPr>
          <a:xfrm>
            <a:off x="1954644" y="2787120"/>
            <a:ext cx="3742800" cy="4845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2400"/>
              <a:buFont typeface="Bebas Neue"/>
              <a:buNone/>
              <a:defRPr sz="2100">
                <a:solidFill>
                  <a:schemeClr val="dk1"/>
                </a:solidFill>
                <a:latin typeface="Montserrat Black"/>
                <a:ea typeface="Montserrat Black"/>
                <a:cs typeface="Montserrat Black"/>
                <a:sym typeface="Montserrat Black"/>
              </a:defRPr>
            </a:lvl1pPr>
            <a:lvl2pPr lvl="1"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547" name="Google Shape;547;p13"/>
          <p:cNvSpPr txBox="1"/>
          <p:nvPr>
            <p:ph idx="13" type="subTitle"/>
          </p:nvPr>
        </p:nvSpPr>
        <p:spPr>
          <a:xfrm>
            <a:off x="5784713" y="3420205"/>
            <a:ext cx="2468700" cy="4845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548" name="Google Shape;548;p13"/>
          <p:cNvSpPr txBox="1"/>
          <p:nvPr>
            <p:ph hasCustomPrompt="1" idx="14" type="title"/>
          </p:nvPr>
        </p:nvSpPr>
        <p:spPr>
          <a:xfrm>
            <a:off x="890575" y="3420205"/>
            <a:ext cx="976800" cy="4845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549" name="Google Shape;549;p13"/>
          <p:cNvSpPr txBox="1"/>
          <p:nvPr>
            <p:ph idx="15" type="subTitle"/>
          </p:nvPr>
        </p:nvSpPr>
        <p:spPr>
          <a:xfrm>
            <a:off x="1954644" y="3420205"/>
            <a:ext cx="3742800" cy="4845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2400"/>
              <a:buFont typeface="Bebas Neue"/>
              <a:buNone/>
              <a:defRPr sz="2100">
                <a:solidFill>
                  <a:schemeClr val="dk1"/>
                </a:solidFill>
                <a:latin typeface="Montserrat Black"/>
                <a:ea typeface="Montserrat Black"/>
                <a:cs typeface="Montserrat Black"/>
                <a:sym typeface="Montserrat Black"/>
              </a:defRPr>
            </a:lvl1pPr>
            <a:lvl2pPr lvl="1"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550" name="Google Shape;550;p13"/>
          <p:cNvSpPr txBox="1"/>
          <p:nvPr>
            <p:ph idx="16" type="subTitle"/>
          </p:nvPr>
        </p:nvSpPr>
        <p:spPr>
          <a:xfrm>
            <a:off x="5784713" y="4053290"/>
            <a:ext cx="2468700" cy="4845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551" name="Google Shape;551;p13"/>
          <p:cNvSpPr txBox="1"/>
          <p:nvPr>
            <p:ph hasCustomPrompt="1" idx="17" type="title"/>
          </p:nvPr>
        </p:nvSpPr>
        <p:spPr>
          <a:xfrm>
            <a:off x="890575" y="4053290"/>
            <a:ext cx="976800" cy="4845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552" name="Google Shape;552;p13"/>
          <p:cNvSpPr txBox="1"/>
          <p:nvPr>
            <p:ph idx="18" type="subTitle"/>
          </p:nvPr>
        </p:nvSpPr>
        <p:spPr>
          <a:xfrm>
            <a:off x="1954644" y="4053290"/>
            <a:ext cx="3742800" cy="4845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2400"/>
              <a:buFont typeface="Bebas Neue"/>
              <a:buNone/>
              <a:defRPr sz="2100">
                <a:solidFill>
                  <a:schemeClr val="dk1"/>
                </a:solidFill>
                <a:latin typeface="Montserrat Black"/>
                <a:ea typeface="Montserrat Black"/>
                <a:cs typeface="Montserrat Black"/>
                <a:sym typeface="Montserrat Black"/>
              </a:defRPr>
            </a:lvl1pPr>
            <a:lvl2pPr lvl="1"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grpSp>
        <p:nvGrpSpPr>
          <p:cNvPr id="553" name="Google Shape;553;p13"/>
          <p:cNvGrpSpPr/>
          <p:nvPr/>
        </p:nvGrpSpPr>
        <p:grpSpPr>
          <a:xfrm>
            <a:off x="-3773061" y="-978862"/>
            <a:ext cx="5036265" cy="4113315"/>
            <a:chOff x="4780389" y="2513201"/>
            <a:chExt cx="5036265" cy="4113315"/>
          </a:xfrm>
        </p:grpSpPr>
        <p:grpSp>
          <p:nvGrpSpPr>
            <p:cNvPr id="554" name="Google Shape;554;p13"/>
            <p:cNvGrpSpPr/>
            <p:nvPr/>
          </p:nvGrpSpPr>
          <p:grpSpPr>
            <a:xfrm>
              <a:off x="4780389" y="2513201"/>
              <a:ext cx="5036265" cy="4113315"/>
              <a:chOff x="4673664" y="2214101"/>
              <a:chExt cx="5036265" cy="4113315"/>
            </a:xfrm>
          </p:grpSpPr>
          <p:sp>
            <p:nvSpPr>
              <p:cNvPr id="555" name="Google Shape;555;p13"/>
              <p:cNvSpPr/>
              <p:nvPr/>
            </p:nvSpPr>
            <p:spPr>
              <a:xfrm rot="157512">
                <a:off x="9047033" y="4559649"/>
                <a:ext cx="57072" cy="57047"/>
              </a:xfrm>
              <a:custGeom>
                <a:rect b="b" l="l" r="r" t="t"/>
                <a:pathLst>
                  <a:path extrusionOk="0" h="2282" w="2283">
                    <a:moveTo>
                      <a:pt x="1141" y="1"/>
                    </a:moveTo>
                    <a:cubicBezTo>
                      <a:pt x="511" y="1"/>
                      <a:pt x="0" y="512"/>
                      <a:pt x="0" y="1142"/>
                    </a:cubicBezTo>
                    <a:cubicBezTo>
                      <a:pt x="0" y="1771"/>
                      <a:pt x="511" y="2282"/>
                      <a:pt x="1141" y="2282"/>
                    </a:cubicBezTo>
                    <a:cubicBezTo>
                      <a:pt x="1771" y="2282"/>
                      <a:pt x="2282" y="1771"/>
                      <a:pt x="2282" y="1142"/>
                    </a:cubicBezTo>
                    <a:cubicBezTo>
                      <a:pt x="2282" y="512"/>
                      <a:pt x="1771" y="1"/>
                      <a:pt x="114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56" name="Google Shape;556;p13"/>
              <p:cNvGrpSpPr/>
              <p:nvPr/>
            </p:nvGrpSpPr>
            <p:grpSpPr>
              <a:xfrm>
                <a:off x="4673664" y="2214101"/>
                <a:ext cx="5036265" cy="4113315"/>
                <a:chOff x="4673664" y="2214101"/>
                <a:chExt cx="5036265" cy="4113315"/>
              </a:xfrm>
            </p:grpSpPr>
            <p:grpSp>
              <p:nvGrpSpPr>
                <p:cNvPr id="557" name="Google Shape;557;p13"/>
                <p:cNvGrpSpPr/>
                <p:nvPr/>
              </p:nvGrpSpPr>
              <p:grpSpPr>
                <a:xfrm>
                  <a:off x="4673664" y="2214101"/>
                  <a:ext cx="5036265" cy="4113315"/>
                  <a:chOff x="3825164" y="427026"/>
                  <a:chExt cx="5036265" cy="4113315"/>
                </a:xfrm>
              </p:grpSpPr>
              <p:sp>
                <p:nvSpPr>
                  <p:cNvPr id="558" name="Google Shape;558;p13"/>
                  <p:cNvSpPr/>
                  <p:nvPr/>
                </p:nvSpPr>
                <p:spPr>
                  <a:xfrm rot="157512">
                    <a:off x="6915828" y="473247"/>
                    <a:ext cx="650167" cy="721089"/>
                  </a:xfrm>
                  <a:custGeom>
                    <a:rect b="b" l="l" r="r" t="t"/>
                    <a:pathLst>
                      <a:path extrusionOk="0" fill="none" h="28845" w="26008">
                        <a:moveTo>
                          <a:pt x="26008" y="20744"/>
                        </a:moveTo>
                        <a:lnTo>
                          <a:pt x="24980" y="6321"/>
                        </a:lnTo>
                        <a:lnTo>
                          <a:pt x="11976" y="1"/>
                        </a:lnTo>
                        <a:lnTo>
                          <a:pt x="0" y="8102"/>
                        </a:lnTo>
                        <a:lnTo>
                          <a:pt x="1028" y="22524"/>
                        </a:lnTo>
                        <a:lnTo>
                          <a:pt x="14032"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9" name="Google Shape;559;p13"/>
                  <p:cNvSpPr/>
                  <p:nvPr/>
                </p:nvSpPr>
                <p:spPr>
                  <a:xfrm rot="157512">
                    <a:off x="7541687" y="457392"/>
                    <a:ext cx="650192" cy="721114"/>
                  </a:xfrm>
                  <a:custGeom>
                    <a:rect b="b" l="l" r="r" t="t"/>
                    <a:pathLst>
                      <a:path extrusionOk="0" fill="none" h="28846" w="26009">
                        <a:moveTo>
                          <a:pt x="26009" y="20743"/>
                        </a:moveTo>
                        <a:lnTo>
                          <a:pt x="24981" y="6321"/>
                        </a:lnTo>
                        <a:lnTo>
                          <a:pt x="11976" y="1"/>
                        </a:lnTo>
                        <a:lnTo>
                          <a:pt x="1" y="8102"/>
                        </a:lnTo>
                        <a:lnTo>
                          <a:pt x="1029" y="22525"/>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0" name="Google Shape;560;p13"/>
                  <p:cNvSpPr/>
                  <p:nvPr/>
                </p:nvSpPr>
                <p:spPr>
                  <a:xfrm rot="157512">
                    <a:off x="8167572" y="441537"/>
                    <a:ext cx="650192" cy="721089"/>
                  </a:xfrm>
                  <a:custGeom>
                    <a:rect b="b" l="l" r="r" t="t"/>
                    <a:pathLst>
                      <a:path extrusionOk="0" fill="none" h="28845" w="26009">
                        <a:moveTo>
                          <a:pt x="26008" y="20743"/>
                        </a:moveTo>
                        <a:lnTo>
                          <a:pt x="24980" y="6321"/>
                        </a:lnTo>
                        <a:lnTo>
                          <a:pt x="11976" y="0"/>
                        </a:lnTo>
                        <a:lnTo>
                          <a:pt x="1" y="8102"/>
                        </a:lnTo>
                        <a:lnTo>
                          <a:pt x="1029" y="22524"/>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1" name="Google Shape;561;p13"/>
                  <p:cNvSpPr/>
                  <p:nvPr/>
                </p:nvSpPr>
                <p:spPr>
                  <a:xfrm rot="157512">
                    <a:off x="7242491" y="1007356"/>
                    <a:ext cx="650192" cy="721089"/>
                  </a:xfrm>
                  <a:custGeom>
                    <a:rect b="b" l="l" r="r" t="t"/>
                    <a:pathLst>
                      <a:path extrusionOk="0" fill="none" h="28845" w="26009">
                        <a:moveTo>
                          <a:pt x="26008" y="20743"/>
                        </a:moveTo>
                        <a:lnTo>
                          <a:pt x="24980" y="6321"/>
                        </a:lnTo>
                        <a:lnTo>
                          <a:pt x="11976" y="1"/>
                        </a:lnTo>
                        <a:lnTo>
                          <a:pt x="0" y="8102"/>
                        </a:lnTo>
                        <a:lnTo>
                          <a:pt x="1028" y="22525"/>
                        </a:lnTo>
                        <a:lnTo>
                          <a:pt x="14033" y="28844"/>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2" name="Google Shape;562;p13"/>
                  <p:cNvSpPr/>
                  <p:nvPr/>
                </p:nvSpPr>
                <p:spPr>
                  <a:xfrm rot="157512">
                    <a:off x="7868375" y="991501"/>
                    <a:ext cx="650167" cy="721089"/>
                  </a:xfrm>
                  <a:custGeom>
                    <a:rect b="b" l="l" r="r" t="t"/>
                    <a:pathLst>
                      <a:path extrusionOk="0" fill="none" h="28845" w="26008">
                        <a:moveTo>
                          <a:pt x="26008" y="20743"/>
                        </a:moveTo>
                        <a:lnTo>
                          <a:pt x="24980" y="6321"/>
                        </a:lnTo>
                        <a:lnTo>
                          <a:pt x="11976" y="0"/>
                        </a:lnTo>
                        <a:lnTo>
                          <a:pt x="0" y="8102"/>
                        </a:lnTo>
                        <a:lnTo>
                          <a:pt x="1028" y="22524"/>
                        </a:lnTo>
                        <a:lnTo>
                          <a:pt x="14032"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3" name="Google Shape;563;p13"/>
                  <p:cNvSpPr/>
                  <p:nvPr/>
                </p:nvSpPr>
                <p:spPr>
                  <a:xfrm rot="157512">
                    <a:off x="6943294" y="1557320"/>
                    <a:ext cx="650167" cy="721089"/>
                  </a:xfrm>
                  <a:custGeom>
                    <a:rect b="b" l="l" r="r" t="t"/>
                    <a:pathLst>
                      <a:path extrusionOk="0" fill="none" h="28845" w="26008">
                        <a:moveTo>
                          <a:pt x="26008" y="20743"/>
                        </a:moveTo>
                        <a:lnTo>
                          <a:pt x="24980" y="6320"/>
                        </a:lnTo>
                        <a:lnTo>
                          <a:pt x="11975" y="1"/>
                        </a:lnTo>
                        <a:lnTo>
                          <a:pt x="0" y="8102"/>
                        </a:lnTo>
                        <a:lnTo>
                          <a:pt x="1028" y="22524"/>
                        </a:lnTo>
                        <a:lnTo>
                          <a:pt x="14032" y="28844"/>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4" name="Google Shape;564;p13"/>
                  <p:cNvSpPr/>
                  <p:nvPr/>
                </p:nvSpPr>
                <p:spPr>
                  <a:xfrm rot="157512">
                    <a:off x="7569154" y="1541466"/>
                    <a:ext cx="650217" cy="721064"/>
                  </a:xfrm>
                  <a:custGeom>
                    <a:rect b="b" l="l" r="r" t="t"/>
                    <a:pathLst>
                      <a:path extrusionOk="0" fill="none" h="28844" w="26010">
                        <a:moveTo>
                          <a:pt x="26009" y="20743"/>
                        </a:moveTo>
                        <a:lnTo>
                          <a:pt x="24980" y="6321"/>
                        </a:lnTo>
                        <a:lnTo>
                          <a:pt x="11976" y="0"/>
                        </a:lnTo>
                        <a:lnTo>
                          <a:pt x="1" y="8101"/>
                        </a:lnTo>
                        <a:lnTo>
                          <a:pt x="1029" y="22524"/>
                        </a:lnTo>
                        <a:lnTo>
                          <a:pt x="14033" y="28844"/>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5" name="Google Shape;565;p13"/>
                  <p:cNvSpPr/>
                  <p:nvPr/>
                </p:nvSpPr>
                <p:spPr>
                  <a:xfrm rot="157512">
                    <a:off x="8195039" y="1525586"/>
                    <a:ext cx="650217" cy="721114"/>
                  </a:xfrm>
                  <a:custGeom>
                    <a:rect b="b" l="l" r="r" t="t"/>
                    <a:pathLst>
                      <a:path extrusionOk="0" fill="none" h="28846" w="26010">
                        <a:moveTo>
                          <a:pt x="26009" y="20743"/>
                        </a:moveTo>
                        <a:lnTo>
                          <a:pt x="24980" y="6322"/>
                        </a:lnTo>
                        <a:lnTo>
                          <a:pt x="11976" y="1"/>
                        </a:lnTo>
                        <a:lnTo>
                          <a:pt x="0" y="8103"/>
                        </a:lnTo>
                        <a:lnTo>
                          <a:pt x="1029" y="22525"/>
                        </a:lnTo>
                        <a:lnTo>
                          <a:pt x="14033" y="28846"/>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6" name="Google Shape;566;p13"/>
                  <p:cNvSpPr/>
                  <p:nvPr/>
                </p:nvSpPr>
                <p:spPr>
                  <a:xfrm rot="157512">
                    <a:off x="4140535" y="2170703"/>
                    <a:ext cx="650217" cy="721089"/>
                  </a:xfrm>
                  <a:custGeom>
                    <a:rect b="b" l="l" r="r" t="t"/>
                    <a:pathLst>
                      <a:path extrusionOk="0" fill="none" h="28845" w="26010">
                        <a:moveTo>
                          <a:pt x="26009" y="20743"/>
                        </a:moveTo>
                        <a:lnTo>
                          <a:pt x="24980" y="6321"/>
                        </a:lnTo>
                        <a:lnTo>
                          <a:pt x="11977" y="0"/>
                        </a:lnTo>
                        <a:lnTo>
                          <a:pt x="1" y="8102"/>
                        </a:lnTo>
                        <a:lnTo>
                          <a:pt x="1028" y="22524"/>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7" name="Google Shape;567;p13"/>
                  <p:cNvSpPr/>
                  <p:nvPr/>
                </p:nvSpPr>
                <p:spPr>
                  <a:xfrm rot="157512">
                    <a:off x="4766419" y="2154848"/>
                    <a:ext cx="650192" cy="721089"/>
                  </a:xfrm>
                  <a:custGeom>
                    <a:rect b="b" l="l" r="r" t="t"/>
                    <a:pathLst>
                      <a:path extrusionOk="0" fill="none" h="28845" w="26009">
                        <a:moveTo>
                          <a:pt x="26009" y="20743"/>
                        </a:moveTo>
                        <a:lnTo>
                          <a:pt x="24980" y="6321"/>
                        </a:lnTo>
                        <a:lnTo>
                          <a:pt x="11977" y="1"/>
                        </a:lnTo>
                        <a:lnTo>
                          <a:pt x="0" y="8102"/>
                        </a:lnTo>
                        <a:lnTo>
                          <a:pt x="1029" y="22524"/>
                        </a:lnTo>
                        <a:lnTo>
                          <a:pt x="14034"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8" name="Google Shape;568;p13"/>
                  <p:cNvSpPr/>
                  <p:nvPr/>
                </p:nvSpPr>
                <p:spPr>
                  <a:xfrm rot="157512">
                    <a:off x="5392303" y="2138993"/>
                    <a:ext cx="650192" cy="721089"/>
                  </a:xfrm>
                  <a:custGeom>
                    <a:rect b="b" l="l" r="r" t="t"/>
                    <a:pathLst>
                      <a:path extrusionOk="0" fill="none" h="28845" w="26009">
                        <a:moveTo>
                          <a:pt x="26009" y="20743"/>
                        </a:moveTo>
                        <a:lnTo>
                          <a:pt x="24981" y="6321"/>
                        </a:lnTo>
                        <a:lnTo>
                          <a:pt x="11976" y="0"/>
                        </a:lnTo>
                        <a:lnTo>
                          <a:pt x="0" y="8102"/>
                        </a:lnTo>
                        <a:lnTo>
                          <a:pt x="1029" y="22524"/>
                        </a:lnTo>
                        <a:lnTo>
                          <a:pt x="14033" y="28844"/>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9" name="Google Shape;569;p13"/>
                  <p:cNvSpPr/>
                  <p:nvPr/>
                </p:nvSpPr>
                <p:spPr>
                  <a:xfrm rot="157512">
                    <a:off x="6018188" y="2123139"/>
                    <a:ext cx="650192" cy="721089"/>
                  </a:xfrm>
                  <a:custGeom>
                    <a:rect b="b" l="l" r="r" t="t"/>
                    <a:pathLst>
                      <a:path extrusionOk="0" fill="none" h="28845" w="26009">
                        <a:moveTo>
                          <a:pt x="26008" y="20743"/>
                        </a:moveTo>
                        <a:lnTo>
                          <a:pt x="24981" y="6321"/>
                        </a:lnTo>
                        <a:lnTo>
                          <a:pt x="11976" y="0"/>
                        </a:lnTo>
                        <a:lnTo>
                          <a:pt x="1" y="8102"/>
                        </a:lnTo>
                        <a:lnTo>
                          <a:pt x="1029" y="22524"/>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0" name="Google Shape;570;p13"/>
                  <p:cNvSpPr/>
                  <p:nvPr/>
                </p:nvSpPr>
                <p:spPr>
                  <a:xfrm rot="157512">
                    <a:off x="6644073" y="2107259"/>
                    <a:ext cx="650192" cy="721114"/>
                  </a:xfrm>
                  <a:custGeom>
                    <a:rect b="b" l="l" r="r" t="t"/>
                    <a:pathLst>
                      <a:path extrusionOk="0" fill="none" h="28846" w="26009">
                        <a:moveTo>
                          <a:pt x="26008" y="20743"/>
                        </a:moveTo>
                        <a:lnTo>
                          <a:pt x="24980" y="6321"/>
                        </a:lnTo>
                        <a:lnTo>
                          <a:pt x="11976" y="1"/>
                        </a:lnTo>
                        <a:lnTo>
                          <a:pt x="1" y="8103"/>
                        </a:lnTo>
                        <a:lnTo>
                          <a:pt x="1028" y="22525"/>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1" name="Google Shape;571;p13"/>
                  <p:cNvSpPr/>
                  <p:nvPr/>
                </p:nvSpPr>
                <p:spPr>
                  <a:xfrm rot="157512">
                    <a:off x="7269957" y="2091430"/>
                    <a:ext cx="650192" cy="721064"/>
                  </a:xfrm>
                  <a:custGeom>
                    <a:rect b="b" l="l" r="r" t="t"/>
                    <a:pathLst>
                      <a:path extrusionOk="0" fill="none" h="28844" w="26009">
                        <a:moveTo>
                          <a:pt x="26009" y="20743"/>
                        </a:moveTo>
                        <a:lnTo>
                          <a:pt x="24980" y="6320"/>
                        </a:lnTo>
                        <a:lnTo>
                          <a:pt x="11976" y="0"/>
                        </a:lnTo>
                        <a:lnTo>
                          <a:pt x="0" y="8101"/>
                        </a:lnTo>
                        <a:lnTo>
                          <a:pt x="1028" y="22523"/>
                        </a:lnTo>
                        <a:lnTo>
                          <a:pt x="14033" y="28844"/>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2" name="Google Shape;572;p13"/>
                  <p:cNvSpPr/>
                  <p:nvPr/>
                </p:nvSpPr>
                <p:spPr>
                  <a:xfrm rot="157512">
                    <a:off x="7895842" y="2075550"/>
                    <a:ext cx="650192" cy="721089"/>
                  </a:xfrm>
                  <a:custGeom>
                    <a:rect b="b" l="l" r="r" t="t"/>
                    <a:pathLst>
                      <a:path extrusionOk="0" fill="none" h="28845" w="26009">
                        <a:moveTo>
                          <a:pt x="26009" y="20743"/>
                        </a:moveTo>
                        <a:lnTo>
                          <a:pt x="24980" y="6322"/>
                        </a:lnTo>
                        <a:lnTo>
                          <a:pt x="11976" y="1"/>
                        </a:lnTo>
                        <a:lnTo>
                          <a:pt x="0" y="8102"/>
                        </a:lnTo>
                        <a:lnTo>
                          <a:pt x="1029" y="22525"/>
                        </a:lnTo>
                        <a:lnTo>
                          <a:pt x="14032"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3" name="Google Shape;573;p13"/>
                  <p:cNvSpPr/>
                  <p:nvPr/>
                </p:nvSpPr>
                <p:spPr>
                  <a:xfrm rot="157512">
                    <a:off x="3841337" y="2720667"/>
                    <a:ext cx="650192" cy="721114"/>
                  </a:xfrm>
                  <a:custGeom>
                    <a:rect b="b" l="l" r="r" t="t"/>
                    <a:pathLst>
                      <a:path extrusionOk="0" fill="none" h="28846" w="26009">
                        <a:moveTo>
                          <a:pt x="26009" y="20743"/>
                        </a:moveTo>
                        <a:lnTo>
                          <a:pt x="24980" y="6321"/>
                        </a:lnTo>
                        <a:lnTo>
                          <a:pt x="11975" y="0"/>
                        </a:lnTo>
                        <a:lnTo>
                          <a:pt x="0" y="8102"/>
                        </a:lnTo>
                        <a:lnTo>
                          <a:pt x="1029" y="22524"/>
                        </a:lnTo>
                        <a:lnTo>
                          <a:pt x="14032"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4" name="Google Shape;574;p13"/>
                  <p:cNvSpPr/>
                  <p:nvPr/>
                </p:nvSpPr>
                <p:spPr>
                  <a:xfrm rot="157512">
                    <a:off x="4467198" y="2704787"/>
                    <a:ext cx="650217" cy="721114"/>
                  </a:xfrm>
                  <a:custGeom>
                    <a:rect b="b" l="l" r="r" t="t"/>
                    <a:pathLst>
                      <a:path extrusionOk="0" fill="none" h="28846" w="26010">
                        <a:moveTo>
                          <a:pt x="26010" y="20743"/>
                        </a:moveTo>
                        <a:lnTo>
                          <a:pt x="24982" y="6322"/>
                        </a:lnTo>
                        <a:lnTo>
                          <a:pt x="11977" y="1"/>
                        </a:lnTo>
                        <a:lnTo>
                          <a:pt x="1" y="8103"/>
                        </a:lnTo>
                        <a:lnTo>
                          <a:pt x="1030" y="22525"/>
                        </a:lnTo>
                        <a:lnTo>
                          <a:pt x="14033" y="28846"/>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5" name="Google Shape;575;p13"/>
                  <p:cNvSpPr/>
                  <p:nvPr/>
                </p:nvSpPr>
                <p:spPr>
                  <a:xfrm rot="157512">
                    <a:off x="5093107" y="2688958"/>
                    <a:ext cx="650192" cy="721089"/>
                  </a:xfrm>
                  <a:custGeom>
                    <a:rect b="b" l="l" r="r" t="t"/>
                    <a:pathLst>
                      <a:path extrusionOk="0" fill="none" h="28845" w="26009">
                        <a:moveTo>
                          <a:pt x="26008" y="20743"/>
                        </a:moveTo>
                        <a:lnTo>
                          <a:pt x="24980" y="6320"/>
                        </a:lnTo>
                        <a:lnTo>
                          <a:pt x="11976" y="0"/>
                        </a:lnTo>
                        <a:lnTo>
                          <a:pt x="1" y="8102"/>
                        </a:lnTo>
                        <a:lnTo>
                          <a:pt x="1029" y="22523"/>
                        </a:lnTo>
                        <a:lnTo>
                          <a:pt x="14033" y="28844"/>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6" name="Google Shape;576;p13"/>
                  <p:cNvSpPr/>
                  <p:nvPr/>
                </p:nvSpPr>
                <p:spPr>
                  <a:xfrm rot="157512">
                    <a:off x="5718992" y="2673103"/>
                    <a:ext cx="650192" cy="721064"/>
                  </a:xfrm>
                  <a:custGeom>
                    <a:rect b="b" l="l" r="r" t="t"/>
                    <a:pathLst>
                      <a:path extrusionOk="0" fill="none" h="28844" w="26009">
                        <a:moveTo>
                          <a:pt x="26008" y="20743"/>
                        </a:moveTo>
                        <a:lnTo>
                          <a:pt x="24980" y="6321"/>
                        </a:lnTo>
                        <a:lnTo>
                          <a:pt x="11976" y="0"/>
                        </a:lnTo>
                        <a:lnTo>
                          <a:pt x="0" y="8101"/>
                        </a:lnTo>
                        <a:lnTo>
                          <a:pt x="1028" y="22524"/>
                        </a:lnTo>
                        <a:lnTo>
                          <a:pt x="14033" y="28844"/>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7" name="Google Shape;577;p13"/>
                  <p:cNvSpPr/>
                  <p:nvPr/>
                </p:nvSpPr>
                <p:spPr>
                  <a:xfrm rot="157512">
                    <a:off x="6344876" y="2657223"/>
                    <a:ext cx="650167" cy="721114"/>
                  </a:xfrm>
                  <a:custGeom>
                    <a:rect b="b" l="l" r="r" t="t"/>
                    <a:pathLst>
                      <a:path extrusionOk="0" fill="none" h="28846" w="26008">
                        <a:moveTo>
                          <a:pt x="26008" y="20743"/>
                        </a:moveTo>
                        <a:lnTo>
                          <a:pt x="24980" y="6321"/>
                        </a:lnTo>
                        <a:lnTo>
                          <a:pt x="11975" y="1"/>
                        </a:lnTo>
                        <a:lnTo>
                          <a:pt x="0" y="8103"/>
                        </a:lnTo>
                        <a:lnTo>
                          <a:pt x="1028" y="22525"/>
                        </a:lnTo>
                        <a:lnTo>
                          <a:pt x="14032"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8" name="Google Shape;578;p13"/>
                  <p:cNvSpPr/>
                  <p:nvPr/>
                </p:nvSpPr>
                <p:spPr>
                  <a:xfrm rot="157512">
                    <a:off x="6970736" y="2641369"/>
                    <a:ext cx="650217" cy="721114"/>
                  </a:xfrm>
                  <a:custGeom>
                    <a:rect b="b" l="l" r="r" t="t"/>
                    <a:pathLst>
                      <a:path extrusionOk="0" fill="none" h="28846" w="26010">
                        <a:moveTo>
                          <a:pt x="26010" y="20743"/>
                        </a:moveTo>
                        <a:lnTo>
                          <a:pt x="24981" y="6321"/>
                        </a:lnTo>
                        <a:lnTo>
                          <a:pt x="11976" y="0"/>
                        </a:lnTo>
                        <a:lnTo>
                          <a:pt x="1" y="8102"/>
                        </a:lnTo>
                        <a:lnTo>
                          <a:pt x="1029" y="22524"/>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9" name="Google Shape;579;p13"/>
                  <p:cNvSpPr/>
                  <p:nvPr/>
                </p:nvSpPr>
                <p:spPr>
                  <a:xfrm rot="157512">
                    <a:off x="4168001" y="3254751"/>
                    <a:ext cx="650217" cy="721114"/>
                  </a:xfrm>
                  <a:custGeom>
                    <a:rect b="b" l="l" r="r" t="t"/>
                    <a:pathLst>
                      <a:path extrusionOk="0" fill="none" h="28846" w="26010">
                        <a:moveTo>
                          <a:pt x="26009" y="20744"/>
                        </a:moveTo>
                        <a:lnTo>
                          <a:pt x="24980" y="6322"/>
                        </a:lnTo>
                        <a:lnTo>
                          <a:pt x="11977" y="1"/>
                        </a:lnTo>
                        <a:lnTo>
                          <a:pt x="0" y="8103"/>
                        </a:lnTo>
                        <a:lnTo>
                          <a:pt x="1029" y="22525"/>
                        </a:lnTo>
                        <a:lnTo>
                          <a:pt x="14034" y="28846"/>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0" name="Google Shape;580;p13"/>
                  <p:cNvSpPr/>
                  <p:nvPr/>
                </p:nvSpPr>
                <p:spPr>
                  <a:xfrm rot="157512">
                    <a:off x="4793885" y="3238896"/>
                    <a:ext cx="650192" cy="721114"/>
                  </a:xfrm>
                  <a:custGeom>
                    <a:rect b="b" l="l" r="r" t="t"/>
                    <a:pathLst>
                      <a:path extrusionOk="0" fill="none" h="28846" w="26009">
                        <a:moveTo>
                          <a:pt x="26009" y="20743"/>
                        </a:moveTo>
                        <a:lnTo>
                          <a:pt x="24981" y="6321"/>
                        </a:lnTo>
                        <a:lnTo>
                          <a:pt x="11977" y="0"/>
                        </a:lnTo>
                        <a:lnTo>
                          <a:pt x="0" y="8103"/>
                        </a:lnTo>
                        <a:lnTo>
                          <a:pt x="1029" y="22525"/>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1" name="Google Shape;581;p13"/>
                  <p:cNvSpPr/>
                  <p:nvPr/>
                </p:nvSpPr>
                <p:spPr>
                  <a:xfrm rot="157512">
                    <a:off x="5419770" y="3223067"/>
                    <a:ext cx="650192" cy="721064"/>
                  </a:xfrm>
                  <a:custGeom>
                    <a:rect b="b" l="l" r="r" t="t"/>
                    <a:pathLst>
                      <a:path extrusionOk="0" fill="none" h="28844" w="26009">
                        <a:moveTo>
                          <a:pt x="26009" y="20743"/>
                        </a:moveTo>
                        <a:lnTo>
                          <a:pt x="24981" y="6320"/>
                        </a:lnTo>
                        <a:lnTo>
                          <a:pt x="11976" y="0"/>
                        </a:lnTo>
                        <a:lnTo>
                          <a:pt x="1" y="8101"/>
                        </a:lnTo>
                        <a:lnTo>
                          <a:pt x="1029" y="22523"/>
                        </a:lnTo>
                        <a:lnTo>
                          <a:pt x="14033" y="28844"/>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2" name="Google Shape;582;p13"/>
                  <p:cNvSpPr/>
                  <p:nvPr/>
                </p:nvSpPr>
                <p:spPr>
                  <a:xfrm rot="157512">
                    <a:off x="6045654" y="3207187"/>
                    <a:ext cx="650192" cy="721114"/>
                  </a:xfrm>
                  <a:custGeom>
                    <a:rect b="b" l="l" r="r" t="t"/>
                    <a:pathLst>
                      <a:path extrusionOk="0" fill="none" h="28846" w="26009">
                        <a:moveTo>
                          <a:pt x="26008" y="20743"/>
                        </a:moveTo>
                        <a:lnTo>
                          <a:pt x="24980" y="6321"/>
                        </a:lnTo>
                        <a:lnTo>
                          <a:pt x="11976" y="1"/>
                        </a:lnTo>
                        <a:lnTo>
                          <a:pt x="1" y="8102"/>
                        </a:lnTo>
                        <a:lnTo>
                          <a:pt x="1029" y="22525"/>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3" name="Google Shape;583;p13"/>
                  <p:cNvSpPr/>
                  <p:nvPr/>
                </p:nvSpPr>
                <p:spPr>
                  <a:xfrm rot="157512">
                    <a:off x="3868779" y="3804714"/>
                    <a:ext cx="650217" cy="721114"/>
                  </a:xfrm>
                  <a:custGeom>
                    <a:rect b="b" l="l" r="r" t="t"/>
                    <a:pathLst>
                      <a:path extrusionOk="0" fill="none" h="28846" w="26010">
                        <a:moveTo>
                          <a:pt x="26010" y="20744"/>
                        </a:moveTo>
                        <a:lnTo>
                          <a:pt x="24982" y="6322"/>
                        </a:lnTo>
                        <a:lnTo>
                          <a:pt x="11977" y="1"/>
                        </a:lnTo>
                        <a:lnTo>
                          <a:pt x="1" y="8102"/>
                        </a:lnTo>
                        <a:lnTo>
                          <a:pt x="1030" y="22525"/>
                        </a:lnTo>
                        <a:lnTo>
                          <a:pt x="14034" y="28846"/>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4" name="Google Shape;584;p13"/>
                  <p:cNvSpPr/>
                  <p:nvPr/>
                </p:nvSpPr>
                <p:spPr>
                  <a:xfrm rot="157512">
                    <a:off x="4494689" y="3788860"/>
                    <a:ext cx="650192" cy="721114"/>
                  </a:xfrm>
                  <a:custGeom>
                    <a:rect b="b" l="l" r="r" t="t"/>
                    <a:pathLst>
                      <a:path extrusionOk="0" fill="none" h="28846" w="26009">
                        <a:moveTo>
                          <a:pt x="26008" y="20743"/>
                        </a:moveTo>
                        <a:lnTo>
                          <a:pt x="24980" y="6321"/>
                        </a:lnTo>
                        <a:lnTo>
                          <a:pt x="11976" y="1"/>
                        </a:lnTo>
                        <a:lnTo>
                          <a:pt x="1" y="8103"/>
                        </a:lnTo>
                        <a:lnTo>
                          <a:pt x="1029" y="22525"/>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5" name="Google Shape;585;p13"/>
                  <p:cNvSpPr/>
                  <p:nvPr/>
                </p:nvSpPr>
                <p:spPr>
                  <a:xfrm rot="157512">
                    <a:off x="5120574" y="3773006"/>
                    <a:ext cx="650192" cy="721089"/>
                  </a:xfrm>
                  <a:custGeom>
                    <a:rect b="b" l="l" r="r" t="t"/>
                    <a:pathLst>
                      <a:path extrusionOk="0" fill="none" h="28845" w="26009">
                        <a:moveTo>
                          <a:pt x="26008" y="20744"/>
                        </a:moveTo>
                        <a:lnTo>
                          <a:pt x="24980" y="6321"/>
                        </a:lnTo>
                        <a:lnTo>
                          <a:pt x="11976" y="0"/>
                        </a:lnTo>
                        <a:lnTo>
                          <a:pt x="0" y="8102"/>
                        </a:lnTo>
                        <a:lnTo>
                          <a:pt x="1028" y="22524"/>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86" name="Google Shape;586;p13"/>
                <p:cNvSpPr/>
                <p:nvPr/>
              </p:nvSpPr>
              <p:spPr>
                <a:xfrm rot="157512">
                  <a:off x="6228998" y="4446717"/>
                  <a:ext cx="57072" cy="57047"/>
                </a:xfrm>
                <a:custGeom>
                  <a:rect b="b" l="l" r="r" t="t"/>
                  <a:pathLst>
                    <a:path extrusionOk="0" h="2282" w="2283">
                      <a:moveTo>
                        <a:pt x="1142" y="0"/>
                      </a:moveTo>
                      <a:cubicBezTo>
                        <a:pt x="512" y="0"/>
                        <a:pt x="1" y="511"/>
                        <a:pt x="1" y="1141"/>
                      </a:cubicBezTo>
                      <a:cubicBezTo>
                        <a:pt x="1" y="1771"/>
                        <a:pt x="512" y="2281"/>
                        <a:pt x="1142" y="2281"/>
                      </a:cubicBezTo>
                      <a:cubicBezTo>
                        <a:pt x="1772" y="2281"/>
                        <a:pt x="2283" y="1772"/>
                        <a:pt x="2283" y="1141"/>
                      </a:cubicBezTo>
                      <a:cubicBezTo>
                        <a:pt x="2283" y="511"/>
                        <a:pt x="1772" y="0"/>
                        <a:pt x="114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7" name="Google Shape;587;p13"/>
                <p:cNvSpPr/>
                <p:nvPr/>
              </p:nvSpPr>
              <p:spPr>
                <a:xfrm rot="157512">
                  <a:off x="9351770" y="4005108"/>
                  <a:ext cx="57047" cy="57072"/>
                </a:xfrm>
                <a:custGeom>
                  <a:rect b="b" l="l" r="r" t="t"/>
                  <a:pathLst>
                    <a:path extrusionOk="0" h="2283" w="2282">
                      <a:moveTo>
                        <a:pt x="1141" y="0"/>
                      </a:moveTo>
                      <a:cubicBezTo>
                        <a:pt x="511" y="0"/>
                        <a:pt x="0" y="511"/>
                        <a:pt x="0" y="1141"/>
                      </a:cubicBezTo>
                      <a:cubicBezTo>
                        <a:pt x="0" y="1772"/>
                        <a:pt x="511" y="2282"/>
                        <a:pt x="1141" y="2282"/>
                      </a:cubicBezTo>
                      <a:cubicBezTo>
                        <a:pt x="1771" y="2282"/>
                        <a:pt x="2281" y="1772"/>
                        <a:pt x="2281" y="1141"/>
                      </a:cubicBezTo>
                      <a:cubicBezTo>
                        <a:pt x="2281" y="511"/>
                        <a:pt x="1771" y="0"/>
                        <a:pt x="114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8" name="Google Shape;588;p13"/>
                <p:cNvSpPr/>
                <p:nvPr/>
              </p:nvSpPr>
              <p:spPr>
                <a:xfrm rot="157512">
                  <a:off x="8403706" y="3847890"/>
                  <a:ext cx="57072" cy="57047"/>
                </a:xfrm>
                <a:custGeom>
                  <a:rect b="b" l="l" r="r" t="t"/>
                  <a:pathLst>
                    <a:path extrusionOk="0" h="2282" w="2283">
                      <a:moveTo>
                        <a:pt x="1141" y="1"/>
                      </a:moveTo>
                      <a:cubicBezTo>
                        <a:pt x="511" y="1"/>
                        <a:pt x="0" y="511"/>
                        <a:pt x="0" y="1141"/>
                      </a:cubicBezTo>
                      <a:cubicBezTo>
                        <a:pt x="0" y="1771"/>
                        <a:pt x="511" y="2282"/>
                        <a:pt x="1141" y="2282"/>
                      </a:cubicBezTo>
                      <a:cubicBezTo>
                        <a:pt x="1771" y="2282"/>
                        <a:pt x="2282" y="1771"/>
                        <a:pt x="2282" y="1141"/>
                      </a:cubicBezTo>
                      <a:cubicBezTo>
                        <a:pt x="2282" y="511"/>
                        <a:pt x="1771" y="1"/>
                        <a:pt x="114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9" name="Google Shape;589;p13"/>
                <p:cNvSpPr/>
                <p:nvPr/>
              </p:nvSpPr>
              <p:spPr>
                <a:xfrm rot="157512">
                  <a:off x="8124633" y="5115580"/>
                  <a:ext cx="57047" cy="57047"/>
                </a:xfrm>
                <a:custGeom>
                  <a:rect b="b" l="l" r="r" t="t"/>
                  <a:pathLst>
                    <a:path extrusionOk="0" h="2282" w="2282">
                      <a:moveTo>
                        <a:pt x="1140" y="0"/>
                      </a:moveTo>
                      <a:cubicBezTo>
                        <a:pt x="511" y="0"/>
                        <a:pt x="0" y="511"/>
                        <a:pt x="0" y="1141"/>
                      </a:cubicBezTo>
                      <a:cubicBezTo>
                        <a:pt x="0" y="1771"/>
                        <a:pt x="510" y="2281"/>
                        <a:pt x="1140" y="2281"/>
                      </a:cubicBezTo>
                      <a:cubicBezTo>
                        <a:pt x="1771" y="2281"/>
                        <a:pt x="2281" y="1771"/>
                        <a:pt x="2281" y="1141"/>
                      </a:cubicBezTo>
                      <a:cubicBezTo>
                        <a:pt x="2281" y="511"/>
                        <a:pt x="1771" y="0"/>
                        <a:pt x="114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0" name="Google Shape;590;p13"/>
                <p:cNvSpPr/>
                <p:nvPr/>
              </p:nvSpPr>
              <p:spPr>
                <a:xfrm rot="157512">
                  <a:off x="6574005" y="5703526"/>
                  <a:ext cx="57072" cy="57047"/>
                </a:xfrm>
                <a:custGeom>
                  <a:rect b="b" l="l" r="r" t="t"/>
                  <a:pathLst>
                    <a:path extrusionOk="0" h="2282" w="2283">
                      <a:moveTo>
                        <a:pt x="1141" y="1"/>
                      </a:moveTo>
                      <a:cubicBezTo>
                        <a:pt x="511" y="1"/>
                        <a:pt x="0" y="511"/>
                        <a:pt x="0" y="1141"/>
                      </a:cubicBezTo>
                      <a:cubicBezTo>
                        <a:pt x="0" y="1771"/>
                        <a:pt x="511" y="2282"/>
                        <a:pt x="1141" y="2282"/>
                      </a:cubicBezTo>
                      <a:cubicBezTo>
                        <a:pt x="1771" y="2282"/>
                        <a:pt x="2282" y="1771"/>
                        <a:pt x="2282" y="1141"/>
                      </a:cubicBezTo>
                      <a:cubicBezTo>
                        <a:pt x="2282" y="511"/>
                        <a:pt x="1771" y="1"/>
                        <a:pt x="114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1" name="Google Shape;591;p13"/>
                <p:cNvSpPr/>
                <p:nvPr/>
              </p:nvSpPr>
              <p:spPr>
                <a:xfrm rot="157512">
                  <a:off x="5957267" y="6080755"/>
                  <a:ext cx="57072" cy="57047"/>
                </a:xfrm>
                <a:custGeom>
                  <a:rect b="b" l="l" r="r" t="t"/>
                  <a:pathLst>
                    <a:path extrusionOk="0" h="2282" w="2283">
                      <a:moveTo>
                        <a:pt x="1141" y="0"/>
                      </a:moveTo>
                      <a:cubicBezTo>
                        <a:pt x="511" y="0"/>
                        <a:pt x="0" y="510"/>
                        <a:pt x="0" y="1140"/>
                      </a:cubicBezTo>
                      <a:cubicBezTo>
                        <a:pt x="0" y="1770"/>
                        <a:pt x="511" y="2281"/>
                        <a:pt x="1141" y="2281"/>
                      </a:cubicBezTo>
                      <a:cubicBezTo>
                        <a:pt x="1771" y="2281"/>
                        <a:pt x="2282" y="1770"/>
                        <a:pt x="2282" y="1140"/>
                      </a:cubicBezTo>
                      <a:cubicBezTo>
                        <a:pt x="2282" y="510"/>
                        <a:pt x="1771" y="0"/>
                        <a:pt x="114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2" name="Google Shape;592;p13"/>
                <p:cNvSpPr/>
                <p:nvPr/>
              </p:nvSpPr>
              <p:spPr>
                <a:xfrm rot="157512">
                  <a:off x="5929801" y="4996682"/>
                  <a:ext cx="57072" cy="57047"/>
                </a:xfrm>
                <a:custGeom>
                  <a:rect b="b" l="l" r="r" t="t"/>
                  <a:pathLst>
                    <a:path extrusionOk="0" h="2282" w="2283">
                      <a:moveTo>
                        <a:pt x="1142" y="0"/>
                      </a:moveTo>
                      <a:cubicBezTo>
                        <a:pt x="511" y="0"/>
                        <a:pt x="1" y="510"/>
                        <a:pt x="1" y="1140"/>
                      </a:cubicBezTo>
                      <a:cubicBezTo>
                        <a:pt x="1" y="1771"/>
                        <a:pt x="511" y="2281"/>
                        <a:pt x="1142" y="2281"/>
                      </a:cubicBezTo>
                      <a:cubicBezTo>
                        <a:pt x="1772" y="2281"/>
                        <a:pt x="2283" y="1771"/>
                        <a:pt x="2283" y="1140"/>
                      </a:cubicBezTo>
                      <a:cubicBezTo>
                        <a:pt x="2283" y="510"/>
                        <a:pt x="1772" y="0"/>
                        <a:pt x="114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3" name="Google Shape;593;p13"/>
                <p:cNvSpPr/>
                <p:nvPr/>
              </p:nvSpPr>
              <p:spPr>
                <a:xfrm rot="157512">
                  <a:off x="9015730" y="3465389"/>
                  <a:ext cx="57047" cy="57072"/>
                </a:xfrm>
                <a:custGeom>
                  <a:rect b="b" l="l" r="r" t="t"/>
                  <a:pathLst>
                    <a:path extrusionOk="0" h="2283" w="2282">
                      <a:moveTo>
                        <a:pt x="1142" y="0"/>
                      </a:moveTo>
                      <a:cubicBezTo>
                        <a:pt x="512" y="0"/>
                        <a:pt x="1" y="511"/>
                        <a:pt x="1" y="1141"/>
                      </a:cubicBezTo>
                      <a:cubicBezTo>
                        <a:pt x="1" y="1771"/>
                        <a:pt x="512" y="2282"/>
                        <a:pt x="1142" y="2282"/>
                      </a:cubicBezTo>
                      <a:cubicBezTo>
                        <a:pt x="1771" y="2282"/>
                        <a:pt x="2282" y="1771"/>
                        <a:pt x="2282" y="1141"/>
                      </a:cubicBezTo>
                      <a:cubicBezTo>
                        <a:pt x="2282" y="511"/>
                        <a:pt x="1771" y="0"/>
                        <a:pt x="114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594" name="Google Shape;594;p13"/>
            <p:cNvSpPr/>
            <p:nvPr/>
          </p:nvSpPr>
          <p:spPr>
            <a:xfrm rot="157512">
              <a:off x="8799542" y="3225845"/>
              <a:ext cx="57022" cy="57072"/>
            </a:xfrm>
            <a:custGeom>
              <a:rect b="b" l="l" r="r" t="t"/>
              <a:pathLst>
                <a:path extrusionOk="0" h="2283" w="2281">
                  <a:moveTo>
                    <a:pt x="1141" y="1"/>
                  </a:moveTo>
                  <a:cubicBezTo>
                    <a:pt x="511" y="1"/>
                    <a:pt x="0" y="512"/>
                    <a:pt x="0" y="1142"/>
                  </a:cubicBezTo>
                  <a:cubicBezTo>
                    <a:pt x="0" y="1772"/>
                    <a:pt x="511" y="2283"/>
                    <a:pt x="1141" y="2283"/>
                  </a:cubicBezTo>
                  <a:cubicBezTo>
                    <a:pt x="1771" y="2283"/>
                    <a:pt x="2281" y="1772"/>
                    <a:pt x="2281" y="1142"/>
                  </a:cubicBezTo>
                  <a:cubicBezTo>
                    <a:pt x="2281" y="512"/>
                    <a:pt x="1771" y="1"/>
                    <a:pt x="114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5" name="Google Shape;595;p13"/>
            <p:cNvSpPr/>
            <p:nvPr/>
          </p:nvSpPr>
          <p:spPr>
            <a:xfrm rot="157512">
              <a:off x="5710335" y="4761896"/>
              <a:ext cx="57072" cy="57072"/>
            </a:xfrm>
            <a:custGeom>
              <a:rect b="b" l="l" r="r" t="t"/>
              <a:pathLst>
                <a:path extrusionOk="0" h="2283" w="2283">
                  <a:moveTo>
                    <a:pt x="1141" y="1"/>
                  </a:moveTo>
                  <a:cubicBezTo>
                    <a:pt x="511" y="1"/>
                    <a:pt x="0" y="511"/>
                    <a:pt x="0" y="1142"/>
                  </a:cubicBezTo>
                  <a:cubicBezTo>
                    <a:pt x="0" y="1772"/>
                    <a:pt x="511" y="2283"/>
                    <a:pt x="1141" y="2283"/>
                  </a:cubicBezTo>
                  <a:cubicBezTo>
                    <a:pt x="1771" y="2283"/>
                    <a:pt x="2282" y="1772"/>
                    <a:pt x="2282" y="1142"/>
                  </a:cubicBezTo>
                  <a:cubicBezTo>
                    <a:pt x="2282" y="511"/>
                    <a:pt x="1771" y="1"/>
                    <a:pt x="114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6" name="Google Shape;596;p13"/>
            <p:cNvSpPr/>
            <p:nvPr/>
          </p:nvSpPr>
          <p:spPr>
            <a:xfrm rot="157512">
              <a:off x="7885492" y="4168682"/>
              <a:ext cx="57047" cy="57047"/>
            </a:xfrm>
            <a:custGeom>
              <a:rect b="b" l="l" r="r" t="t"/>
              <a:pathLst>
                <a:path extrusionOk="0" h="2282" w="2282">
                  <a:moveTo>
                    <a:pt x="1141" y="0"/>
                  </a:moveTo>
                  <a:cubicBezTo>
                    <a:pt x="511" y="0"/>
                    <a:pt x="0" y="511"/>
                    <a:pt x="0" y="1141"/>
                  </a:cubicBezTo>
                  <a:cubicBezTo>
                    <a:pt x="0" y="1770"/>
                    <a:pt x="511" y="2281"/>
                    <a:pt x="1141" y="2281"/>
                  </a:cubicBezTo>
                  <a:cubicBezTo>
                    <a:pt x="1772" y="2281"/>
                    <a:pt x="2281" y="1770"/>
                    <a:pt x="2281" y="1141"/>
                  </a:cubicBezTo>
                  <a:cubicBezTo>
                    <a:pt x="2281" y="511"/>
                    <a:pt x="1772" y="0"/>
                    <a:pt x="114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BLANK_1_1">
    <p:spTree>
      <p:nvGrpSpPr>
        <p:cNvPr id="597" name="Shape 597"/>
        <p:cNvGrpSpPr/>
        <p:nvPr/>
      </p:nvGrpSpPr>
      <p:grpSpPr>
        <a:xfrm>
          <a:off x="0" y="0"/>
          <a:ext cx="0" cy="0"/>
          <a:chOff x="0" y="0"/>
          <a:chExt cx="0" cy="0"/>
        </a:xfrm>
      </p:grpSpPr>
      <p:sp>
        <p:nvSpPr>
          <p:cNvPr id="598" name="Google Shape;598;p14"/>
          <p:cNvSpPr txBox="1"/>
          <p:nvPr>
            <p:ph type="title"/>
          </p:nvPr>
        </p:nvSpPr>
        <p:spPr>
          <a:xfrm>
            <a:off x="3424066" y="3475500"/>
            <a:ext cx="5006700" cy="531900"/>
          </a:xfrm>
          <a:prstGeom prst="rect">
            <a:avLst/>
          </a:prstGeom>
        </p:spPr>
        <p:txBody>
          <a:bodyPr anchorCtr="0" anchor="t" bIns="91425" lIns="91425" spcFirstLastPara="1" rIns="91425" wrap="square" tIns="91425">
            <a:noAutofit/>
          </a:bodyPr>
          <a:lstStyle>
            <a:lvl1pPr lvl="0" rtl="0" algn="r">
              <a:spcBef>
                <a:spcPts val="0"/>
              </a:spcBef>
              <a:spcAft>
                <a:spcPts val="0"/>
              </a:spcAft>
              <a:buSzPts val="3000"/>
              <a:buNone/>
              <a:defRPr/>
            </a:lvl1pPr>
            <a:lvl2pPr lvl="1" rtl="0" algn="ctr">
              <a:spcBef>
                <a:spcPts val="0"/>
              </a:spcBef>
              <a:spcAft>
                <a:spcPts val="0"/>
              </a:spcAft>
              <a:buSzPts val="3000"/>
              <a:buNone/>
              <a:defRPr sz="3000"/>
            </a:lvl2pPr>
            <a:lvl3pPr lvl="2" rtl="0" algn="ctr">
              <a:spcBef>
                <a:spcPts val="0"/>
              </a:spcBef>
              <a:spcAft>
                <a:spcPts val="0"/>
              </a:spcAft>
              <a:buSzPts val="3000"/>
              <a:buNone/>
              <a:defRPr sz="3000"/>
            </a:lvl3pPr>
            <a:lvl4pPr lvl="3" rtl="0" algn="ctr">
              <a:spcBef>
                <a:spcPts val="0"/>
              </a:spcBef>
              <a:spcAft>
                <a:spcPts val="0"/>
              </a:spcAft>
              <a:buSzPts val="3000"/>
              <a:buNone/>
              <a:defRPr sz="3000"/>
            </a:lvl4pPr>
            <a:lvl5pPr lvl="4" rtl="0" algn="ctr">
              <a:spcBef>
                <a:spcPts val="0"/>
              </a:spcBef>
              <a:spcAft>
                <a:spcPts val="0"/>
              </a:spcAft>
              <a:buSzPts val="3000"/>
              <a:buNone/>
              <a:defRPr sz="3000"/>
            </a:lvl5pPr>
            <a:lvl6pPr lvl="5" rtl="0" algn="ctr">
              <a:spcBef>
                <a:spcPts val="0"/>
              </a:spcBef>
              <a:spcAft>
                <a:spcPts val="0"/>
              </a:spcAft>
              <a:buSzPts val="3000"/>
              <a:buNone/>
              <a:defRPr sz="3000"/>
            </a:lvl6pPr>
            <a:lvl7pPr lvl="6" rtl="0" algn="ctr">
              <a:spcBef>
                <a:spcPts val="0"/>
              </a:spcBef>
              <a:spcAft>
                <a:spcPts val="0"/>
              </a:spcAft>
              <a:buSzPts val="3000"/>
              <a:buNone/>
              <a:defRPr sz="3000"/>
            </a:lvl7pPr>
            <a:lvl8pPr lvl="7" rtl="0" algn="ctr">
              <a:spcBef>
                <a:spcPts val="0"/>
              </a:spcBef>
              <a:spcAft>
                <a:spcPts val="0"/>
              </a:spcAft>
              <a:buSzPts val="3000"/>
              <a:buNone/>
              <a:defRPr sz="3000"/>
            </a:lvl8pPr>
            <a:lvl9pPr lvl="8" rtl="0" algn="ctr">
              <a:spcBef>
                <a:spcPts val="0"/>
              </a:spcBef>
              <a:spcAft>
                <a:spcPts val="0"/>
              </a:spcAft>
              <a:buSzPts val="3000"/>
              <a:buNone/>
              <a:defRPr sz="3000"/>
            </a:lvl9pPr>
          </a:lstStyle>
          <a:p/>
        </p:txBody>
      </p:sp>
      <p:sp>
        <p:nvSpPr>
          <p:cNvPr id="599" name="Google Shape;599;p14"/>
          <p:cNvSpPr txBox="1"/>
          <p:nvPr>
            <p:ph idx="1" type="subTitle"/>
          </p:nvPr>
        </p:nvSpPr>
        <p:spPr>
          <a:xfrm>
            <a:off x="3423950" y="1025400"/>
            <a:ext cx="5006700" cy="2450100"/>
          </a:xfrm>
          <a:prstGeom prst="rect">
            <a:avLst/>
          </a:prstGeom>
        </p:spPr>
        <p:txBody>
          <a:bodyPr anchorCtr="0" anchor="b" bIns="91425" lIns="91425" spcFirstLastPara="1" rIns="91425" wrap="square" tIns="91425">
            <a:noAutofit/>
          </a:bodyPr>
          <a:lstStyle>
            <a:lvl1pPr lvl="0" rtl="0" algn="r">
              <a:lnSpc>
                <a:spcPct val="100000"/>
              </a:lnSpc>
              <a:spcBef>
                <a:spcPts val="0"/>
              </a:spcBef>
              <a:spcAft>
                <a:spcPts val="0"/>
              </a:spcAft>
              <a:buSzPts val="3000"/>
              <a:buNone/>
              <a:defRPr sz="3000"/>
            </a:lvl1pPr>
            <a:lvl2pPr lvl="1" rtl="0" algn="ctr">
              <a:lnSpc>
                <a:spcPct val="100000"/>
              </a:lnSpc>
              <a:spcBef>
                <a:spcPts val="0"/>
              </a:spcBef>
              <a:spcAft>
                <a:spcPts val="0"/>
              </a:spcAft>
              <a:buSzPts val="3000"/>
              <a:buNone/>
              <a:defRPr sz="3000"/>
            </a:lvl2pPr>
            <a:lvl3pPr lvl="2" rtl="0" algn="ctr">
              <a:lnSpc>
                <a:spcPct val="100000"/>
              </a:lnSpc>
              <a:spcBef>
                <a:spcPts val="0"/>
              </a:spcBef>
              <a:spcAft>
                <a:spcPts val="0"/>
              </a:spcAft>
              <a:buSzPts val="3000"/>
              <a:buNone/>
              <a:defRPr sz="3000"/>
            </a:lvl3pPr>
            <a:lvl4pPr lvl="3" rtl="0" algn="ctr">
              <a:lnSpc>
                <a:spcPct val="100000"/>
              </a:lnSpc>
              <a:spcBef>
                <a:spcPts val="0"/>
              </a:spcBef>
              <a:spcAft>
                <a:spcPts val="0"/>
              </a:spcAft>
              <a:buSzPts val="3000"/>
              <a:buNone/>
              <a:defRPr sz="3000"/>
            </a:lvl4pPr>
            <a:lvl5pPr lvl="4" rtl="0" algn="ctr">
              <a:lnSpc>
                <a:spcPct val="100000"/>
              </a:lnSpc>
              <a:spcBef>
                <a:spcPts val="0"/>
              </a:spcBef>
              <a:spcAft>
                <a:spcPts val="0"/>
              </a:spcAft>
              <a:buSzPts val="3000"/>
              <a:buNone/>
              <a:defRPr sz="3000"/>
            </a:lvl5pPr>
            <a:lvl6pPr lvl="5" rtl="0" algn="ctr">
              <a:lnSpc>
                <a:spcPct val="100000"/>
              </a:lnSpc>
              <a:spcBef>
                <a:spcPts val="0"/>
              </a:spcBef>
              <a:spcAft>
                <a:spcPts val="0"/>
              </a:spcAft>
              <a:buSzPts val="3000"/>
              <a:buNone/>
              <a:defRPr sz="3000"/>
            </a:lvl6pPr>
            <a:lvl7pPr lvl="6" rtl="0" algn="ctr">
              <a:lnSpc>
                <a:spcPct val="100000"/>
              </a:lnSpc>
              <a:spcBef>
                <a:spcPts val="0"/>
              </a:spcBef>
              <a:spcAft>
                <a:spcPts val="0"/>
              </a:spcAft>
              <a:buSzPts val="3000"/>
              <a:buNone/>
              <a:defRPr sz="3000"/>
            </a:lvl7pPr>
            <a:lvl8pPr lvl="7" rtl="0" algn="ctr">
              <a:lnSpc>
                <a:spcPct val="100000"/>
              </a:lnSpc>
              <a:spcBef>
                <a:spcPts val="0"/>
              </a:spcBef>
              <a:spcAft>
                <a:spcPts val="0"/>
              </a:spcAft>
              <a:buSzPts val="3000"/>
              <a:buNone/>
              <a:defRPr sz="3000"/>
            </a:lvl8pPr>
            <a:lvl9pPr lvl="8" rtl="0" algn="ctr">
              <a:lnSpc>
                <a:spcPct val="100000"/>
              </a:lnSpc>
              <a:spcBef>
                <a:spcPts val="0"/>
              </a:spcBef>
              <a:spcAft>
                <a:spcPts val="0"/>
              </a:spcAft>
              <a:buSzPts val="3000"/>
              <a:buNone/>
              <a:defRPr sz="3000"/>
            </a:lvl9pPr>
          </a:lstStyle>
          <a:p/>
        </p:txBody>
      </p:sp>
      <p:grpSp>
        <p:nvGrpSpPr>
          <p:cNvPr id="600" name="Google Shape;600;p14"/>
          <p:cNvGrpSpPr/>
          <p:nvPr/>
        </p:nvGrpSpPr>
        <p:grpSpPr>
          <a:xfrm>
            <a:off x="7107962" y="-355553"/>
            <a:ext cx="1934332" cy="1332011"/>
            <a:chOff x="7107962" y="-355553"/>
            <a:chExt cx="1934332" cy="1332011"/>
          </a:xfrm>
        </p:grpSpPr>
        <p:sp>
          <p:nvSpPr>
            <p:cNvPr id="601" name="Google Shape;601;p14"/>
            <p:cNvSpPr/>
            <p:nvPr/>
          </p:nvSpPr>
          <p:spPr>
            <a:xfrm flipH="1" rot="-157512">
              <a:off x="7124135" y="209124"/>
              <a:ext cx="650192" cy="721089"/>
            </a:xfrm>
            <a:custGeom>
              <a:rect b="b" l="l" r="r" t="t"/>
              <a:pathLst>
                <a:path extrusionOk="0" fill="none" h="28845" w="26009">
                  <a:moveTo>
                    <a:pt x="26008" y="20744"/>
                  </a:moveTo>
                  <a:lnTo>
                    <a:pt x="24980" y="6321"/>
                  </a:lnTo>
                  <a:lnTo>
                    <a:pt x="11976" y="0"/>
                  </a:lnTo>
                  <a:lnTo>
                    <a:pt x="0" y="8102"/>
                  </a:lnTo>
                  <a:lnTo>
                    <a:pt x="1028" y="22524"/>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2" name="Google Shape;602;p14"/>
            <p:cNvSpPr/>
            <p:nvPr/>
          </p:nvSpPr>
          <p:spPr>
            <a:xfrm flipH="1" rot="-157512">
              <a:off x="7112323" y="352569"/>
              <a:ext cx="57072" cy="57047"/>
            </a:xfrm>
            <a:custGeom>
              <a:rect b="b" l="l" r="r" t="t"/>
              <a:pathLst>
                <a:path extrusionOk="0" h="2282" w="2283">
                  <a:moveTo>
                    <a:pt x="1141" y="1"/>
                  </a:moveTo>
                  <a:cubicBezTo>
                    <a:pt x="511" y="1"/>
                    <a:pt x="0" y="511"/>
                    <a:pt x="0" y="1141"/>
                  </a:cubicBezTo>
                  <a:cubicBezTo>
                    <a:pt x="0" y="1771"/>
                    <a:pt x="511" y="2282"/>
                    <a:pt x="1141" y="2282"/>
                  </a:cubicBezTo>
                  <a:cubicBezTo>
                    <a:pt x="1771" y="2282"/>
                    <a:pt x="2282" y="1771"/>
                    <a:pt x="2282" y="1141"/>
                  </a:cubicBezTo>
                  <a:cubicBezTo>
                    <a:pt x="2282" y="511"/>
                    <a:pt x="1771" y="1"/>
                    <a:pt x="114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3" name="Google Shape;603;p14"/>
            <p:cNvSpPr/>
            <p:nvPr/>
          </p:nvSpPr>
          <p:spPr>
            <a:xfrm flipH="1" rot="-157512">
              <a:off x="7729061" y="729798"/>
              <a:ext cx="57072" cy="57047"/>
            </a:xfrm>
            <a:custGeom>
              <a:rect b="b" l="l" r="r" t="t"/>
              <a:pathLst>
                <a:path extrusionOk="0" h="2282" w="2283">
                  <a:moveTo>
                    <a:pt x="1141" y="0"/>
                  </a:moveTo>
                  <a:cubicBezTo>
                    <a:pt x="511" y="0"/>
                    <a:pt x="0" y="510"/>
                    <a:pt x="0" y="1140"/>
                  </a:cubicBezTo>
                  <a:cubicBezTo>
                    <a:pt x="0" y="1770"/>
                    <a:pt x="511" y="2281"/>
                    <a:pt x="1141" y="2281"/>
                  </a:cubicBezTo>
                  <a:cubicBezTo>
                    <a:pt x="1771" y="2281"/>
                    <a:pt x="2282" y="1770"/>
                    <a:pt x="2282" y="1140"/>
                  </a:cubicBezTo>
                  <a:cubicBezTo>
                    <a:pt x="2282" y="510"/>
                    <a:pt x="1771" y="0"/>
                    <a:pt x="114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4" name="Google Shape;604;p14"/>
            <p:cNvSpPr/>
            <p:nvPr/>
          </p:nvSpPr>
          <p:spPr>
            <a:xfrm flipH="1" rot="-157512">
              <a:off x="7756527" y="-354275"/>
              <a:ext cx="57072" cy="57047"/>
            </a:xfrm>
            <a:custGeom>
              <a:rect b="b" l="l" r="r" t="t"/>
              <a:pathLst>
                <a:path extrusionOk="0" h="2282" w="2283">
                  <a:moveTo>
                    <a:pt x="1142" y="0"/>
                  </a:moveTo>
                  <a:cubicBezTo>
                    <a:pt x="511" y="0"/>
                    <a:pt x="1" y="510"/>
                    <a:pt x="1" y="1140"/>
                  </a:cubicBezTo>
                  <a:cubicBezTo>
                    <a:pt x="1" y="1771"/>
                    <a:pt x="511" y="2281"/>
                    <a:pt x="1142" y="2281"/>
                  </a:cubicBezTo>
                  <a:cubicBezTo>
                    <a:pt x="1772" y="2281"/>
                    <a:pt x="2283" y="1771"/>
                    <a:pt x="2283" y="1140"/>
                  </a:cubicBezTo>
                  <a:cubicBezTo>
                    <a:pt x="2283" y="510"/>
                    <a:pt x="1772" y="0"/>
                    <a:pt x="114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5" name="Google Shape;605;p14"/>
            <p:cNvSpPr/>
            <p:nvPr/>
          </p:nvSpPr>
          <p:spPr>
            <a:xfrm flipH="1" rot="-157512">
              <a:off x="8076682" y="-309131"/>
              <a:ext cx="650217" cy="721114"/>
            </a:xfrm>
            <a:custGeom>
              <a:rect b="b" l="l" r="r" t="t"/>
              <a:pathLst>
                <a:path extrusionOk="0" fill="none" h="28846" w="26010">
                  <a:moveTo>
                    <a:pt x="26009" y="20744"/>
                  </a:moveTo>
                  <a:lnTo>
                    <a:pt x="24980" y="6322"/>
                  </a:lnTo>
                  <a:lnTo>
                    <a:pt x="11977" y="1"/>
                  </a:lnTo>
                  <a:lnTo>
                    <a:pt x="0" y="8103"/>
                  </a:lnTo>
                  <a:lnTo>
                    <a:pt x="1029" y="22525"/>
                  </a:lnTo>
                  <a:lnTo>
                    <a:pt x="14034" y="28846"/>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6" name="Google Shape;606;p14"/>
            <p:cNvSpPr/>
            <p:nvPr/>
          </p:nvSpPr>
          <p:spPr>
            <a:xfrm flipH="1" rot="-157512">
              <a:off x="7450823" y="-324986"/>
              <a:ext cx="650192" cy="721114"/>
            </a:xfrm>
            <a:custGeom>
              <a:rect b="b" l="l" r="r" t="t"/>
              <a:pathLst>
                <a:path extrusionOk="0" fill="none" h="28846" w="26009">
                  <a:moveTo>
                    <a:pt x="26009" y="20743"/>
                  </a:moveTo>
                  <a:lnTo>
                    <a:pt x="24981" y="6321"/>
                  </a:lnTo>
                  <a:lnTo>
                    <a:pt x="11977" y="0"/>
                  </a:lnTo>
                  <a:lnTo>
                    <a:pt x="0" y="8103"/>
                  </a:lnTo>
                  <a:lnTo>
                    <a:pt x="1029" y="22525"/>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7" name="Google Shape;607;p14"/>
            <p:cNvSpPr/>
            <p:nvPr/>
          </p:nvSpPr>
          <p:spPr>
            <a:xfrm flipH="1" rot="-157512">
              <a:off x="8375904" y="240832"/>
              <a:ext cx="650217" cy="721114"/>
            </a:xfrm>
            <a:custGeom>
              <a:rect b="b" l="l" r="r" t="t"/>
              <a:pathLst>
                <a:path extrusionOk="0" fill="none" h="28846" w="26010">
                  <a:moveTo>
                    <a:pt x="26010" y="20744"/>
                  </a:moveTo>
                  <a:lnTo>
                    <a:pt x="24982" y="6322"/>
                  </a:lnTo>
                  <a:lnTo>
                    <a:pt x="11977" y="1"/>
                  </a:lnTo>
                  <a:lnTo>
                    <a:pt x="1" y="8102"/>
                  </a:lnTo>
                  <a:lnTo>
                    <a:pt x="1030" y="22525"/>
                  </a:lnTo>
                  <a:lnTo>
                    <a:pt x="14034" y="28846"/>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8" name="Google Shape;608;p14"/>
            <p:cNvSpPr/>
            <p:nvPr/>
          </p:nvSpPr>
          <p:spPr>
            <a:xfrm flipH="1" rot="-157512">
              <a:off x="7750020" y="224978"/>
              <a:ext cx="650192" cy="721114"/>
            </a:xfrm>
            <a:custGeom>
              <a:rect b="b" l="l" r="r" t="t"/>
              <a:pathLst>
                <a:path extrusionOk="0" fill="none" h="28846" w="26009">
                  <a:moveTo>
                    <a:pt x="26008" y="20743"/>
                  </a:moveTo>
                  <a:lnTo>
                    <a:pt x="24980" y="6321"/>
                  </a:lnTo>
                  <a:lnTo>
                    <a:pt x="11976" y="1"/>
                  </a:lnTo>
                  <a:lnTo>
                    <a:pt x="1" y="8103"/>
                  </a:lnTo>
                  <a:lnTo>
                    <a:pt x="1029" y="22525"/>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09" name="Google Shape;609;p14"/>
          <p:cNvGrpSpPr/>
          <p:nvPr/>
        </p:nvGrpSpPr>
        <p:grpSpPr>
          <a:xfrm>
            <a:off x="108580" y="3475490"/>
            <a:ext cx="1961773" cy="2399979"/>
            <a:chOff x="108580" y="3135490"/>
            <a:chExt cx="1961773" cy="2399979"/>
          </a:xfrm>
        </p:grpSpPr>
        <p:sp>
          <p:nvSpPr>
            <p:cNvPr id="610" name="Google Shape;610;p14"/>
            <p:cNvSpPr/>
            <p:nvPr/>
          </p:nvSpPr>
          <p:spPr>
            <a:xfrm flipH="1" rot="-157512">
              <a:off x="1392148" y="3329544"/>
              <a:ext cx="57072" cy="57047"/>
            </a:xfrm>
            <a:custGeom>
              <a:rect b="b" l="l" r="r" t="t"/>
              <a:pathLst>
                <a:path extrusionOk="0" h="2282" w="2283">
                  <a:moveTo>
                    <a:pt x="1141" y="1"/>
                  </a:moveTo>
                  <a:cubicBezTo>
                    <a:pt x="511" y="1"/>
                    <a:pt x="0" y="511"/>
                    <a:pt x="0" y="1141"/>
                  </a:cubicBezTo>
                  <a:cubicBezTo>
                    <a:pt x="0" y="1771"/>
                    <a:pt x="511" y="2282"/>
                    <a:pt x="1141" y="2282"/>
                  </a:cubicBezTo>
                  <a:cubicBezTo>
                    <a:pt x="1771" y="2282"/>
                    <a:pt x="2282" y="1771"/>
                    <a:pt x="2282" y="1141"/>
                  </a:cubicBezTo>
                  <a:cubicBezTo>
                    <a:pt x="2282" y="511"/>
                    <a:pt x="1771" y="1"/>
                    <a:pt x="114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1" name="Google Shape;611;p14"/>
            <p:cNvSpPr/>
            <p:nvPr/>
          </p:nvSpPr>
          <p:spPr>
            <a:xfrm flipH="1" rot="-157512">
              <a:off x="1064998" y="3864144"/>
              <a:ext cx="57072" cy="57047"/>
            </a:xfrm>
            <a:custGeom>
              <a:rect b="b" l="l" r="r" t="t"/>
              <a:pathLst>
                <a:path extrusionOk="0" h="2282" w="2283">
                  <a:moveTo>
                    <a:pt x="1141" y="1"/>
                  </a:moveTo>
                  <a:cubicBezTo>
                    <a:pt x="511" y="1"/>
                    <a:pt x="0" y="511"/>
                    <a:pt x="0" y="1141"/>
                  </a:cubicBezTo>
                  <a:cubicBezTo>
                    <a:pt x="0" y="1771"/>
                    <a:pt x="511" y="2282"/>
                    <a:pt x="1141" y="2282"/>
                  </a:cubicBezTo>
                  <a:cubicBezTo>
                    <a:pt x="1771" y="2282"/>
                    <a:pt x="2282" y="1771"/>
                    <a:pt x="2282" y="1141"/>
                  </a:cubicBezTo>
                  <a:cubicBezTo>
                    <a:pt x="2282" y="511"/>
                    <a:pt x="1771" y="1"/>
                    <a:pt x="114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2" name="Google Shape;612;p14"/>
            <p:cNvSpPr/>
            <p:nvPr/>
          </p:nvSpPr>
          <p:spPr>
            <a:xfrm flipH="1" rot="-157512">
              <a:off x="1364223" y="4406719"/>
              <a:ext cx="57072" cy="57047"/>
            </a:xfrm>
            <a:custGeom>
              <a:rect b="b" l="l" r="r" t="t"/>
              <a:pathLst>
                <a:path extrusionOk="0" h="2282" w="2283">
                  <a:moveTo>
                    <a:pt x="1141" y="1"/>
                  </a:moveTo>
                  <a:cubicBezTo>
                    <a:pt x="511" y="1"/>
                    <a:pt x="0" y="511"/>
                    <a:pt x="0" y="1141"/>
                  </a:cubicBezTo>
                  <a:cubicBezTo>
                    <a:pt x="0" y="1771"/>
                    <a:pt x="511" y="2282"/>
                    <a:pt x="1141" y="2282"/>
                  </a:cubicBezTo>
                  <a:cubicBezTo>
                    <a:pt x="1771" y="2282"/>
                    <a:pt x="2282" y="1771"/>
                    <a:pt x="2282" y="1141"/>
                  </a:cubicBezTo>
                  <a:cubicBezTo>
                    <a:pt x="2282" y="511"/>
                    <a:pt x="1771" y="1"/>
                    <a:pt x="114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3" name="Google Shape;613;p14"/>
            <p:cNvSpPr/>
            <p:nvPr/>
          </p:nvSpPr>
          <p:spPr>
            <a:xfrm flipH="1" rot="-157512">
              <a:off x="119483" y="4382794"/>
              <a:ext cx="57072" cy="57047"/>
            </a:xfrm>
            <a:custGeom>
              <a:rect b="b" l="l" r="r" t="t"/>
              <a:pathLst>
                <a:path extrusionOk="0" h="2282" w="2283">
                  <a:moveTo>
                    <a:pt x="1141" y="1"/>
                  </a:moveTo>
                  <a:cubicBezTo>
                    <a:pt x="511" y="1"/>
                    <a:pt x="0" y="511"/>
                    <a:pt x="0" y="1141"/>
                  </a:cubicBezTo>
                  <a:cubicBezTo>
                    <a:pt x="0" y="1771"/>
                    <a:pt x="511" y="2282"/>
                    <a:pt x="1141" y="2282"/>
                  </a:cubicBezTo>
                  <a:cubicBezTo>
                    <a:pt x="1771" y="2282"/>
                    <a:pt x="2282" y="1771"/>
                    <a:pt x="2282" y="1141"/>
                  </a:cubicBezTo>
                  <a:cubicBezTo>
                    <a:pt x="2282" y="511"/>
                    <a:pt x="1771" y="1"/>
                    <a:pt x="114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14" name="Google Shape;614;p14"/>
            <p:cNvGrpSpPr/>
            <p:nvPr/>
          </p:nvGrpSpPr>
          <p:grpSpPr>
            <a:xfrm>
              <a:off x="108580" y="3135490"/>
              <a:ext cx="1961773" cy="2399979"/>
              <a:chOff x="108580" y="3135490"/>
              <a:chExt cx="1961773" cy="2399979"/>
            </a:xfrm>
          </p:grpSpPr>
          <p:sp>
            <p:nvSpPr>
              <p:cNvPr id="615" name="Google Shape;615;p14"/>
              <p:cNvSpPr/>
              <p:nvPr/>
            </p:nvSpPr>
            <p:spPr>
              <a:xfrm flipH="1" rot="-157512">
                <a:off x="1376547" y="4265784"/>
                <a:ext cx="650167" cy="721089"/>
              </a:xfrm>
              <a:custGeom>
                <a:rect b="b" l="l" r="r" t="t"/>
                <a:pathLst>
                  <a:path extrusionOk="0" fill="none" h="28845" w="26008">
                    <a:moveTo>
                      <a:pt x="26008" y="20743"/>
                    </a:moveTo>
                    <a:lnTo>
                      <a:pt x="24980" y="6320"/>
                    </a:lnTo>
                    <a:lnTo>
                      <a:pt x="11975" y="1"/>
                    </a:lnTo>
                    <a:lnTo>
                      <a:pt x="0" y="8102"/>
                    </a:lnTo>
                    <a:lnTo>
                      <a:pt x="1028" y="22524"/>
                    </a:lnTo>
                    <a:lnTo>
                      <a:pt x="14032" y="28844"/>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6" name="Google Shape;616;p14"/>
              <p:cNvSpPr/>
              <p:nvPr/>
            </p:nvSpPr>
            <p:spPr>
              <a:xfrm flipH="1" rot="-157512">
                <a:off x="1077325" y="3715820"/>
                <a:ext cx="650192" cy="721089"/>
              </a:xfrm>
              <a:custGeom>
                <a:rect b="b" l="l" r="r" t="t"/>
                <a:pathLst>
                  <a:path extrusionOk="0" fill="none" h="28845" w="26009">
                    <a:moveTo>
                      <a:pt x="26008" y="20743"/>
                    </a:moveTo>
                    <a:lnTo>
                      <a:pt x="24980" y="6321"/>
                    </a:lnTo>
                    <a:lnTo>
                      <a:pt x="11976" y="1"/>
                    </a:lnTo>
                    <a:lnTo>
                      <a:pt x="0" y="8102"/>
                    </a:lnTo>
                    <a:lnTo>
                      <a:pt x="1028" y="22525"/>
                    </a:lnTo>
                    <a:lnTo>
                      <a:pt x="14033" y="28844"/>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7" name="Google Shape;617;p14"/>
              <p:cNvSpPr/>
              <p:nvPr/>
            </p:nvSpPr>
            <p:spPr>
              <a:xfrm flipH="1" rot="-157512">
                <a:off x="1404013" y="3181711"/>
                <a:ext cx="650167" cy="721089"/>
              </a:xfrm>
              <a:custGeom>
                <a:rect b="b" l="l" r="r" t="t"/>
                <a:pathLst>
                  <a:path extrusionOk="0" fill="none" h="28845" w="26008">
                    <a:moveTo>
                      <a:pt x="26008" y="20744"/>
                    </a:moveTo>
                    <a:lnTo>
                      <a:pt x="24980" y="6321"/>
                    </a:lnTo>
                    <a:lnTo>
                      <a:pt x="11976" y="1"/>
                    </a:lnTo>
                    <a:lnTo>
                      <a:pt x="0" y="8102"/>
                    </a:lnTo>
                    <a:lnTo>
                      <a:pt x="1028" y="22524"/>
                    </a:lnTo>
                    <a:lnTo>
                      <a:pt x="14032"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8" name="Google Shape;618;p14"/>
              <p:cNvSpPr/>
              <p:nvPr/>
            </p:nvSpPr>
            <p:spPr>
              <a:xfrm flipH="1" rot="-157512">
                <a:off x="451466" y="3699965"/>
                <a:ext cx="650167" cy="721089"/>
              </a:xfrm>
              <a:custGeom>
                <a:rect b="b" l="l" r="r" t="t"/>
                <a:pathLst>
                  <a:path extrusionOk="0" fill="none" h="28845" w="26008">
                    <a:moveTo>
                      <a:pt x="26008" y="20743"/>
                    </a:moveTo>
                    <a:lnTo>
                      <a:pt x="24980" y="6321"/>
                    </a:lnTo>
                    <a:lnTo>
                      <a:pt x="11976" y="0"/>
                    </a:lnTo>
                    <a:lnTo>
                      <a:pt x="0" y="8102"/>
                    </a:lnTo>
                    <a:lnTo>
                      <a:pt x="1028" y="22524"/>
                    </a:lnTo>
                    <a:lnTo>
                      <a:pt x="14032"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9" name="Google Shape;619;p14"/>
              <p:cNvSpPr/>
              <p:nvPr/>
            </p:nvSpPr>
            <p:spPr>
              <a:xfrm flipH="1" rot="-157512">
                <a:off x="152244" y="3150001"/>
                <a:ext cx="650192" cy="721089"/>
              </a:xfrm>
              <a:custGeom>
                <a:rect b="b" l="l" r="r" t="t"/>
                <a:pathLst>
                  <a:path extrusionOk="0" fill="none" h="28845" w="26009">
                    <a:moveTo>
                      <a:pt x="26008" y="20743"/>
                    </a:moveTo>
                    <a:lnTo>
                      <a:pt x="24980" y="6321"/>
                    </a:lnTo>
                    <a:lnTo>
                      <a:pt x="11976" y="0"/>
                    </a:lnTo>
                    <a:lnTo>
                      <a:pt x="1" y="8102"/>
                    </a:lnTo>
                    <a:lnTo>
                      <a:pt x="1029" y="22524"/>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0" name="Google Shape;620;p14"/>
              <p:cNvSpPr/>
              <p:nvPr/>
            </p:nvSpPr>
            <p:spPr>
              <a:xfrm flipH="1" rot="-157512">
                <a:off x="778129" y="3165856"/>
                <a:ext cx="650192" cy="721114"/>
              </a:xfrm>
              <a:custGeom>
                <a:rect b="b" l="l" r="r" t="t"/>
                <a:pathLst>
                  <a:path extrusionOk="0" fill="none" h="28846" w="26009">
                    <a:moveTo>
                      <a:pt x="26009" y="20743"/>
                    </a:moveTo>
                    <a:lnTo>
                      <a:pt x="24981" y="6321"/>
                    </a:lnTo>
                    <a:lnTo>
                      <a:pt x="11976" y="1"/>
                    </a:lnTo>
                    <a:lnTo>
                      <a:pt x="1" y="8102"/>
                    </a:lnTo>
                    <a:lnTo>
                      <a:pt x="1029" y="22525"/>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1" name="Google Shape;621;p14"/>
              <p:cNvSpPr/>
              <p:nvPr/>
            </p:nvSpPr>
            <p:spPr>
              <a:xfrm flipH="1" rot="-157512">
                <a:off x="124753" y="4234050"/>
                <a:ext cx="650217" cy="721114"/>
              </a:xfrm>
              <a:custGeom>
                <a:rect b="b" l="l" r="r" t="t"/>
                <a:pathLst>
                  <a:path extrusionOk="0" fill="none" h="28846" w="26010">
                    <a:moveTo>
                      <a:pt x="26009" y="20743"/>
                    </a:moveTo>
                    <a:lnTo>
                      <a:pt x="24980" y="6322"/>
                    </a:lnTo>
                    <a:lnTo>
                      <a:pt x="11976" y="1"/>
                    </a:lnTo>
                    <a:lnTo>
                      <a:pt x="0" y="8103"/>
                    </a:lnTo>
                    <a:lnTo>
                      <a:pt x="1029" y="22525"/>
                    </a:lnTo>
                    <a:lnTo>
                      <a:pt x="14033" y="28846"/>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2" name="Google Shape;622;p14"/>
              <p:cNvSpPr/>
              <p:nvPr/>
            </p:nvSpPr>
            <p:spPr>
              <a:xfrm flipH="1" rot="-157512">
                <a:off x="423974" y="4784014"/>
                <a:ext cx="650192" cy="721089"/>
              </a:xfrm>
              <a:custGeom>
                <a:rect b="b" l="l" r="r" t="t"/>
                <a:pathLst>
                  <a:path extrusionOk="0" fill="none" h="28845" w="26009">
                    <a:moveTo>
                      <a:pt x="26009" y="20743"/>
                    </a:moveTo>
                    <a:lnTo>
                      <a:pt x="24980" y="6322"/>
                    </a:lnTo>
                    <a:lnTo>
                      <a:pt x="11976" y="1"/>
                    </a:lnTo>
                    <a:lnTo>
                      <a:pt x="0" y="8102"/>
                    </a:lnTo>
                    <a:lnTo>
                      <a:pt x="1029" y="22525"/>
                    </a:lnTo>
                    <a:lnTo>
                      <a:pt x="14032"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3" name="Google Shape;623;p14"/>
              <p:cNvSpPr/>
              <p:nvPr/>
            </p:nvSpPr>
            <p:spPr>
              <a:xfrm flipH="1" rot="-157512">
                <a:off x="1049859" y="4799893"/>
                <a:ext cx="650192" cy="721064"/>
              </a:xfrm>
              <a:custGeom>
                <a:rect b="b" l="l" r="r" t="t"/>
                <a:pathLst>
                  <a:path extrusionOk="0" fill="none" h="28844" w="26009">
                    <a:moveTo>
                      <a:pt x="26009" y="20743"/>
                    </a:moveTo>
                    <a:lnTo>
                      <a:pt x="24980" y="6320"/>
                    </a:lnTo>
                    <a:lnTo>
                      <a:pt x="11976" y="0"/>
                    </a:lnTo>
                    <a:lnTo>
                      <a:pt x="0" y="8101"/>
                    </a:lnTo>
                    <a:lnTo>
                      <a:pt x="1028" y="22523"/>
                    </a:lnTo>
                    <a:lnTo>
                      <a:pt x="14033" y="28844"/>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p:cSld name="CUSTOM">
    <p:spTree>
      <p:nvGrpSpPr>
        <p:cNvPr id="624" name="Shape 624"/>
        <p:cNvGrpSpPr/>
        <p:nvPr/>
      </p:nvGrpSpPr>
      <p:grpSpPr>
        <a:xfrm>
          <a:off x="0" y="0"/>
          <a:ext cx="0" cy="0"/>
          <a:chOff x="0" y="0"/>
          <a:chExt cx="0" cy="0"/>
        </a:xfrm>
      </p:grpSpPr>
      <p:grpSp>
        <p:nvGrpSpPr>
          <p:cNvPr id="625" name="Google Shape;625;p15"/>
          <p:cNvGrpSpPr/>
          <p:nvPr/>
        </p:nvGrpSpPr>
        <p:grpSpPr>
          <a:xfrm rot="10800000">
            <a:off x="5530217" y="3662226"/>
            <a:ext cx="3811962" cy="1913484"/>
            <a:chOff x="4673664" y="4413931"/>
            <a:chExt cx="3811962" cy="1913484"/>
          </a:xfrm>
        </p:grpSpPr>
        <p:grpSp>
          <p:nvGrpSpPr>
            <p:cNvPr id="626" name="Google Shape;626;p15"/>
            <p:cNvGrpSpPr/>
            <p:nvPr/>
          </p:nvGrpSpPr>
          <p:grpSpPr>
            <a:xfrm>
              <a:off x="4673664" y="4413931"/>
              <a:ext cx="3811962" cy="1913484"/>
              <a:chOff x="3825164" y="2626856"/>
              <a:chExt cx="3811962" cy="1913484"/>
            </a:xfrm>
          </p:grpSpPr>
          <p:sp>
            <p:nvSpPr>
              <p:cNvPr id="627" name="Google Shape;627;p15"/>
              <p:cNvSpPr/>
              <p:nvPr/>
            </p:nvSpPr>
            <p:spPr>
              <a:xfrm rot="157512">
                <a:off x="3841337" y="2720667"/>
                <a:ext cx="650192" cy="721114"/>
              </a:xfrm>
              <a:custGeom>
                <a:rect b="b" l="l" r="r" t="t"/>
                <a:pathLst>
                  <a:path extrusionOk="0" fill="none" h="28846" w="26009">
                    <a:moveTo>
                      <a:pt x="26009" y="20743"/>
                    </a:moveTo>
                    <a:lnTo>
                      <a:pt x="24980" y="6321"/>
                    </a:lnTo>
                    <a:lnTo>
                      <a:pt x="11975" y="0"/>
                    </a:lnTo>
                    <a:lnTo>
                      <a:pt x="0" y="8102"/>
                    </a:lnTo>
                    <a:lnTo>
                      <a:pt x="1029" y="22524"/>
                    </a:lnTo>
                    <a:lnTo>
                      <a:pt x="14032"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8" name="Google Shape;628;p15"/>
              <p:cNvSpPr/>
              <p:nvPr/>
            </p:nvSpPr>
            <p:spPr>
              <a:xfrm rot="157512">
                <a:off x="4467198" y="2704787"/>
                <a:ext cx="650217" cy="721114"/>
              </a:xfrm>
              <a:custGeom>
                <a:rect b="b" l="l" r="r" t="t"/>
                <a:pathLst>
                  <a:path extrusionOk="0" fill="none" h="28846" w="26010">
                    <a:moveTo>
                      <a:pt x="26010" y="20743"/>
                    </a:moveTo>
                    <a:lnTo>
                      <a:pt x="24982" y="6322"/>
                    </a:lnTo>
                    <a:lnTo>
                      <a:pt x="11977" y="1"/>
                    </a:lnTo>
                    <a:lnTo>
                      <a:pt x="1" y="8103"/>
                    </a:lnTo>
                    <a:lnTo>
                      <a:pt x="1030" y="22525"/>
                    </a:lnTo>
                    <a:lnTo>
                      <a:pt x="14033" y="28846"/>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9" name="Google Shape;629;p15"/>
              <p:cNvSpPr/>
              <p:nvPr/>
            </p:nvSpPr>
            <p:spPr>
              <a:xfrm rot="157512">
                <a:off x="5093107" y="2688958"/>
                <a:ext cx="650192" cy="721089"/>
              </a:xfrm>
              <a:custGeom>
                <a:rect b="b" l="l" r="r" t="t"/>
                <a:pathLst>
                  <a:path extrusionOk="0" fill="none" h="28845" w="26009">
                    <a:moveTo>
                      <a:pt x="26008" y="20743"/>
                    </a:moveTo>
                    <a:lnTo>
                      <a:pt x="24980" y="6320"/>
                    </a:lnTo>
                    <a:lnTo>
                      <a:pt x="11976" y="0"/>
                    </a:lnTo>
                    <a:lnTo>
                      <a:pt x="1" y="8102"/>
                    </a:lnTo>
                    <a:lnTo>
                      <a:pt x="1029" y="22523"/>
                    </a:lnTo>
                    <a:lnTo>
                      <a:pt x="14033" y="28844"/>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0" name="Google Shape;630;p15"/>
              <p:cNvSpPr/>
              <p:nvPr/>
            </p:nvSpPr>
            <p:spPr>
              <a:xfrm rot="157512">
                <a:off x="5718992" y="2673103"/>
                <a:ext cx="650192" cy="721064"/>
              </a:xfrm>
              <a:custGeom>
                <a:rect b="b" l="l" r="r" t="t"/>
                <a:pathLst>
                  <a:path extrusionOk="0" fill="none" h="28844" w="26009">
                    <a:moveTo>
                      <a:pt x="26008" y="20743"/>
                    </a:moveTo>
                    <a:lnTo>
                      <a:pt x="24980" y="6321"/>
                    </a:lnTo>
                    <a:lnTo>
                      <a:pt x="11976" y="0"/>
                    </a:lnTo>
                    <a:lnTo>
                      <a:pt x="0" y="8101"/>
                    </a:lnTo>
                    <a:lnTo>
                      <a:pt x="1028" y="22524"/>
                    </a:lnTo>
                    <a:lnTo>
                      <a:pt x="14033" y="28844"/>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1" name="Google Shape;631;p15"/>
              <p:cNvSpPr/>
              <p:nvPr/>
            </p:nvSpPr>
            <p:spPr>
              <a:xfrm rot="157512">
                <a:off x="6344876" y="2657223"/>
                <a:ext cx="650167" cy="721114"/>
              </a:xfrm>
              <a:custGeom>
                <a:rect b="b" l="l" r="r" t="t"/>
                <a:pathLst>
                  <a:path extrusionOk="0" fill="none" h="28846" w="26008">
                    <a:moveTo>
                      <a:pt x="26008" y="20743"/>
                    </a:moveTo>
                    <a:lnTo>
                      <a:pt x="24980" y="6321"/>
                    </a:lnTo>
                    <a:lnTo>
                      <a:pt x="11975" y="1"/>
                    </a:lnTo>
                    <a:lnTo>
                      <a:pt x="0" y="8103"/>
                    </a:lnTo>
                    <a:lnTo>
                      <a:pt x="1028" y="22525"/>
                    </a:lnTo>
                    <a:lnTo>
                      <a:pt x="14032"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2" name="Google Shape;632;p15"/>
              <p:cNvSpPr/>
              <p:nvPr/>
            </p:nvSpPr>
            <p:spPr>
              <a:xfrm rot="157512">
                <a:off x="6970736" y="2641369"/>
                <a:ext cx="650217" cy="721114"/>
              </a:xfrm>
              <a:custGeom>
                <a:rect b="b" l="l" r="r" t="t"/>
                <a:pathLst>
                  <a:path extrusionOk="0" fill="none" h="28846" w="26010">
                    <a:moveTo>
                      <a:pt x="26010" y="20743"/>
                    </a:moveTo>
                    <a:lnTo>
                      <a:pt x="24981" y="6321"/>
                    </a:lnTo>
                    <a:lnTo>
                      <a:pt x="11976" y="0"/>
                    </a:lnTo>
                    <a:lnTo>
                      <a:pt x="1" y="8102"/>
                    </a:lnTo>
                    <a:lnTo>
                      <a:pt x="1029" y="22524"/>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3" name="Google Shape;633;p15"/>
              <p:cNvSpPr/>
              <p:nvPr/>
            </p:nvSpPr>
            <p:spPr>
              <a:xfrm rot="157512">
                <a:off x="4168001" y="3254751"/>
                <a:ext cx="650217" cy="721114"/>
              </a:xfrm>
              <a:custGeom>
                <a:rect b="b" l="l" r="r" t="t"/>
                <a:pathLst>
                  <a:path extrusionOk="0" fill="none" h="28846" w="26010">
                    <a:moveTo>
                      <a:pt x="26009" y="20744"/>
                    </a:moveTo>
                    <a:lnTo>
                      <a:pt x="24980" y="6322"/>
                    </a:lnTo>
                    <a:lnTo>
                      <a:pt x="11977" y="1"/>
                    </a:lnTo>
                    <a:lnTo>
                      <a:pt x="0" y="8103"/>
                    </a:lnTo>
                    <a:lnTo>
                      <a:pt x="1029" y="22525"/>
                    </a:lnTo>
                    <a:lnTo>
                      <a:pt x="14034" y="28846"/>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4" name="Google Shape;634;p15"/>
              <p:cNvSpPr/>
              <p:nvPr/>
            </p:nvSpPr>
            <p:spPr>
              <a:xfrm rot="157512">
                <a:off x="4793885" y="3238896"/>
                <a:ext cx="650192" cy="721114"/>
              </a:xfrm>
              <a:custGeom>
                <a:rect b="b" l="l" r="r" t="t"/>
                <a:pathLst>
                  <a:path extrusionOk="0" fill="none" h="28846" w="26009">
                    <a:moveTo>
                      <a:pt x="26009" y="20743"/>
                    </a:moveTo>
                    <a:lnTo>
                      <a:pt x="24981" y="6321"/>
                    </a:lnTo>
                    <a:lnTo>
                      <a:pt x="11977" y="0"/>
                    </a:lnTo>
                    <a:lnTo>
                      <a:pt x="0" y="8103"/>
                    </a:lnTo>
                    <a:lnTo>
                      <a:pt x="1029" y="22525"/>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5" name="Google Shape;635;p15"/>
              <p:cNvSpPr/>
              <p:nvPr/>
            </p:nvSpPr>
            <p:spPr>
              <a:xfrm rot="157512">
                <a:off x="5419770" y="3223067"/>
                <a:ext cx="650192" cy="721064"/>
              </a:xfrm>
              <a:custGeom>
                <a:rect b="b" l="l" r="r" t="t"/>
                <a:pathLst>
                  <a:path extrusionOk="0" fill="none" h="28844" w="26009">
                    <a:moveTo>
                      <a:pt x="26009" y="20743"/>
                    </a:moveTo>
                    <a:lnTo>
                      <a:pt x="24981" y="6320"/>
                    </a:lnTo>
                    <a:lnTo>
                      <a:pt x="11976" y="0"/>
                    </a:lnTo>
                    <a:lnTo>
                      <a:pt x="1" y="8101"/>
                    </a:lnTo>
                    <a:lnTo>
                      <a:pt x="1029" y="22523"/>
                    </a:lnTo>
                    <a:lnTo>
                      <a:pt x="14033" y="28844"/>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6" name="Google Shape;636;p15"/>
              <p:cNvSpPr/>
              <p:nvPr/>
            </p:nvSpPr>
            <p:spPr>
              <a:xfrm rot="157512">
                <a:off x="6045654" y="3207187"/>
                <a:ext cx="650192" cy="721114"/>
              </a:xfrm>
              <a:custGeom>
                <a:rect b="b" l="l" r="r" t="t"/>
                <a:pathLst>
                  <a:path extrusionOk="0" fill="none" h="28846" w="26009">
                    <a:moveTo>
                      <a:pt x="26008" y="20743"/>
                    </a:moveTo>
                    <a:lnTo>
                      <a:pt x="24980" y="6321"/>
                    </a:lnTo>
                    <a:lnTo>
                      <a:pt x="11976" y="1"/>
                    </a:lnTo>
                    <a:lnTo>
                      <a:pt x="1" y="8102"/>
                    </a:lnTo>
                    <a:lnTo>
                      <a:pt x="1029" y="22525"/>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7" name="Google Shape;637;p15"/>
              <p:cNvSpPr/>
              <p:nvPr/>
            </p:nvSpPr>
            <p:spPr>
              <a:xfrm rot="157512">
                <a:off x="3868779" y="3804714"/>
                <a:ext cx="650217" cy="721114"/>
              </a:xfrm>
              <a:custGeom>
                <a:rect b="b" l="l" r="r" t="t"/>
                <a:pathLst>
                  <a:path extrusionOk="0" fill="none" h="28846" w="26010">
                    <a:moveTo>
                      <a:pt x="26010" y="20744"/>
                    </a:moveTo>
                    <a:lnTo>
                      <a:pt x="24982" y="6322"/>
                    </a:lnTo>
                    <a:lnTo>
                      <a:pt x="11977" y="1"/>
                    </a:lnTo>
                    <a:lnTo>
                      <a:pt x="1" y="8102"/>
                    </a:lnTo>
                    <a:lnTo>
                      <a:pt x="1030" y="22525"/>
                    </a:lnTo>
                    <a:lnTo>
                      <a:pt x="14034" y="28846"/>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8" name="Google Shape;638;p15"/>
              <p:cNvSpPr/>
              <p:nvPr/>
            </p:nvSpPr>
            <p:spPr>
              <a:xfrm rot="157512">
                <a:off x="4494689" y="3788860"/>
                <a:ext cx="650192" cy="721114"/>
              </a:xfrm>
              <a:custGeom>
                <a:rect b="b" l="l" r="r" t="t"/>
                <a:pathLst>
                  <a:path extrusionOk="0" fill="none" h="28846" w="26009">
                    <a:moveTo>
                      <a:pt x="26008" y="20743"/>
                    </a:moveTo>
                    <a:lnTo>
                      <a:pt x="24980" y="6321"/>
                    </a:lnTo>
                    <a:lnTo>
                      <a:pt x="11976" y="1"/>
                    </a:lnTo>
                    <a:lnTo>
                      <a:pt x="1" y="8103"/>
                    </a:lnTo>
                    <a:lnTo>
                      <a:pt x="1029" y="22525"/>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9" name="Google Shape;639;p15"/>
              <p:cNvSpPr/>
              <p:nvPr/>
            </p:nvSpPr>
            <p:spPr>
              <a:xfrm rot="157512">
                <a:off x="5120574" y="3773006"/>
                <a:ext cx="650192" cy="721089"/>
              </a:xfrm>
              <a:custGeom>
                <a:rect b="b" l="l" r="r" t="t"/>
                <a:pathLst>
                  <a:path extrusionOk="0" fill="none" h="28845" w="26009">
                    <a:moveTo>
                      <a:pt x="26008" y="20744"/>
                    </a:moveTo>
                    <a:lnTo>
                      <a:pt x="24980" y="6321"/>
                    </a:lnTo>
                    <a:lnTo>
                      <a:pt x="11976" y="0"/>
                    </a:lnTo>
                    <a:lnTo>
                      <a:pt x="0" y="8102"/>
                    </a:lnTo>
                    <a:lnTo>
                      <a:pt x="1028" y="22524"/>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40" name="Google Shape;640;p15"/>
            <p:cNvSpPr/>
            <p:nvPr/>
          </p:nvSpPr>
          <p:spPr>
            <a:xfrm rot="157512">
              <a:off x="8124633" y="5115580"/>
              <a:ext cx="57047" cy="57047"/>
            </a:xfrm>
            <a:custGeom>
              <a:rect b="b" l="l" r="r" t="t"/>
              <a:pathLst>
                <a:path extrusionOk="0" h="2282" w="2282">
                  <a:moveTo>
                    <a:pt x="1140" y="0"/>
                  </a:moveTo>
                  <a:cubicBezTo>
                    <a:pt x="511" y="0"/>
                    <a:pt x="0" y="511"/>
                    <a:pt x="0" y="1141"/>
                  </a:cubicBezTo>
                  <a:cubicBezTo>
                    <a:pt x="0" y="1771"/>
                    <a:pt x="510" y="2281"/>
                    <a:pt x="1140" y="2281"/>
                  </a:cubicBezTo>
                  <a:cubicBezTo>
                    <a:pt x="1771" y="2281"/>
                    <a:pt x="2281" y="1771"/>
                    <a:pt x="2281" y="1141"/>
                  </a:cubicBezTo>
                  <a:cubicBezTo>
                    <a:pt x="2281" y="511"/>
                    <a:pt x="1771" y="0"/>
                    <a:pt x="114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1" name="Google Shape;641;p15"/>
            <p:cNvSpPr/>
            <p:nvPr/>
          </p:nvSpPr>
          <p:spPr>
            <a:xfrm rot="157512">
              <a:off x="6574005" y="5703526"/>
              <a:ext cx="57072" cy="57047"/>
            </a:xfrm>
            <a:custGeom>
              <a:rect b="b" l="l" r="r" t="t"/>
              <a:pathLst>
                <a:path extrusionOk="0" h="2282" w="2283">
                  <a:moveTo>
                    <a:pt x="1141" y="1"/>
                  </a:moveTo>
                  <a:cubicBezTo>
                    <a:pt x="511" y="1"/>
                    <a:pt x="0" y="511"/>
                    <a:pt x="0" y="1141"/>
                  </a:cubicBezTo>
                  <a:cubicBezTo>
                    <a:pt x="0" y="1771"/>
                    <a:pt x="511" y="2282"/>
                    <a:pt x="1141" y="2282"/>
                  </a:cubicBezTo>
                  <a:cubicBezTo>
                    <a:pt x="1771" y="2282"/>
                    <a:pt x="2282" y="1771"/>
                    <a:pt x="2282" y="1141"/>
                  </a:cubicBezTo>
                  <a:cubicBezTo>
                    <a:pt x="2282" y="511"/>
                    <a:pt x="1771" y="1"/>
                    <a:pt x="114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2" name="Google Shape;642;p15"/>
            <p:cNvSpPr/>
            <p:nvPr/>
          </p:nvSpPr>
          <p:spPr>
            <a:xfrm rot="157512">
              <a:off x="5957267" y="6080755"/>
              <a:ext cx="57072" cy="57047"/>
            </a:xfrm>
            <a:custGeom>
              <a:rect b="b" l="l" r="r" t="t"/>
              <a:pathLst>
                <a:path extrusionOk="0" h="2282" w="2283">
                  <a:moveTo>
                    <a:pt x="1141" y="0"/>
                  </a:moveTo>
                  <a:cubicBezTo>
                    <a:pt x="511" y="0"/>
                    <a:pt x="0" y="510"/>
                    <a:pt x="0" y="1140"/>
                  </a:cubicBezTo>
                  <a:cubicBezTo>
                    <a:pt x="0" y="1770"/>
                    <a:pt x="511" y="2281"/>
                    <a:pt x="1141" y="2281"/>
                  </a:cubicBezTo>
                  <a:cubicBezTo>
                    <a:pt x="1771" y="2281"/>
                    <a:pt x="2282" y="1770"/>
                    <a:pt x="2282" y="1140"/>
                  </a:cubicBezTo>
                  <a:cubicBezTo>
                    <a:pt x="2282" y="510"/>
                    <a:pt x="1771" y="0"/>
                    <a:pt x="114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3" name="Google Shape;643;p15"/>
            <p:cNvSpPr/>
            <p:nvPr/>
          </p:nvSpPr>
          <p:spPr>
            <a:xfrm rot="157512">
              <a:off x="5929801" y="4996682"/>
              <a:ext cx="57072" cy="57047"/>
            </a:xfrm>
            <a:custGeom>
              <a:rect b="b" l="l" r="r" t="t"/>
              <a:pathLst>
                <a:path extrusionOk="0" h="2282" w="2283">
                  <a:moveTo>
                    <a:pt x="1142" y="0"/>
                  </a:moveTo>
                  <a:cubicBezTo>
                    <a:pt x="511" y="0"/>
                    <a:pt x="1" y="510"/>
                    <a:pt x="1" y="1140"/>
                  </a:cubicBezTo>
                  <a:cubicBezTo>
                    <a:pt x="1" y="1771"/>
                    <a:pt x="511" y="2281"/>
                    <a:pt x="1142" y="2281"/>
                  </a:cubicBezTo>
                  <a:cubicBezTo>
                    <a:pt x="1772" y="2281"/>
                    <a:pt x="2283" y="1771"/>
                    <a:pt x="2283" y="1140"/>
                  </a:cubicBezTo>
                  <a:cubicBezTo>
                    <a:pt x="2283" y="510"/>
                    <a:pt x="1772" y="0"/>
                    <a:pt x="114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44" name="Google Shape;644;p15"/>
          <p:cNvSpPr txBox="1"/>
          <p:nvPr>
            <p:ph type="title"/>
          </p:nvPr>
        </p:nvSpPr>
        <p:spPr>
          <a:xfrm>
            <a:off x="720000" y="1354363"/>
            <a:ext cx="3594000" cy="1632000"/>
          </a:xfrm>
          <a:prstGeom prst="rect">
            <a:avLst/>
          </a:prstGeom>
        </p:spPr>
        <p:txBody>
          <a:bodyPr anchorCtr="0" anchor="b" bIns="91425" lIns="91425" spcFirstLastPara="1" rIns="91425" wrap="square" tIns="91425">
            <a:noAutofit/>
          </a:bodyPr>
          <a:lstStyle>
            <a:lvl1pPr lvl="0" rtl="0">
              <a:spcBef>
                <a:spcPts val="0"/>
              </a:spcBef>
              <a:spcAft>
                <a:spcPts val="0"/>
              </a:spcAft>
              <a:buSzPts val="3200"/>
              <a:buNone/>
              <a:defRPr/>
            </a:lvl1pPr>
            <a:lvl2pPr lvl="1" rtl="0">
              <a:spcBef>
                <a:spcPts val="0"/>
              </a:spcBef>
              <a:spcAft>
                <a:spcPts val="0"/>
              </a:spcAft>
              <a:buSzPts val="3200"/>
              <a:buNone/>
              <a:defRPr/>
            </a:lvl2pPr>
            <a:lvl3pPr lvl="2" rtl="0">
              <a:spcBef>
                <a:spcPts val="0"/>
              </a:spcBef>
              <a:spcAft>
                <a:spcPts val="0"/>
              </a:spcAft>
              <a:buSzPts val="3200"/>
              <a:buNone/>
              <a:defRPr/>
            </a:lvl3pPr>
            <a:lvl4pPr lvl="3" rtl="0">
              <a:spcBef>
                <a:spcPts val="0"/>
              </a:spcBef>
              <a:spcAft>
                <a:spcPts val="0"/>
              </a:spcAft>
              <a:buSzPts val="3200"/>
              <a:buNone/>
              <a:defRPr/>
            </a:lvl4pPr>
            <a:lvl5pPr lvl="4" rtl="0">
              <a:spcBef>
                <a:spcPts val="0"/>
              </a:spcBef>
              <a:spcAft>
                <a:spcPts val="0"/>
              </a:spcAft>
              <a:buSzPts val="3200"/>
              <a:buNone/>
              <a:defRPr/>
            </a:lvl5pPr>
            <a:lvl6pPr lvl="5" rtl="0">
              <a:spcBef>
                <a:spcPts val="0"/>
              </a:spcBef>
              <a:spcAft>
                <a:spcPts val="0"/>
              </a:spcAft>
              <a:buSzPts val="3200"/>
              <a:buNone/>
              <a:defRPr/>
            </a:lvl6pPr>
            <a:lvl7pPr lvl="6" rtl="0">
              <a:spcBef>
                <a:spcPts val="0"/>
              </a:spcBef>
              <a:spcAft>
                <a:spcPts val="0"/>
              </a:spcAft>
              <a:buSzPts val="3200"/>
              <a:buNone/>
              <a:defRPr/>
            </a:lvl7pPr>
            <a:lvl8pPr lvl="7" rtl="0">
              <a:spcBef>
                <a:spcPts val="0"/>
              </a:spcBef>
              <a:spcAft>
                <a:spcPts val="0"/>
              </a:spcAft>
              <a:buSzPts val="3200"/>
              <a:buNone/>
              <a:defRPr/>
            </a:lvl8pPr>
            <a:lvl9pPr lvl="8" rtl="0">
              <a:spcBef>
                <a:spcPts val="0"/>
              </a:spcBef>
              <a:spcAft>
                <a:spcPts val="0"/>
              </a:spcAft>
              <a:buSzPts val="3200"/>
              <a:buNone/>
              <a:defRPr/>
            </a:lvl9pPr>
          </a:lstStyle>
          <a:p/>
        </p:txBody>
      </p:sp>
      <p:sp>
        <p:nvSpPr>
          <p:cNvPr id="645" name="Google Shape;645;p15"/>
          <p:cNvSpPr txBox="1"/>
          <p:nvPr>
            <p:ph idx="1" type="subTitle"/>
          </p:nvPr>
        </p:nvSpPr>
        <p:spPr>
          <a:xfrm>
            <a:off x="720000" y="2986350"/>
            <a:ext cx="3594000" cy="9633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646" name="Google Shape;646;p15"/>
          <p:cNvSpPr/>
          <p:nvPr>
            <p:ph idx="2" type="pic"/>
          </p:nvPr>
        </p:nvSpPr>
        <p:spPr>
          <a:xfrm>
            <a:off x="4627875" y="778125"/>
            <a:ext cx="3627900" cy="3762900"/>
          </a:xfrm>
          <a:prstGeom prst="roundRect">
            <a:avLst>
              <a:gd fmla="val 16667" name="adj"/>
            </a:avLst>
          </a:prstGeom>
          <a:noFill/>
          <a:ln cap="flat" cmpd="sng" w="19050">
            <a:solidFill>
              <a:schemeClr val="dk1"/>
            </a:solidFill>
            <a:prstDash val="solid"/>
            <a:round/>
            <a:headEnd len="sm" w="sm" type="none"/>
            <a:tailEnd len="sm" w="sm" type="none"/>
          </a:ln>
        </p:spPr>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1">
  <p:cSld name="CUSTOM_4">
    <p:spTree>
      <p:nvGrpSpPr>
        <p:cNvPr id="647" name="Shape 647"/>
        <p:cNvGrpSpPr/>
        <p:nvPr/>
      </p:nvGrpSpPr>
      <p:grpSpPr>
        <a:xfrm>
          <a:off x="0" y="0"/>
          <a:ext cx="0" cy="0"/>
          <a:chOff x="0" y="0"/>
          <a:chExt cx="0" cy="0"/>
        </a:xfrm>
      </p:grpSpPr>
      <p:sp>
        <p:nvSpPr>
          <p:cNvPr id="648" name="Google Shape;648;p16"/>
          <p:cNvSpPr txBox="1"/>
          <p:nvPr>
            <p:ph type="title"/>
          </p:nvPr>
        </p:nvSpPr>
        <p:spPr>
          <a:xfrm>
            <a:off x="720000" y="539500"/>
            <a:ext cx="77109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200"/>
              <a:buNone/>
              <a:defRPr/>
            </a:lvl1pPr>
            <a:lvl2pPr lvl="1" rtl="0">
              <a:spcBef>
                <a:spcPts val="0"/>
              </a:spcBef>
              <a:spcAft>
                <a:spcPts val="0"/>
              </a:spcAft>
              <a:buSzPts val="3200"/>
              <a:buNone/>
              <a:defRPr/>
            </a:lvl2pPr>
            <a:lvl3pPr lvl="2" rtl="0">
              <a:spcBef>
                <a:spcPts val="0"/>
              </a:spcBef>
              <a:spcAft>
                <a:spcPts val="0"/>
              </a:spcAft>
              <a:buSzPts val="3200"/>
              <a:buNone/>
              <a:defRPr/>
            </a:lvl3pPr>
            <a:lvl4pPr lvl="3" rtl="0">
              <a:spcBef>
                <a:spcPts val="0"/>
              </a:spcBef>
              <a:spcAft>
                <a:spcPts val="0"/>
              </a:spcAft>
              <a:buSzPts val="3200"/>
              <a:buNone/>
              <a:defRPr/>
            </a:lvl4pPr>
            <a:lvl5pPr lvl="4" rtl="0">
              <a:spcBef>
                <a:spcPts val="0"/>
              </a:spcBef>
              <a:spcAft>
                <a:spcPts val="0"/>
              </a:spcAft>
              <a:buSzPts val="3200"/>
              <a:buNone/>
              <a:defRPr/>
            </a:lvl5pPr>
            <a:lvl6pPr lvl="5" rtl="0">
              <a:spcBef>
                <a:spcPts val="0"/>
              </a:spcBef>
              <a:spcAft>
                <a:spcPts val="0"/>
              </a:spcAft>
              <a:buSzPts val="3200"/>
              <a:buNone/>
              <a:defRPr/>
            </a:lvl6pPr>
            <a:lvl7pPr lvl="6" rtl="0">
              <a:spcBef>
                <a:spcPts val="0"/>
              </a:spcBef>
              <a:spcAft>
                <a:spcPts val="0"/>
              </a:spcAft>
              <a:buSzPts val="3200"/>
              <a:buNone/>
              <a:defRPr/>
            </a:lvl7pPr>
            <a:lvl8pPr lvl="7" rtl="0">
              <a:spcBef>
                <a:spcPts val="0"/>
              </a:spcBef>
              <a:spcAft>
                <a:spcPts val="0"/>
              </a:spcAft>
              <a:buSzPts val="3200"/>
              <a:buNone/>
              <a:defRPr/>
            </a:lvl8pPr>
            <a:lvl9pPr lvl="8" rtl="0">
              <a:spcBef>
                <a:spcPts val="0"/>
              </a:spcBef>
              <a:spcAft>
                <a:spcPts val="0"/>
              </a:spcAft>
              <a:buSzPts val="3200"/>
              <a:buNone/>
              <a:defRPr/>
            </a:lvl9pPr>
          </a:lstStyle>
          <a:p/>
        </p:txBody>
      </p:sp>
      <p:sp>
        <p:nvSpPr>
          <p:cNvPr id="649" name="Google Shape;649;p16"/>
          <p:cNvSpPr txBox="1"/>
          <p:nvPr>
            <p:ph idx="1" type="subTitle"/>
          </p:nvPr>
        </p:nvSpPr>
        <p:spPr>
          <a:xfrm>
            <a:off x="720000" y="1448250"/>
            <a:ext cx="4466400" cy="23898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chemeClr val="dk2"/>
              </a:buClr>
              <a:buSzPts val="1000"/>
              <a:buFont typeface="Anaheim"/>
              <a:buChar char="◆"/>
              <a:defRPr/>
            </a:lvl1pPr>
            <a:lvl2pPr lvl="1" rtl="0" algn="ctr">
              <a:lnSpc>
                <a:spcPct val="100000"/>
              </a:lnSpc>
              <a:spcBef>
                <a:spcPts val="0"/>
              </a:spcBef>
              <a:spcAft>
                <a:spcPts val="0"/>
              </a:spcAft>
              <a:buClr>
                <a:srgbClr val="595959"/>
              </a:buClr>
              <a:buSzPts val="1400"/>
              <a:buFont typeface="Anaheim"/>
              <a:buChar char="○"/>
              <a:defRPr/>
            </a:lvl2pPr>
            <a:lvl3pPr lvl="2" rtl="0" algn="ctr">
              <a:lnSpc>
                <a:spcPct val="100000"/>
              </a:lnSpc>
              <a:spcBef>
                <a:spcPts val="0"/>
              </a:spcBef>
              <a:spcAft>
                <a:spcPts val="0"/>
              </a:spcAft>
              <a:buClr>
                <a:srgbClr val="595959"/>
              </a:buClr>
              <a:buSzPts val="1400"/>
              <a:buFont typeface="Anaheim"/>
              <a:buChar char="■"/>
              <a:defRPr/>
            </a:lvl3pPr>
            <a:lvl4pPr lvl="3" rtl="0" algn="ctr">
              <a:lnSpc>
                <a:spcPct val="100000"/>
              </a:lnSpc>
              <a:spcBef>
                <a:spcPts val="0"/>
              </a:spcBef>
              <a:spcAft>
                <a:spcPts val="0"/>
              </a:spcAft>
              <a:buClr>
                <a:srgbClr val="595959"/>
              </a:buClr>
              <a:buSzPts val="1400"/>
              <a:buFont typeface="Anaheim"/>
              <a:buChar char="●"/>
              <a:defRPr/>
            </a:lvl4pPr>
            <a:lvl5pPr lvl="4" rtl="0" algn="ctr">
              <a:lnSpc>
                <a:spcPct val="100000"/>
              </a:lnSpc>
              <a:spcBef>
                <a:spcPts val="0"/>
              </a:spcBef>
              <a:spcAft>
                <a:spcPts val="0"/>
              </a:spcAft>
              <a:buClr>
                <a:srgbClr val="595959"/>
              </a:buClr>
              <a:buSzPts val="1400"/>
              <a:buFont typeface="Anaheim"/>
              <a:buChar char="○"/>
              <a:defRPr/>
            </a:lvl5pPr>
            <a:lvl6pPr lvl="5" rtl="0" algn="ctr">
              <a:lnSpc>
                <a:spcPct val="100000"/>
              </a:lnSpc>
              <a:spcBef>
                <a:spcPts val="0"/>
              </a:spcBef>
              <a:spcAft>
                <a:spcPts val="0"/>
              </a:spcAft>
              <a:buClr>
                <a:srgbClr val="595959"/>
              </a:buClr>
              <a:buSzPts val="1400"/>
              <a:buFont typeface="Anaheim"/>
              <a:buChar char="■"/>
              <a:defRPr/>
            </a:lvl6pPr>
            <a:lvl7pPr lvl="6" rtl="0" algn="ctr">
              <a:lnSpc>
                <a:spcPct val="100000"/>
              </a:lnSpc>
              <a:spcBef>
                <a:spcPts val="0"/>
              </a:spcBef>
              <a:spcAft>
                <a:spcPts val="0"/>
              </a:spcAft>
              <a:buClr>
                <a:srgbClr val="595959"/>
              </a:buClr>
              <a:buSzPts val="1400"/>
              <a:buFont typeface="Anaheim"/>
              <a:buChar char="●"/>
              <a:defRPr/>
            </a:lvl7pPr>
            <a:lvl8pPr lvl="7" rtl="0" algn="ctr">
              <a:lnSpc>
                <a:spcPct val="100000"/>
              </a:lnSpc>
              <a:spcBef>
                <a:spcPts val="0"/>
              </a:spcBef>
              <a:spcAft>
                <a:spcPts val="0"/>
              </a:spcAft>
              <a:buClr>
                <a:srgbClr val="595959"/>
              </a:buClr>
              <a:buSzPts val="1400"/>
              <a:buFont typeface="Anaheim"/>
              <a:buChar char="○"/>
              <a:defRPr/>
            </a:lvl8pPr>
            <a:lvl9pPr lvl="8" rtl="0" algn="ctr">
              <a:lnSpc>
                <a:spcPct val="100000"/>
              </a:lnSpc>
              <a:spcBef>
                <a:spcPts val="0"/>
              </a:spcBef>
              <a:spcAft>
                <a:spcPts val="0"/>
              </a:spcAft>
              <a:buClr>
                <a:srgbClr val="595959"/>
              </a:buClr>
              <a:buSzPts val="1400"/>
              <a:buFont typeface="Anaheim"/>
              <a:buChar char="■"/>
              <a:defRPr/>
            </a:lvl9pPr>
          </a:lstStyle>
          <a:p/>
        </p:txBody>
      </p:sp>
      <p:grpSp>
        <p:nvGrpSpPr>
          <p:cNvPr id="650" name="Google Shape;650;p16"/>
          <p:cNvGrpSpPr/>
          <p:nvPr/>
        </p:nvGrpSpPr>
        <p:grpSpPr>
          <a:xfrm rot="10800000">
            <a:off x="5530217" y="3471726"/>
            <a:ext cx="3811962" cy="1913484"/>
            <a:chOff x="4673664" y="4413931"/>
            <a:chExt cx="3811962" cy="1913484"/>
          </a:xfrm>
        </p:grpSpPr>
        <p:grpSp>
          <p:nvGrpSpPr>
            <p:cNvPr id="651" name="Google Shape;651;p16"/>
            <p:cNvGrpSpPr/>
            <p:nvPr/>
          </p:nvGrpSpPr>
          <p:grpSpPr>
            <a:xfrm>
              <a:off x="4673664" y="4413931"/>
              <a:ext cx="3811962" cy="1913484"/>
              <a:chOff x="3825164" y="2626856"/>
              <a:chExt cx="3811962" cy="1913484"/>
            </a:xfrm>
          </p:grpSpPr>
          <p:sp>
            <p:nvSpPr>
              <p:cNvPr id="652" name="Google Shape;652;p16"/>
              <p:cNvSpPr/>
              <p:nvPr/>
            </p:nvSpPr>
            <p:spPr>
              <a:xfrm rot="157512">
                <a:off x="3841337" y="2720667"/>
                <a:ext cx="650192" cy="721114"/>
              </a:xfrm>
              <a:custGeom>
                <a:rect b="b" l="l" r="r" t="t"/>
                <a:pathLst>
                  <a:path extrusionOk="0" fill="none" h="28846" w="26009">
                    <a:moveTo>
                      <a:pt x="26009" y="20743"/>
                    </a:moveTo>
                    <a:lnTo>
                      <a:pt x="24980" y="6321"/>
                    </a:lnTo>
                    <a:lnTo>
                      <a:pt x="11975" y="0"/>
                    </a:lnTo>
                    <a:lnTo>
                      <a:pt x="0" y="8102"/>
                    </a:lnTo>
                    <a:lnTo>
                      <a:pt x="1029" y="22524"/>
                    </a:lnTo>
                    <a:lnTo>
                      <a:pt x="14032"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3" name="Google Shape;653;p16"/>
              <p:cNvSpPr/>
              <p:nvPr/>
            </p:nvSpPr>
            <p:spPr>
              <a:xfrm rot="157512">
                <a:off x="4467198" y="2704787"/>
                <a:ext cx="650217" cy="721114"/>
              </a:xfrm>
              <a:custGeom>
                <a:rect b="b" l="l" r="r" t="t"/>
                <a:pathLst>
                  <a:path extrusionOk="0" fill="none" h="28846" w="26010">
                    <a:moveTo>
                      <a:pt x="26010" y="20743"/>
                    </a:moveTo>
                    <a:lnTo>
                      <a:pt x="24982" y="6322"/>
                    </a:lnTo>
                    <a:lnTo>
                      <a:pt x="11977" y="1"/>
                    </a:lnTo>
                    <a:lnTo>
                      <a:pt x="1" y="8103"/>
                    </a:lnTo>
                    <a:lnTo>
                      <a:pt x="1030" y="22525"/>
                    </a:lnTo>
                    <a:lnTo>
                      <a:pt x="14033" y="28846"/>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4" name="Google Shape;654;p16"/>
              <p:cNvSpPr/>
              <p:nvPr/>
            </p:nvSpPr>
            <p:spPr>
              <a:xfrm rot="157512">
                <a:off x="5093107" y="2688958"/>
                <a:ext cx="650192" cy="721089"/>
              </a:xfrm>
              <a:custGeom>
                <a:rect b="b" l="l" r="r" t="t"/>
                <a:pathLst>
                  <a:path extrusionOk="0" fill="none" h="28845" w="26009">
                    <a:moveTo>
                      <a:pt x="26008" y="20743"/>
                    </a:moveTo>
                    <a:lnTo>
                      <a:pt x="24980" y="6320"/>
                    </a:lnTo>
                    <a:lnTo>
                      <a:pt x="11976" y="0"/>
                    </a:lnTo>
                    <a:lnTo>
                      <a:pt x="1" y="8102"/>
                    </a:lnTo>
                    <a:lnTo>
                      <a:pt x="1029" y="22523"/>
                    </a:lnTo>
                    <a:lnTo>
                      <a:pt x="14033" y="28844"/>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5" name="Google Shape;655;p16"/>
              <p:cNvSpPr/>
              <p:nvPr/>
            </p:nvSpPr>
            <p:spPr>
              <a:xfrm rot="157512">
                <a:off x="5718992" y="2673103"/>
                <a:ext cx="650192" cy="721064"/>
              </a:xfrm>
              <a:custGeom>
                <a:rect b="b" l="l" r="r" t="t"/>
                <a:pathLst>
                  <a:path extrusionOk="0" fill="none" h="28844" w="26009">
                    <a:moveTo>
                      <a:pt x="26008" y="20743"/>
                    </a:moveTo>
                    <a:lnTo>
                      <a:pt x="24980" y="6321"/>
                    </a:lnTo>
                    <a:lnTo>
                      <a:pt x="11976" y="0"/>
                    </a:lnTo>
                    <a:lnTo>
                      <a:pt x="0" y="8101"/>
                    </a:lnTo>
                    <a:lnTo>
                      <a:pt x="1028" y="22524"/>
                    </a:lnTo>
                    <a:lnTo>
                      <a:pt x="14033" y="28844"/>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6" name="Google Shape;656;p16"/>
              <p:cNvSpPr/>
              <p:nvPr/>
            </p:nvSpPr>
            <p:spPr>
              <a:xfrm rot="157512">
                <a:off x="6344876" y="2657223"/>
                <a:ext cx="650167" cy="721114"/>
              </a:xfrm>
              <a:custGeom>
                <a:rect b="b" l="l" r="r" t="t"/>
                <a:pathLst>
                  <a:path extrusionOk="0" fill="none" h="28846" w="26008">
                    <a:moveTo>
                      <a:pt x="26008" y="20743"/>
                    </a:moveTo>
                    <a:lnTo>
                      <a:pt x="24980" y="6321"/>
                    </a:lnTo>
                    <a:lnTo>
                      <a:pt x="11975" y="1"/>
                    </a:lnTo>
                    <a:lnTo>
                      <a:pt x="0" y="8103"/>
                    </a:lnTo>
                    <a:lnTo>
                      <a:pt x="1028" y="22525"/>
                    </a:lnTo>
                    <a:lnTo>
                      <a:pt x="14032"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7" name="Google Shape;657;p16"/>
              <p:cNvSpPr/>
              <p:nvPr/>
            </p:nvSpPr>
            <p:spPr>
              <a:xfrm rot="157512">
                <a:off x="6970736" y="2641369"/>
                <a:ext cx="650217" cy="721114"/>
              </a:xfrm>
              <a:custGeom>
                <a:rect b="b" l="l" r="r" t="t"/>
                <a:pathLst>
                  <a:path extrusionOk="0" fill="none" h="28846" w="26010">
                    <a:moveTo>
                      <a:pt x="26010" y="20743"/>
                    </a:moveTo>
                    <a:lnTo>
                      <a:pt x="24981" y="6321"/>
                    </a:lnTo>
                    <a:lnTo>
                      <a:pt x="11976" y="0"/>
                    </a:lnTo>
                    <a:lnTo>
                      <a:pt x="1" y="8102"/>
                    </a:lnTo>
                    <a:lnTo>
                      <a:pt x="1029" y="22524"/>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8" name="Google Shape;658;p16"/>
              <p:cNvSpPr/>
              <p:nvPr/>
            </p:nvSpPr>
            <p:spPr>
              <a:xfrm rot="157512">
                <a:off x="4168001" y="3254751"/>
                <a:ext cx="650217" cy="721114"/>
              </a:xfrm>
              <a:custGeom>
                <a:rect b="b" l="l" r="r" t="t"/>
                <a:pathLst>
                  <a:path extrusionOk="0" fill="none" h="28846" w="26010">
                    <a:moveTo>
                      <a:pt x="26009" y="20744"/>
                    </a:moveTo>
                    <a:lnTo>
                      <a:pt x="24980" y="6322"/>
                    </a:lnTo>
                    <a:lnTo>
                      <a:pt x="11977" y="1"/>
                    </a:lnTo>
                    <a:lnTo>
                      <a:pt x="0" y="8103"/>
                    </a:lnTo>
                    <a:lnTo>
                      <a:pt x="1029" y="22525"/>
                    </a:lnTo>
                    <a:lnTo>
                      <a:pt x="14034" y="28846"/>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9" name="Google Shape;659;p16"/>
              <p:cNvSpPr/>
              <p:nvPr/>
            </p:nvSpPr>
            <p:spPr>
              <a:xfrm rot="157512">
                <a:off x="4793885" y="3238896"/>
                <a:ext cx="650192" cy="721114"/>
              </a:xfrm>
              <a:custGeom>
                <a:rect b="b" l="l" r="r" t="t"/>
                <a:pathLst>
                  <a:path extrusionOk="0" fill="none" h="28846" w="26009">
                    <a:moveTo>
                      <a:pt x="26009" y="20743"/>
                    </a:moveTo>
                    <a:lnTo>
                      <a:pt x="24981" y="6321"/>
                    </a:lnTo>
                    <a:lnTo>
                      <a:pt x="11977" y="0"/>
                    </a:lnTo>
                    <a:lnTo>
                      <a:pt x="0" y="8103"/>
                    </a:lnTo>
                    <a:lnTo>
                      <a:pt x="1029" y="22525"/>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0" name="Google Shape;660;p16"/>
              <p:cNvSpPr/>
              <p:nvPr/>
            </p:nvSpPr>
            <p:spPr>
              <a:xfrm rot="157512">
                <a:off x="5419770" y="3223067"/>
                <a:ext cx="650192" cy="721064"/>
              </a:xfrm>
              <a:custGeom>
                <a:rect b="b" l="l" r="r" t="t"/>
                <a:pathLst>
                  <a:path extrusionOk="0" fill="none" h="28844" w="26009">
                    <a:moveTo>
                      <a:pt x="26009" y="20743"/>
                    </a:moveTo>
                    <a:lnTo>
                      <a:pt x="24981" y="6320"/>
                    </a:lnTo>
                    <a:lnTo>
                      <a:pt x="11976" y="0"/>
                    </a:lnTo>
                    <a:lnTo>
                      <a:pt x="1" y="8101"/>
                    </a:lnTo>
                    <a:lnTo>
                      <a:pt x="1029" y="22523"/>
                    </a:lnTo>
                    <a:lnTo>
                      <a:pt x="14033" y="28844"/>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1" name="Google Shape;661;p16"/>
              <p:cNvSpPr/>
              <p:nvPr/>
            </p:nvSpPr>
            <p:spPr>
              <a:xfrm rot="157512">
                <a:off x="6045654" y="3207187"/>
                <a:ext cx="650192" cy="721114"/>
              </a:xfrm>
              <a:custGeom>
                <a:rect b="b" l="l" r="r" t="t"/>
                <a:pathLst>
                  <a:path extrusionOk="0" fill="none" h="28846" w="26009">
                    <a:moveTo>
                      <a:pt x="26008" y="20743"/>
                    </a:moveTo>
                    <a:lnTo>
                      <a:pt x="24980" y="6321"/>
                    </a:lnTo>
                    <a:lnTo>
                      <a:pt x="11976" y="1"/>
                    </a:lnTo>
                    <a:lnTo>
                      <a:pt x="1" y="8102"/>
                    </a:lnTo>
                    <a:lnTo>
                      <a:pt x="1029" y="22525"/>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2" name="Google Shape;662;p16"/>
              <p:cNvSpPr/>
              <p:nvPr/>
            </p:nvSpPr>
            <p:spPr>
              <a:xfrm rot="157512">
                <a:off x="3868779" y="3804714"/>
                <a:ext cx="650217" cy="721114"/>
              </a:xfrm>
              <a:custGeom>
                <a:rect b="b" l="l" r="r" t="t"/>
                <a:pathLst>
                  <a:path extrusionOk="0" fill="none" h="28846" w="26010">
                    <a:moveTo>
                      <a:pt x="26010" y="20744"/>
                    </a:moveTo>
                    <a:lnTo>
                      <a:pt x="24982" y="6322"/>
                    </a:lnTo>
                    <a:lnTo>
                      <a:pt x="11977" y="1"/>
                    </a:lnTo>
                    <a:lnTo>
                      <a:pt x="1" y="8102"/>
                    </a:lnTo>
                    <a:lnTo>
                      <a:pt x="1030" y="22525"/>
                    </a:lnTo>
                    <a:lnTo>
                      <a:pt x="14034" y="28846"/>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3" name="Google Shape;663;p16"/>
              <p:cNvSpPr/>
              <p:nvPr/>
            </p:nvSpPr>
            <p:spPr>
              <a:xfrm rot="157512">
                <a:off x="4494689" y="3788860"/>
                <a:ext cx="650192" cy="721114"/>
              </a:xfrm>
              <a:custGeom>
                <a:rect b="b" l="l" r="r" t="t"/>
                <a:pathLst>
                  <a:path extrusionOk="0" fill="none" h="28846" w="26009">
                    <a:moveTo>
                      <a:pt x="26008" y="20743"/>
                    </a:moveTo>
                    <a:lnTo>
                      <a:pt x="24980" y="6321"/>
                    </a:lnTo>
                    <a:lnTo>
                      <a:pt x="11976" y="1"/>
                    </a:lnTo>
                    <a:lnTo>
                      <a:pt x="1" y="8103"/>
                    </a:lnTo>
                    <a:lnTo>
                      <a:pt x="1029" y="22525"/>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4" name="Google Shape;664;p16"/>
              <p:cNvSpPr/>
              <p:nvPr/>
            </p:nvSpPr>
            <p:spPr>
              <a:xfrm rot="157512">
                <a:off x="5120574" y="3773006"/>
                <a:ext cx="650192" cy="721089"/>
              </a:xfrm>
              <a:custGeom>
                <a:rect b="b" l="l" r="r" t="t"/>
                <a:pathLst>
                  <a:path extrusionOk="0" fill="none" h="28845" w="26009">
                    <a:moveTo>
                      <a:pt x="26008" y="20744"/>
                    </a:moveTo>
                    <a:lnTo>
                      <a:pt x="24980" y="6321"/>
                    </a:lnTo>
                    <a:lnTo>
                      <a:pt x="11976" y="0"/>
                    </a:lnTo>
                    <a:lnTo>
                      <a:pt x="0" y="8102"/>
                    </a:lnTo>
                    <a:lnTo>
                      <a:pt x="1028" y="22524"/>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65" name="Google Shape;665;p16"/>
            <p:cNvSpPr/>
            <p:nvPr/>
          </p:nvSpPr>
          <p:spPr>
            <a:xfrm rot="157512">
              <a:off x="8124633" y="5115580"/>
              <a:ext cx="57047" cy="57047"/>
            </a:xfrm>
            <a:custGeom>
              <a:rect b="b" l="l" r="r" t="t"/>
              <a:pathLst>
                <a:path extrusionOk="0" h="2282" w="2282">
                  <a:moveTo>
                    <a:pt x="1140" y="0"/>
                  </a:moveTo>
                  <a:cubicBezTo>
                    <a:pt x="511" y="0"/>
                    <a:pt x="0" y="511"/>
                    <a:pt x="0" y="1141"/>
                  </a:cubicBezTo>
                  <a:cubicBezTo>
                    <a:pt x="0" y="1771"/>
                    <a:pt x="510" y="2281"/>
                    <a:pt x="1140" y="2281"/>
                  </a:cubicBezTo>
                  <a:cubicBezTo>
                    <a:pt x="1771" y="2281"/>
                    <a:pt x="2281" y="1771"/>
                    <a:pt x="2281" y="1141"/>
                  </a:cubicBezTo>
                  <a:cubicBezTo>
                    <a:pt x="2281" y="511"/>
                    <a:pt x="1771" y="0"/>
                    <a:pt x="114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6" name="Google Shape;666;p16"/>
            <p:cNvSpPr/>
            <p:nvPr/>
          </p:nvSpPr>
          <p:spPr>
            <a:xfrm rot="157512">
              <a:off x="6574005" y="5703526"/>
              <a:ext cx="57072" cy="57047"/>
            </a:xfrm>
            <a:custGeom>
              <a:rect b="b" l="l" r="r" t="t"/>
              <a:pathLst>
                <a:path extrusionOk="0" h="2282" w="2283">
                  <a:moveTo>
                    <a:pt x="1141" y="1"/>
                  </a:moveTo>
                  <a:cubicBezTo>
                    <a:pt x="511" y="1"/>
                    <a:pt x="0" y="511"/>
                    <a:pt x="0" y="1141"/>
                  </a:cubicBezTo>
                  <a:cubicBezTo>
                    <a:pt x="0" y="1771"/>
                    <a:pt x="511" y="2282"/>
                    <a:pt x="1141" y="2282"/>
                  </a:cubicBezTo>
                  <a:cubicBezTo>
                    <a:pt x="1771" y="2282"/>
                    <a:pt x="2282" y="1771"/>
                    <a:pt x="2282" y="1141"/>
                  </a:cubicBezTo>
                  <a:cubicBezTo>
                    <a:pt x="2282" y="511"/>
                    <a:pt x="1771" y="1"/>
                    <a:pt x="114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7" name="Google Shape;667;p16"/>
            <p:cNvSpPr/>
            <p:nvPr/>
          </p:nvSpPr>
          <p:spPr>
            <a:xfrm rot="157512">
              <a:off x="5957267" y="6080755"/>
              <a:ext cx="57072" cy="57047"/>
            </a:xfrm>
            <a:custGeom>
              <a:rect b="b" l="l" r="r" t="t"/>
              <a:pathLst>
                <a:path extrusionOk="0" h="2282" w="2283">
                  <a:moveTo>
                    <a:pt x="1141" y="0"/>
                  </a:moveTo>
                  <a:cubicBezTo>
                    <a:pt x="511" y="0"/>
                    <a:pt x="0" y="510"/>
                    <a:pt x="0" y="1140"/>
                  </a:cubicBezTo>
                  <a:cubicBezTo>
                    <a:pt x="0" y="1770"/>
                    <a:pt x="511" y="2281"/>
                    <a:pt x="1141" y="2281"/>
                  </a:cubicBezTo>
                  <a:cubicBezTo>
                    <a:pt x="1771" y="2281"/>
                    <a:pt x="2282" y="1770"/>
                    <a:pt x="2282" y="1140"/>
                  </a:cubicBezTo>
                  <a:cubicBezTo>
                    <a:pt x="2282" y="510"/>
                    <a:pt x="1771" y="0"/>
                    <a:pt x="114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8" name="Google Shape;668;p16"/>
            <p:cNvSpPr/>
            <p:nvPr/>
          </p:nvSpPr>
          <p:spPr>
            <a:xfrm rot="157512">
              <a:off x="5929801" y="4996682"/>
              <a:ext cx="57072" cy="57047"/>
            </a:xfrm>
            <a:custGeom>
              <a:rect b="b" l="l" r="r" t="t"/>
              <a:pathLst>
                <a:path extrusionOk="0" h="2282" w="2283">
                  <a:moveTo>
                    <a:pt x="1142" y="0"/>
                  </a:moveTo>
                  <a:cubicBezTo>
                    <a:pt x="511" y="0"/>
                    <a:pt x="1" y="510"/>
                    <a:pt x="1" y="1140"/>
                  </a:cubicBezTo>
                  <a:cubicBezTo>
                    <a:pt x="1" y="1771"/>
                    <a:pt x="511" y="2281"/>
                    <a:pt x="1142" y="2281"/>
                  </a:cubicBezTo>
                  <a:cubicBezTo>
                    <a:pt x="1772" y="2281"/>
                    <a:pt x="2283" y="1771"/>
                    <a:pt x="2283" y="1140"/>
                  </a:cubicBezTo>
                  <a:cubicBezTo>
                    <a:pt x="2283" y="510"/>
                    <a:pt x="1772" y="0"/>
                    <a:pt x="114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2">
  <p:cSld name="CUSTOM_4_1">
    <p:spTree>
      <p:nvGrpSpPr>
        <p:cNvPr id="669" name="Shape 669"/>
        <p:cNvGrpSpPr/>
        <p:nvPr/>
      </p:nvGrpSpPr>
      <p:grpSpPr>
        <a:xfrm>
          <a:off x="0" y="0"/>
          <a:ext cx="0" cy="0"/>
          <a:chOff x="0" y="0"/>
          <a:chExt cx="0" cy="0"/>
        </a:xfrm>
      </p:grpSpPr>
      <p:sp>
        <p:nvSpPr>
          <p:cNvPr id="670" name="Google Shape;670;p17"/>
          <p:cNvSpPr txBox="1"/>
          <p:nvPr>
            <p:ph type="title"/>
          </p:nvPr>
        </p:nvSpPr>
        <p:spPr>
          <a:xfrm>
            <a:off x="5026800" y="1720586"/>
            <a:ext cx="3157500" cy="1078500"/>
          </a:xfrm>
          <a:prstGeom prst="rect">
            <a:avLst/>
          </a:prstGeom>
        </p:spPr>
        <p:txBody>
          <a:bodyPr anchorCtr="0" anchor="b" bIns="91425" lIns="91425" spcFirstLastPara="1" rIns="91425" wrap="square" tIns="91425">
            <a:noAutofit/>
          </a:bodyPr>
          <a:lstStyle>
            <a:lvl1pPr lvl="0" rtl="0" algn="r">
              <a:spcBef>
                <a:spcPts val="0"/>
              </a:spcBef>
              <a:spcAft>
                <a:spcPts val="0"/>
              </a:spcAft>
              <a:buSzPts val="3200"/>
              <a:buNone/>
              <a:defRPr/>
            </a:lvl1pPr>
            <a:lvl2pPr lvl="1" rtl="0">
              <a:spcBef>
                <a:spcPts val="0"/>
              </a:spcBef>
              <a:spcAft>
                <a:spcPts val="0"/>
              </a:spcAft>
              <a:buSzPts val="3200"/>
              <a:buNone/>
              <a:defRPr/>
            </a:lvl2pPr>
            <a:lvl3pPr lvl="2" rtl="0">
              <a:spcBef>
                <a:spcPts val="0"/>
              </a:spcBef>
              <a:spcAft>
                <a:spcPts val="0"/>
              </a:spcAft>
              <a:buSzPts val="3200"/>
              <a:buNone/>
              <a:defRPr/>
            </a:lvl3pPr>
            <a:lvl4pPr lvl="3" rtl="0">
              <a:spcBef>
                <a:spcPts val="0"/>
              </a:spcBef>
              <a:spcAft>
                <a:spcPts val="0"/>
              </a:spcAft>
              <a:buSzPts val="3200"/>
              <a:buNone/>
              <a:defRPr/>
            </a:lvl4pPr>
            <a:lvl5pPr lvl="4" rtl="0">
              <a:spcBef>
                <a:spcPts val="0"/>
              </a:spcBef>
              <a:spcAft>
                <a:spcPts val="0"/>
              </a:spcAft>
              <a:buSzPts val="3200"/>
              <a:buNone/>
              <a:defRPr/>
            </a:lvl5pPr>
            <a:lvl6pPr lvl="5" rtl="0">
              <a:spcBef>
                <a:spcPts val="0"/>
              </a:spcBef>
              <a:spcAft>
                <a:spcPts val="0"/>
              </a:spcAft>
              <a:buSzPts val="3200"/>
              <a:buNone/>
              <a:defRPr/>
            </a:lvl6pPr>
            <a:lvl7pPr lvl="6" rtl="0">
              <a:spcBef>
                <a:spcPts val="0"/>
              </a:spcBef>
              <a:spcAft>
                <a:spcPts val="0"/>
              </a:spcAft>
              <a:buSzPts val="3200"/>
              <a:buNone/>
              <a:defRPr/>
            </a:lvl7pPr>
            <a:lvl8pPr lvl="7" rtl="0">
              <a:spcBef>
                <a:spcPts val="0"/>
              </a:spcBef>
              <a:spcAft>
                <a:spcPts val="0"/>
              </a:spcAft>
              <a:buSzPts val="3200"/>
              <a:buNone/>
              <a:defRPr/>
            </a:lvl8pPr>
            <a:lvl9pPr lvl="8" rtl="0">
              <a:spcBef>
                <a:spcPts val="0"/>
              </a:spcBef>
              <a:spcAft>
                <a:spcPts val="0"/>
              </a:spcAft>
              <a:buSzPts val="3200"/>
              <a:buNone/>
              <a:defRPr/>
            </a:lvl9pPr>
          </a:lstStyle>
          <a:p/>
        </p:txBody>
      </p:sp>
      <p:sp>
        <p:nvSpPr>
          <p:cNvPr id="671" name="Google Shape;671;p17"/>
          <p:cNvSpPr txBox="1"/>
          <p:nvPr>
            <p:ph idx="1" type="subTitle"/>
          </p:nvPr>
        </p:nvSpPr>
        <p:spPr>
          <a:xfrm>
            <a:off x="5027018" y="2799063"/>
            <a:ext cx="3157500" cy="10803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grpSp>
        <p:nvGrpSpPr>
          <p:cNvPr id="672" name="Google Shape;672;p17"/>
          <p:cNvGrpSpPr/>
          <p:nvPr/>
        </p:nvGrpSpPr>
        <p:grpSpPr>
          <a:xfrm>
            <a:off x="-958305" y="3475515"/>
            <a:ext cx="1961773" cy="2399979"/>
            <a:chOff x="108580" y="3135490"/>
            <a:chExt cx="1961773" cy="2399979"/>
          </a:xfrm>
        </p:grpSpPr>
        <p:sp>
          <p:nvSpPr>
            <p:cNvPr id="673" name="Google Shape;673;p17"/>
            <p:cNvSpPr/>
            <p:nvPr/>
          </p:nvSpPr>
          <p:spPr>
            <a:xfrm flipH="1" rot="-157512">
              <a:off x="1392148" y="3329544"/>
              <a:ext cx="57072" cy="57047"/>
            </a:xfrm>
            <a:custGeom>
              <a:rect b="b" l="l" r="r" t="t"/>
              <a:pathLst>
                <a:path extrusionOk="0" h="2282" w="2283">
                  <a:moveTo>
                    <a:pt x="1141" y="1"/>
                  </a:moveTo>
                  <a:cubicBezTo>
                    <a:pt x="511" y="1"/>
                    <a:pt x="0" y="511"/>
                    <a:pt x="0" y="1141"/>
                  </a:cubicBezTo>
                  <a:cubicBezTo>
                    <a:pt x="0" y="1771"/>
                    <a:pt x="511" y="2282"/>
                    <a:pt x="1141" y="2282"/>
                  </a:cubicBezTo>
                  <a:cubicBezTo>
                    <a:pt x="1771" y="2282"/>
                    <a:pt x="2282" y="1771"/>
                    <a:pt x="2282" y="1141"/>
                  </a:cubicBezTo>
                  <a:cubicBezTo>
                    <a:pt x="2282" y="511"/>
                    <a:pt x="1771" y="1"/>
                    <a:pt x="114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4" name="Google Shape;674;p17"/>
            <p:cNvSpPr/>
            <p:nvPr/>
          </p:nvSpPr>
          <p:spPr>
            <a:xfrm flipH="1" rot="-157512">
              <a:off x="1064998" y="3864144"/>
              <a:ext cx="57072" cy="57047"/>
            </a:xfrm>
            <a:custGeom>
              <a:rect b="b" l="l" r="r" t="t"/>
              <a:pathLst>
                <a:path extrusionOk="0" h="2282" w="2283">
                  <a:moveTo>
                    <a:pt x="1141" y="1"/>
                  </a:moveTo>
                  <a:cubicBezTo>
                    <a:pt x="511" y="1"/>
                    <a:pt x="0" y="511"/>
                    <a:pt x="0" y="1141"/>
                  </a:cubicBezTo>
                  <a:cubicBezTo>
                    <a:pt x="0" y="1771"/>
                    <a:pt x="511" y="2282"/>
                    <a:pt x="1141" y="2282"/>
                  </a:cubicBezTo>
                  <a:cubicBezTo>
                    <a:pt x="1771" y="2282"/>
                    <a:pt x="2282" y="1771"/>
                    <a:pt x="2282" y="1141"/>
                  </a:cubicBezTo>
                  <a:cubicBezTo>
                    <a:pt x="2282" y="511"/>
                    <a:pt x="1771" y="1"/>
                    <a:pt x="114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5" name="Google Shape;675;p17"/>
            <p:cNvSpPr/>
            <p:nvPr/>
          </p:nvSpPr>
          <p:spPr>
            <a:xfrm flipH="1" rot="-157512">
              <a:off x="1364223" y="4406719"/>
              <a:ext cx="57072" cy="57047"/>
            </a:xfrm>
            <a:custGeom>
              <a:rect b="b" l="l" r="r" t="t"/>
              <a:pathLst>
                <a:path extrusionOk="0" h="2282" w="2283">
                  <a:moveTo>
                    <a:pt x="1141" y="1"/>
                  </a:moveTo>
                  <a:cubicBezTo>
                    <a:pt x="511" y="1"/>
                    <a:pt x="0" y="511"/>
                    <a:pt x="0" y="1141"/>
                  </a:cubicBezTo>
                  <a:cubicBezTo>
                    <a:pt x="0" y="1771"/>
                    <a:pt x="511" y="2282"/>
                    <a:pt x="1141" y="2282"/>
                  </a:cubicBezTo>
                  <a:cubicBezTo>
                    <a:pt x="1771" y="2282"/>
                    <a:pt x="2282" y="1771"/>
                    <a:pt x="2282" y="1141"/>
                  </a:cubicBezTo>
                  <a:cubicBezTo>
                    <a:pt x="2282" y="511"/>
                    <a:pt x="1771" y="1"/>
                    <a:pt x="114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6" name="Google Shape;676;p17"/>
            <p:cNvSpPr/>
            <p:nvPr/>
          </p:nvSpPr>
          <p:spPr>
            <a:xfrm flipH="1" rot="-157512">
              <a:off x="119483" y="4382794"/>
              <a:ext cx="57072" cy="57047"/>
            </a:xfrm>
            <a:custGeom>
              <a:rect b="b" l="l" r="r" t="t"/>
              <a:pathLst>
                <a:path extrusionOk="0" h="2282" w="2283">
                  <a:moveTo>
                    <a:pt x="1141" y="1"/>
                  </a:moveTo>
                  <a:cubicBezTo>
                    <a:pt x="511" y="1"/>
                    <a:pt x="0" y="511"/>
                    <a:pt x="0" y="1141"/>
                  </a:cubicBezTo>
                  <a:cubicBezTo>
                    <a:pt x="0" y="1771"/>
                    <a:pt x="511" y="2282"/>
                    <a:pt x="1141" y="2282"/>
                  </a:cubicBezTo>
                  <a:cubicBezTo>
                    <a:pt x="1771" y="2282"/>
                    <a:pt x="2282" y="1771"/>
                    <a:pt x="2282" y="1141"/>
                  </a:cubicBezTo>
                  <a:cubicBezTo>
                    <a:pt x="2282" y="511"/>
                    <a:pt x="1771" y="1"/>
                    <a:pt x="114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77" name="Google Shape;677;p17"/>
            <p:cNvGrpSpPr/>
            <p:nvPr/>
          </p:nvGrpSpPr>
          <p:grpSpPr>
            <a:xfrm>
              <a:off x="108580" y="3135490"/>
              <a:ext cx="1961773" cy="2399979"/>
              <a:chOff x="108580" y="3135490"/>
              <a:chExt cx="1961773" cy="2399979"/>
            </a:xfrm>
          </p:grpSpPr>
          <p:sp>
            <p:nvSpPr>
              <p:cNvPr id="678" name="Google Shape;678;p17"/>
              <p:cNvSpPr/>
              <p:nvPr/>
            </p:nvSpPr>
            <p:spPr>
              <a:xfrm flipH="1" rot="-157512">
                <a:off x="1376547" y="4265784"/>
                <a:ext cx="650167" cy="721089"/>
              </a:xfrm>
              <a:custGeom>
                <a:rect b="b" l="l" r="r" t="t"/>
                <a:pathLst>
                  <a:path extrusionOk="0" fill="none" h="28845" w="26008">
                    <a:moveTo>
                      <a:pt x="26008" y="20743"/>
                    </a:moveTo>
                    <a:lnTo>
                      <a:pt x="24980" y="6320"/>
                    </a:lnTo>
                    <a:lnTo>
                      <a:pt x="11975" y="1"/>
                    </a:lnTo>
                    <a:lnTo>
                      <a:pt x="0" y="8102"/>
                    </a:lnTo>
                    <a:lnTo>
                      <a:pt x="1028" y="22524"/>
                    </a:lnTo>
                    <a:lnTo>
                      <a:pt x="14032" y="28844"/>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9" name="Google Shape;679;p17"/>
              <p:cNvSpPr/>
              <p:nvPr/>
            </p:nvSpPr>
            <p:spPr>
              <a:xfrm flipH="1" rot="-157512">
                <a:off x="1077325" y="3715820"/>
                <a:ext cx="650192" cy="721089"/>
              </a:xfrm>
              <a:custGeom>
                <a:rect b="b" l="l" r="r" t="t"/>
                <a:pathLst>
                  <a:path extrusionOk="0" fill="none" h="28845" w="26009">
                    <a:moveTo>
                      <a:pt x="26008" y="20743"/>
                    </a:moveTo>
                    <a:lnTo>
                      <a:pt x="24980" y="6321"/>
                    </a:lnTo>
                    <a:lnTo>
                      <a:pt x="11976" y="1"/>
                    </a:lnTo>
                    <a:lnTo>
                      <a:pt x="0" y="8102"/>
                    </a:lnTo>
                    <a:lnTo>
                      <a:pt x="1028" y="22525"/>
                    </a:lnTo>
                    <a:lnTo>
                      <a:pt x="14033" y="28844"/>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0" name="Google Shape;680;p17"/>
              <p:cNvSpPr/>
              <p:nvPr/>
            </p:nvSpPr>
            <p:spPr>
              <a:xfrm flipH="1" rot="-157512">
                <a:off x="1404013" y="3181711"/>
                <a:ext cx="650167" cy="721089"/>
              </a:xfrm>
              <a:custGeom>
                <a:rect b="b" l="l" r="r" t="t"/>
                <a:pathLst>
                  <a:path extrusionOk="0" fill="none" h="28845" w="26008">
                    <a:moveTo>
                      <a:pt x="26008" y="20744"/>
                    </a:moveTo>
                    <a:lnTo>
                      <a:pt x="24980" y="6321"/>
                    </a:lnTo>
                    <a:lnTo>
                      <a:pt x="11976" y="1"/>
                    </a:lnTo>
                    <a:lnTo>
                      <a:pt x="0" y="8102"/>
                    </a:lnTo>
                    <a:lnTo>
                      <a:pt x="1028" y="22524"/>
                    </a:lnTo>
                    <a:lnTo>
                      <a:pt x="14032"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1" name="Google Shape;681;p17"/>
              <p:cNvSpPr/>
              <p:nvPr/>
            </p:nvSpPr>
            <p:spPr>
              <a:xfrm flipH="1" rot="-157512">
                <a:off x="451466" y="3699965"/>
                <a:ext cx="650167" cy="721089"/>
              </a:xfrm>
              <a:custGeom>
                <a:rect b="b" l="l" r="r" t="t"/>
                <a:pathLst>
                  <a:path extrusionOk="0" fill="none" h="28845" w="26008">
                    <a:moveTo>
                      <a:pt x="26008" y="20743"/>
                    </a:moveTo>
                    <a:lnTo>
                      <a:pt x="24980" y="6321"/>
                    </a:lnTo>
                    <a:lnTo>
                      <a:pt x="11976" y="0"/>
                    </a:lnTo>
                    <a:lnTo>
                      <a:pt x="0" y="8102"/>
                    </a:lnTo>
                    <a:lnTo>
                      <a:pt x="1028" y="22524"/>
                    </a:lnTo>
                    <a:lnTo>
                      <a:pt x="14032"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2" name="Google Shape;682;p17"/>
              <p:cNvSpPr/>
              <p:nvPr/>
            </p:nvSpPr>
            <p:spPr>
              <a:xfrm flipH="1" rot="-157512">
                <a:off x="152244" y="3150001"/>
                <a:ext cx="650192" cy="721089"/>
              </a:xfrm>
              <a:custGeom>
                <a:rect b="b" l="l" r="r" t="t"/>
                <a:pathLst>
                  <a:path extrusionOk="0" fill="none" h="28845" w="26009">
                    <a:moveTo>
                      <a:pt x="26008" y="20743"/>
                    </a:moveTo>
                    <a:lnTo>
                      <a:pt x="24980" y="6321"/>
                    </a:lnTo>
                    <a:lnTo>
                      <a:pt x="11976" y="0"/>
                    </a:lnTo>
                    <a:lnTo>
                      <a:pt x="1" y="8102"/>
                    </a:lnTo>
                    <a:lnTo>
                      <a:pt x="1029" y="22524"/>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3" name="Google Shape;683;p17"/>
              <p:cNvSpPr/>
              <p:nvPr/>
            </p:nvSpPr>
            <p:spPr>
              <a:xfrm flipH="1" rot="-157512">
                <a:off x="778129" y="3165856"/>
                <a:ext cx="650192" cy="721114"/>
              </a:xfrm>
              <a:custGeom>
                <a:rect b="b" l="l" r="r" t="t"/>
                <a:pathLst>
                  <a:path extrusionOk="0" fill="none" h="28846" w="26009">
                    <a:moveTo>
                      <a:pt x="26009" y="20743"/>
                    </a:moveTo>
                    <a:lnTo>
                      <a:pt x="24981" y="6321"/>
                    </a:lnTo>
                    <a:lnTo>
                      <a:pt x="11976" y="1"/>
                    </a:lnTo>
                    <a:lnTo>
                      <a:pt x="1" y="8102"/>
                    </a:lnTo>
                    <a:lnTo>
                      <a:pt x="1029" y="22525"/>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4" name="Google Shape;684;p17"/>
              <p:cNvSpPr/>
              <p:nvPr/>
            </p:nvSpPr>
            <p:spPr>
              <a:xfrm flipH="1" rot="-157512">
                <a:off x="124753" y="4234050"/>
                <a:ext cx="650217" cy="721114"/>
              </a:xfrm>
              <a:custGeom>
                <a:rect b="b" l="l" r="r" t="t"/>
                <a:pathLst>
                  <a:path extrusionOk="0" fill="none" h="28846" w="26010">
                    <a:moveTo>
                      <a:pt x="26009" y="20743"/>
                    </a:moveTo>
                    <a:lnTo>
                      <a:pt x="24980" y="6322"/>
                    </a:lnTo>
                    <a:lnTo>
                      <a:pt x="11976" y="1"/>
                    </a:lnTo>
                    <a:lnTo>
                      <a:pt x="0" y="8103"/>
                    </a:lnTo>
                    <a:lnTo>
                      <a:pt x="1029" y="22525"/>
                    </a:lnTo>
                    <a:lnTo>
                      <a:pt x="14033" y="28846"/>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5" name="Google Shape;685;p17"/>
              <p:cNvSpPr/>
              <p:nvPr/>
            </p:nvSpPr>
            <p:spPr>
              <a:xfrm flipH="1" rot="-157512">
                <a:off x="423974" y="4784014"/>
                <a:ext cx="650192" cy="721089"/>
              </a:xfrm>
              <a:custGeom>
                <a:rect b="b" l="l" r="r" t="t"/>
                <a:pathLst>
                  <a:path extrusionOk="0" fill="none" h="28845" w="26009">
                    <a:moveTo>
                      <a:pt x="26009" y="20743"/>
                    </a:moveTo>
                    <a:lnTo>
                      <a:pt x="24980" y="6322"/>
                    </a:lnTo>
                    <a:lnTo>
                      <a:pt x="11976" y="1"/>
                    </a:lnTo>
                    <a:lnTo>
                      <a:pt x="0" y="8102"/>
                    </a:lnTo>
                    <a:lnTo>
                      <a:pt x="1029" y="22525"/>
                    </a:lnTo>
                    <a:lnTo>
                      <a:pt x="14032"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6" name="Google Shape;686;p17"/>
              <p:cNvSpPr/>
              <p:nvPr/>
            </p:nvSpPr>
            <p:spPr>
              <a:xfrm flipH="1" rot="-157512">
                <a:off x="1049859" y="4799893"/>
                <a:ext cx="650192" cy="721064"/>
              </a:xfrm>
              <a:custGeom>
                <a:rect b="b" l="l" r="r" t="t"/>
                <a:pathLst>
                  <a:path extrusionOk="0" fill="none" h="28844" w="26009">
                    <a:moveTo>
                      <a:pt x="26009" y="20743"/>
                    </a:moveTo>
                    <a:lnTo>
                      <a:pt x="24980" y="6320"/>
                    </a:lnTo>
                    <a:lnTo>
                      <a:pt x="11976" y="0"/>
                    </a:lnTo>
                    <a:lnTo>
                      <a:pt x="0" y="8101"/>
                    </a:lnTo>
                    <a:lnTo>
                      <a:pt x="1028" y="22523"/>
                    </a:lnTo>
                    <a:lnTo>
                      <a:pt x="14033" y="28844"/>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687" name="Google Shape;687;p17"/>
          <p:cNvGrpSpPr/>
          <p:nvPr/>
        </p:nvGrpSpPr>
        <p:grpSpPr>
          <a:xfrm>
            <a:off x="7250837" y="-355553"/>
            <a:ext cx="1934332" cy="1332011"/>
            <a:chOff x="7107962" y="-355553"/>
            <a:chExt cx="1934332" cy="1332011"/>
          </a:xfrm>
        </p:grpSpPr>
        <p:sp>
          <p:nvSpPr>
            <p:cNvPr id="688" name="Google Shape;688;p17"/>
            <p:cNvSpPr/>
            <p:nvPr/>
          </p:nvSpPr>
          <p:spPr>
            <a:xfrm flipH="1" rot="-157512">
              <a:off x="7124135" y="209124"/>
              <a:ext cx="650192" cy="721089"/>
            </a:xfrm>
            <a:custGeom>
              <a:rect b="b" l="l" r="r" t="t"/>
              <a:pathLst>
                <a:path extrusionOk="0" fill="none" h="28845" w="26009">
                  <a:moveTo>
                    <a:pt x="26008" y="20744"/>
                  </a:moveTo>
                  <a:lnTo>
                    <a:pt x="24980" y="6321"/>
                  </a:lnTo>
                  <a:lnTo>
                    <a:pt x="11976" y="0"/>
                  </a:lnTo>
                  <a:lnTo>
                    <a:pt x="0" y="8102"/>
                  </a:lnTo>
                  <a:lnTo>
                    <a:pt x="1028" y="22524"/>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9" name="Google Shape;689;p17"/>
            <p:cNvSpPr/>
            <p:nvPr/>
          </p:nvSpPr>
          <p:spPr>
            <a:xfrm flipH="1" rot="-157512">
              <a:off x="7112323" y="352569"/>
              <a:ext cx="57072" cy="57047"/>
            </a:xfrm>
            <a:custGeom>
              <a:rect b="b" l="l" r="r" t="t"/>
              <a:pathLst>
                <a:path extrusionOk="0" h="2282" w="2283">
                  <a:moveTo>
                    <a:pt x="1141" y="1"/>
                  </a:moveTo>
                  <a:cubicBezTo>
                    <a:pt x="511" y="1"/>
                    <a:pt x="0" y="511"/>
                    <a:pt x="0" y="1141"/>
                  </a:cubicBezTo>
                  <a:cubicBezTo>
                    <a:pt x="0" y="1771"/>
                    <a:pt x="511" y="2282"/>
                    <a:pt x="1141" y="2282"/>
                  </a:cubicBezTo>
                  <a:cubicBezTo>
                    <a:pt x="1771" y="2282"/>
                    <a:pt x="2282" y="1771"/>
                    <a:pt x="2282" y="1141"/>
                  </a:cubicBezTo>
                  <a:cubicBezTo>
                    <a:pt x="2282" y="511"/>
                    <a:pt x="1771" y="1"/>
                    <a:pt x="114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0" name="Google Shape;690;p17"/>
            <p:cNvSpPr/>
            <p:nvPr/>
          </p:nvSpPr>
          <p:spPr>
            <a:xfrm flipH="1" rot="-157512">
              <a:off x="7729061" y="729798"/>
              <a:ext cx="57072" cy="57047"/>
            </a:xfrm>
            <a:custGeom>
              <a:rect b="b" l="l" r="r" t="t"/>
              <a:pathLst>
                <a:path extrusionOk="0" h="2282" w="2283">
                  <a:moveTo>
                    <a:pt x="1141" y="0"/>
                  </a:moveTo>
                  <a:cubicBezTo>
                    <a:pt x="511" y="0"/>
                    <a:pt x="0" y="510"/>
                    <a:pt x="0" y="1140"/>
                  </a:cubicBezTo>
                  <a:cubicBezTo>
                    <a:pt x="0" y="1770"/>
                    <a:pt x="511" y="2281"/>
                    <a:pt x="1141" y="2281"/>
                  </a:cubicBezTo>
                  <a:cubicBezTo>
                    <a:pt x="1771" y="2281"/>
                    <a:pt x="2282" y="1770"/>
                    <a:pt x="2282" y="1140"/>
                  </a:cubicBezTo>
                  <a:cubicBezTo>
                    <a:pt x="2282" y="510"/>
                    <a:pt x="1771" y="0"/>
                    <a:pt x="114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1" name="Google Shape;691;p17"/>
            <p:cNvSpPr/>
            <p:nvPr/>
          </p:nvSpPr>
          <p:spPr>
            <a:xfrm flipH="1" rot="-157512">
              <a:off x="7756527" y="-354275"/>
              <a:ext cx="57072" cy="57047"/>
            </a:xfrm>
            <a:custGeom>
              <a:rect b="b" l="l" r="r" t="t"/>
              <a:pathLst>
                <a:path extrusionOk="0" h="2282" w="2283">
                  <a:moveTo>
                    <a:pt x="1142" y="0"/>
                  </a:moveTo>
                  <a:cubicBezTo>
                    <a:pt x="511" y="0"/>
                    <a:pt x="1" y="510"/>
                    <a:pt x="1" y="1140"/>
                  </a:cubicBezTo>
                  <a:cubicBezTo>
                    <a:pt x="1" y="1771"/>
                    <a:pt x="511" y="2281"/>
                    <a:pt x="1142" y="2281"/>
                  </a:cubicBezTo>
                  <a:cubicBezTo>
                    <a:pt x="1772" y="2281"/>
                    <a:pt x="2283" y="1771"/>
                    <a:pt x="2283" y="1140"/>
                  </a:cubicBezTo>
                  <a:cubicBezTo>
                    <a:pt x="2283" y="510"/>
                    <a:pt x="1772" y="0"/>
                    <a:pt x="114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2" name="Google Shape;692;p17"/>
            <p:cNvSpPr/>
            <p:nvPr/>
          </p:nvSpPr>
          <p:spPr>
            <a:xfrm flipH="1" rot="-157512">
              <a:off x="8076682" y="-309131"/>
              <a:ext cx="650217" cy="721114"/>
            </a:xfrm>
            <a:custGeom>
              <a:rect b="b" l="l" r="r" t="t"/>
              <a:pathLst>
                <a:path extrusionOk="0" fill="none" h="28846" w="26010">
                  <a:moveTo>
                    <a:pt x="26009" y="20744"/>
                  </a:moveTo>
                  <a:lnTo>
                    <a:pt x="24980" y="6322"/>
                  </a:lnTo>
                  <a:lnTo>
                    <a:pt x="11977" y="1"/>
                  </a:lnTo>
                  <a:lnTo>
                    <a:pt x="0" y="8103"/>
                  </a:lnTo>
                  <a:lnTo>
                    <a:pt x="1029" y="22525"/>
                  </a:lnTo>
                  <a:lnTo>
                    <a:pt x="14034" y="28846"/>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3" name="Google Shape;693;p17"/>
            <p:cNvSpPr/>
            <p:nvPr/>
          </p:nvSpPr>
          <p:spPr>
            <a:xfrm flipH="1" rot="-157512">
              <a:off x="7450823" y="-324986"/>
              <a:ext cx="650192" cy="721114"/>
            </a:xfrm>
            <a:custGeom>
              <a:rect b="b" l="l" r="r" t="t"/>
              <a:pathLst>
                <a:path extrusionOk="0" fill="none" h="28846" w="26009">
                  <a:moveTo>
                    <a:pt x="26009" y="20743"/>
                  </a:moveTo>
                  <a:lnTo>
                    <a:pt x="24981" y="6321"/>
                  </a:lnTo>
                  <a:lnTo>
                    <a:pt x="11977" y="0"/>
                  </a:lnTo>
                  <a:lnTo>
                    <a:pt x="0" y="8103"/>
                  </a:lnTo>
                  <a:lnTo>
                    <a:pt x="1029" y="22525"/>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4" name="Google Shape;694;p17"/>
            <p:cNvSpPr/>
            <p:nvPr/>
          </p:nvSpPr>
          <p:spPr>
            <a:xfrm flipH="1" rot="-157512">
              <a:off x="8375904" y="240832"/>
              <a:ext cx="650217" cy="721114"/>
            </a:xfrm>
            <a:custGeom>
              <a:rect b="b" l="l" r="r" t="t"/>
              <a:pathLst>
                <a:path extrusionOk="0" fill="none" h="28846" w="26010">
                  <a:moveTo>
                    <a:pt x="26010" y="20744"/>
                  </a:moveTo>
                  <a:lnTo>
                    <a:pt x="24982" y="6322"/>
                  </a:lnTo>
                  <a:lnTo>
                    <a:pt x="11977" y="1"/>
                  </a:lnTo>
                  <a:lnTo>
                    <a:pt x="1" y="8102"/>
                  </a:lnTo>
                  <a:lnTo>
                    <a:pt x="1030" y="22525"/>
                  </a:lnTo>
                  <a:lnTo>
                    <a:pt x="14034" y="28846"/>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5" name="Google Shape;695;p17"/>
            <p:cNvSpPr/>
            <p:nvPr/>
          </p:nvSpPr>
          <p:spPr>
            <a:xfrm flipH="1" rot="-157512">
              <a:off x="7750020" y="224978"/>
              <a:ext cx="650192" cy="721114"/>
            </a:xfrm>
            <a:custGeom>
              <a:rect b="b" l="l" r="r" t="t"/>
              <a:pathLst>
                <a:path extrusionOk="0" fill="none" h="28846" w="26009">
                  <a:moveTo>
                    <a:pt x="26008" y="20743"/>
                  </a:moveTo>
                  <a:lnTo>
                    <a:pt x="24980" y="6321"/>
                  </a:lnTo>
                  <a:lnTo>
                    <a:pt x="11976" y="1"/>
                  </a:lnTo>
                  <a:lnTo>
                    <a:pt x="1" y="8103"/>
                  </a:lnTo>
                  <a:lnTo>
                    <a:pt x="1029" y="22525"/>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3">
  <p:cSld name="CUSTOM_12">
    <p:spTree>
      <p:nvGrpSpPr>
        <p:cNvPr id="696" name="Shape 696"/>
        <p:cNvGrpSpPr/>
        <p:nvPr/>
      </p:nvGrpSpPr>
      <p:grpSpPr>
        <a:xfrm>
          <a:off x="0" y="0"/>
          <a:ext cx="0" cy="0"/>
          <a:chOff x="0" y="0"/>
          <a:chExt cx="0" cy="0"/>
        </a:xfrm>
      </p:grpSpPr>
      <p:grpSp>
        <p:nvGrpSpPr>
          <p:cNvPr id="697" name="Google Shape;697;p18"/>
          <p:cNvGrpSpPr/>
          <p:nvPr/>
        </p:nvGrpSpPr>
        <p:grpSpPr>
          <a:xfrm flipH="1">
            <a:off x="7223396" y="3475515"/>
            <a:ext cx="1961773" cy="2399979"/>
            <a:chOff x="108580" y="3135490"/>
            <a:chExt cx="1961773" cy="2399979"/>
          </a:xfrm>
        </p:grpSpPr>
        <p:sp>
          <p:nvSpPr>
            <p:cNvPr id="698" name="Google Shape;698;p18"/>
            <p:cNvSpPr/>
            <p:nvPr/>
          </p:nvSpPr>
          <p:spPr>
            <a:xfrm flipH="1" rot="-157512">
              <a:off x="1392148" y="3329544"/>
              <a:ext cx="57072" cy="57047"/>
            </a:xfrm>
            <a:custGeom>
              <a:rect b="b" l="l" r="r" t="t"/>
              <a:pathLst>
                <a:path extrusionOk="0" h="2282" w="2283">
                  <a:moveTo>
                    <a:pt x="1141" y="1"/>
                  </a:moveTo>
                  <a:cubicBezTo>
                    <a:pt x="511" y="1"/>
                    <a:pt x="0" y="511"/>
                    <a:pt x="0" y="1141"/>
                  </a:cubicBezTo>
                  <a:cubicBezTo>
                    <a:pt x="0" y="1771"/>
                    <a:pt x="511" y="2282"/>
                    <a:pt x="1141" y="2282"/>
                  </a:cubicBezTo>
                  <a:cubicBezTo>
                    <a:pt x="1771" y="2282"/>
                    <a:pt x="2282" y="1771"/>
                    <a:pt x="2282" y="1141"/>
                  </a:cubicBezTo>
                  <a:cubicBezTo>
                    <a:pt x="2282" y="511"/>
                    <a:pt x="1771" y="1"/>
                    <a:pt x="114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9" name="Google Shape;699;p18"/>
            <p:cNvSpPr/>
            <p:nvPr/>
          </p:nvSpPr>
          <p:spPr>
            <a:xfrm flipH="1" rot="-157512">
              <a:off x="1064998" y="3864144"/>
              <a:ext cx="57072" cy="57047"/>
            </a:xfrm>
            <a:custGeom>
              <a:rect b="b" l="l" r="r" t="t"/>
              <a:pathLst>
                <a:path extrusionOk="0" h="2282" w="2283">
                  <a:moveTo>
                    <a:pt x="1141" y="1"/>
                  </a:moveTo>
                  <a:cubicBezTo>
                    <a:pt x="511" y="1"/>
                    <a:pt x="0" y="511"/>
                    <a:pt x="0" y="1141"/>
                  </a:cubicBezTo>
                  <a:cubicBezTo>
                    <a:pt x="0" y="1771"/>
                    <a:pt x="511" y="2282"/>
                    <a:pt x="1141" y="2282"/>
                  </a:cubicBezTo>
                  <a:cubicBezTo>
                    <a:pt x="1771" y="2282"/>
                    <a:pt x="2282" y="1771"/>
                    <a:pt x="2282" y="1141"/>
                  </a:cubicBezTo>
                  <a:cubicBezTo>
                    <a:pt x="2282" y="511"/>
                    <a:pt x="1771" y="1"/>
                    <a:pt x="114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0" name="Google Shape;700;p18"/>
            <p:cNvSpPr/>
            <p:nvPr/>
          </p:nvSpPr>
          <p:spPr>
            <a:xfrm flipH="1" rot="-157512">
              <a:off x="1364223" y="4406719"/>
              <a:ext cx="57072" cy="57047"/>
            </a:xfrm>
            <a:custGeom>
              <a:rect b="b" l="l" r="r" t="t"/>
              <a:pathLst>
                <a:path extrusionOk="0" h="2282" w="2283">
                  <a:moveTo>
                    <a:pt x="1141" y="1"/>
                  </a:moveTo>
                  <a:cubicBezTo>
                    <a:pt x="511" y="1"/>
                    <a:pt x="0" y="511"/>
                    <a:pt x="0" y="1141"/>
                  </a:cubicBezTo>
                  <a:cubicBezTo>
                    <a:pt x="0" y="1771"/>
                    <a:pt x="511" y="2282"/>
                    <a:pt x="1141" y="2282"/>
                  </a:cubicBezTo>
                  <a:cubicBezTo>
                    <a:pt x="1771" y="2282"/>
                    <a:pt x="2282" y="1771"/>
                    <a:pt x="2282" y="1141"/>
                  </a:cubicBezTo>
                  <a:cubicBezTo>
                    <a:pt x="2282" y="511"/>
                    <a:pt x="1771" y="1"/>
                    <a:pt x="114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1" name="Google Shape;701;p18"/>
            <p:cNvSpPr/>
            <p:nvPr/>
          </p:nvSpPr>
          <p:spPr>
            <a:xfrm flipH="1" rot="-157512">
              <a:off x="119483" y="4382794"/>
              <a:ext cx="57072" cy="57047"/>
            </a:xfrm>
            <a:custGeom>
              <a:rect b="b" l="l" r="r" t="t"/>
              <a:pathLst>
                <a:path extrusionOk="0" h="2282" w="2283">
                  <a:moveTo>
                    <a:pt x="1141" y="1"/>
                  </a:moveTo>
                  <a:cubicBezTo>
                    <a:pt x="511" y="1"/>
                    <a:pt x="0" y="511"/>
                    <a:pt x="0" y="1141"/>
                  </a:cubicBezTo>
                  <a:cubicBezTo>
                    <a:pt x="0" y="1771"/>
                    <a:pt x="511" y="2282"/>
                    <a:pt x="1141" y="2282"/>
                  </a:cubicBezTo>
                  <a:cubicBezTo>
                    <a:pt x="1771" y="2282"/>
                    <a:pt x="2282" y="1771"/>
                    <a:pt x="2282" y="1141"/>
                  </a:cubicBezTo>
                  <a:cubicBezTo>
                    <a:pt x="2282" y="511"/>
                    <a:pt x="1771" y="1"/>
                    <a:pt x="114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02" name="Google Shape;702;p18"/>
            <p:cNvGrpSpPr/>
            <p:nvPr/>
          </p:nvGrpSpPr>
          <p:grpSpPr>
            <a:xfrm>
              <a:off x="108580" y="3135490"/>
              <a:ext cx="1961773" cy="2399979"/>
              <a:chOff x="108580" y="3135490"/>
              <a:chExt cx="1961773" cy="2399979"/>
            </a:xfrm>
          </p:grpSpPr>
          <p:sp>
            <p:nvSpPr>
              <p:cNvPr id="703" name="Google Shape;703;p18"/>
              <p:cNvSpPr/>
              <p:nvPr/>
            </p:nvSpPr>
            <p:spPr>
              <a:xfrm flipH="1" rot="-157512">
                <a:off x="1376547" y="4265784"/>
                <a:ext cx="650167" cy="721089"/>
              </a:xfrm>
              <a:custGeom>
                <a:rect b="b" l="l" r="r" t="t"/>
                <a:pathLst>
                  <a:path extrusionOk="0" fill="none" h="28845" w="26008">
                    <a:moveTo>
                      <a:pt x="26008" y="20743"/>
                    </a:moveTo>
                    <a:lnTo>
                      <a:pt x="24980" y="6320"/>
                    </a:lnTo>
                    <a:lnTo>
                      <a:pt x="11975" y="1"/>
                    </a:lnTo>
                    <a:lnTo>
                      <a:pt x="0" y="8102"/>
                    </a:lnTo>
                    <a:lnTo>
                      <a:pt x="1028" y="22524"/>
                    </a:lnTo>
                    <a:lnTo>
                      <a:pt x="14032" y="28844"/>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4" name="Google Shape;704;p18"/>
              <p:cNvSpPr/>
              <p:nvPr/>
            </p:nvSpPr>
            <p:spPr>
              <a:xfrm flipH="1" rot="-157512">
                <a:off x="1077325" y="3715820"/>
                <a:ext cx="650192" cy="721089"/>
              </a:xfrm>
              <a:custGeom>
                <a:rect b="b" l="l" r="r" t="t"/>
                <a:pathLst>
                  <a:path extrusionOk="0" fill="none" h="28845" w="26009">
                    <a:moveTo>
                      <a:pt x="26008" y="20743"/>
                    </a:moveTo>
                    <a:lnTo>
                      <a:pt x="24980" y="6321"/>
                    </a:lnTo>
                    <a:lnTo>
                      <a:pt x="11976" y="1"/>
                    </a:lnTo>
                    <a:lnTo>
                      <a:pt x="0" y="8102"/>
                    </a:lnTo>
                    <a:lnTo>
                      <a:pt x="1028" y="22525"/>
                    </a:lnTo>
                    <a:lnTo>
                      <a:pt x="14033" y="28844"/>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5" name="Google Shape;705;p18"/>
              <p:cNvSpPr/>
              <p:nvPr/>
            </p:nvSpPr>
            <p:spPr>
              <a:xfrm flipH="1" rot="-157512">
                <a:off x="1404013" y="3181711"/>
                <a:ext cx="650167" cy="721089"/>
              </a:xfrm>
              <a:custGeom>
                <a:rect b="b" l="l" r="r" t="t"/>
                <a:pathLst>
                  <a:path extrusionOk="0" fill="none" h="28845" w="26008">
                    <a:moveTo>
                      <a:pt x="26008" y="20744"/>
                    </a:moveTo>
                    <a:lnTo>
                      <a:pt x="24980" y="6321"/>
                    </a:lnTo>
                    <a:lnTo>
                      <a:pt x="11976" y="1"/>
                    </a:lnTo>
                    <a:lnTo>
                      <a:pt x="0" y="8102"/>
                    </a:lnTo>
                    <a:lnTo>
                      <a:pt x="1028" y="22524"/>
                    </a:lnTo>
                    <a:lnTo>
                      <a:pt x="14032"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6" name="Google Shape;706;p18"/>
              <p:cNvSpPr/>
              <p:nvPr/>
            </p:nvSpPr>
            <p:spPr>
              <a:xfrm flipH="1" rot="-157512">
                <a:off x="451466" y="3699965"/>
                <a:ext cx="650167" cy="721089"/>
              </a:xfrm>
              <a:custGeom>
                <a:rect b="b" l="l" r="r" t="t"/>
                <a:pathLst>
                  <a:path extrusionOk="0" fill="none" h="28845" w="26008">
                    <a:moveTo>
                      <a:pt x="26008" y="20743"/>
                    </a:moveTo>
                    <a:lnTo>
                      <a:pt x="24980" y="6321"/>
                    </a:lnTo>
                    <a:lnTo>
                      <a:pt x="11976" y="0"/>
                    </a:lnTo>
                    <a:lnTo>
                      <a:pt x="0" y="8102"/>
                    </a:lnTo>
                    <a:lnTo>
                      <a:pt x="1028" y="22524"/>
                    </a:lnTo>
                    <a:lnTo>
                      <a:pt x="14032"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7" name="Google Shape;707;p18"/>
              <p:cNvSpPr/>
              <p:nvPr/>
            </p:nvSpPr>
            <p:spPr>
              <a:xfrm flipH="1" rot="-157512">
                <a:off x="152244" y="3150001"/>
                <a:ext cx="650192" cy="721089"/>
              </a:xfrm>
              <a:custGeom>
                <a:rect b="b" l="l" r="r" t="t"/>
                <a:pathLst>
                  <a:path extrusionOk="0" fill="none" h="28845" w="26009">
                    <a:moveTo>
                      <a:pt x="26008" y="20743"/>
                    </a:moveTo>
                    <a:lnTo>
                      <a:pt x="24980" y="6321"/>
                    </a:lnTo>
                    <a:lnTo>
                      <a:pt x="11976" y="0"/>
                    </a:lnTo>
                    <a:lnTo>
                      <a:pt x="1" y="8102"/>
                    </a:lnTo>
                    <a:lnTo>
                      <a:pt x="1029" y="22524"/>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8" name="Google Shape;708;p18"/>
              <p:cNvSpPr/>
              <p:nvPr/>
            </p:nvSpPr>
            <p:spPr>
              <a:xfrm flipH="1" rot="-157512">
                <a:off x="778129" y="3165856"/>
                <a:ext cx="650192" cy="721114"/>
              </a:xfrm>
              <a:custGeom>
                <a:rect b="b" l="l" r="r" t="t"/>
                <a:pathLst>
                  <a:path extrusionOk="0" fill="none" h="28846" w="26009">
                    <a:moveTo>
                      <a:pt x="26009" y="20743"/>
                    </a:moveTo>
                    <a:lnTo>
                      <a:pt x="24981" y="6321"/>
                    </a:lnTo>
                    <a:lnTo>
                      <a:pt x="11976" y="1"/>
                    </a:lnTo>
                    <a:lnTo>
                      <a:pt x="1" y="8102"/>
                    </a:lnTo>
                    <a:lnTo>
                      <a:pt x="1029" y="22525"/>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9" name="Google Shape;709;p18"/>
              <p:cNvSpPr/>
              <p:nvPr/>
            </p:nvSpPr>
            <p:spPr>
              <a:xfrm flipH="1" rot="-157512">
                <a:off x="124753" y="4234050"/>
                <a:ext cx="650217" cy="721114"/>
              </a:xfrm>
              <a:custGeom>
                <a:rect b="b" l="l" r="r" t="t"/>
                <a:pathLst>
                  <a:path extrusionOk="0" fill="none" h="28846" w="26010">
                    <a:moveTo>
                      <a:pt x="26009" y="20743"/>
                    </a:moveTo>
                    <a:lnTo>
                      <a:pt x="24980" y="6322"/>
                    </a:lnTo>
                    <a:lnTo>
                      <a:pt x="11976" y="1"/>
                    </a:lnTo>
                    <a:lnTo>
                      <a:pt x="0" y="8103"/>
                    </a:lnTo>
                    <a:lnTo>
                      <a:pt x="1029" y="22525"/>
                    </a:lnTo>
                    <a:lnTo>
                      <a:pt x="14033" y="28846"/>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0" name="Google Shape;710;p18"/>
              <p:cNvSpPr/>
              <p:nvPr/>
            </p:nvSpPr>
            <p:spPr>
              <a:xfrm flipH="1" rot="-157512">
                <a:off x="423974" y="4784014"/>
                <a:ext cx="650192" cy="721089"/>
              </a:xfrm>
              <a:custGeom>
                <a:rect b="b" l="l" r="r" t="t"/>
                <a:pathLst>
                  <a:path extrusionOk="0" fill="none" h="28845" w="26009">
                    <a:moveTo>
                      <a:pt x="26009" y="20743"/>
                    </a:moveTo>
                    <a:lnTo>
                      <a:pt x="24980" y="6322"/>
                    </a:lnTo>
                    <a:lnTo>
                      <a:pt x="11976" y="1"/>
                    </a:lnTo>
                    <a:lnTo>
                      <a:pt x="0" y="8102"/>
                    </a:lnTo>
                    <a:lnTo>
                      <a:pt x="1029" y="22525"/>
                    </a:lnTo>
                    <a:lnTo>
                      <a:pt x="14032"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1" name="Google Shape;711;p18"/>
              <p:cNvSpPr/>
              <p:nvPr/>
            </p:nvSpPr>
            <p:spPr>
              <a:xfrm flipH="1" rot="-157512">
                <a:off x="1049859" y="4799893"/>
                <a:ext cx="650192" cy="721064"/>
              </a:xfrm>
              <a:custGeom>
                <a:rect b="b" l="l" r="r" t="t"/>
                <a:pathLst>
                  <a:path extrusionOk="0" fill="none" h="28844" w="26009">
                    <a:moveTo>
                      <a:pt x="26009" y="20743"/>
                    </a:moveTo>
                    <a:lnTo>
                      <a:pt x="24980" y="6320"/>
                    </a:lnTo>
                    <a:lnTo>
                      <a:pt x="11976" y="0"/>
                    </a:lnTo>
                    <a:lnTo>
                      <a:pt x="0" y="8101"/>
                    </a:lnTo>
                    <a:lnTo>
                      <a:pt x="1028" y="22523"/>
                    </a:lnTo>
                    <a:lnTo>
                      <a:pt x="14033" y="28844"/>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712" name="Google Shape;712;p18"/>
          <p:cNvGrpSpPr/>
          <p:nvPr/>
        </p:nvGrpSpPr>
        <p:grpSpPr>
          <a:xfrm flipH="1">
            <a:off x="-253943" y="-355553"/>
            <a:ext cx="1934332" cy="1332011"/>
            <a:chOff x="7107962" y="-355553"/>
            <a:chExt cx="1934332" cy="1332011"/>
          </a:xfrm>
        </p:grpSpPr>
        <p:sp>
          <p:nvSpPr>
            <p:cNvPr id="713" name="Google Shape;713;p18"/>
            <p:cNvSpPr/>
            <p:nvPr/>
          </p:nvSpPr>
          <p:spPr>
            <a:xfrm flipH="1" rot="-157512">
              <a:off x="7124135" y="209124"/>
              <a:ext cx="650192" cy="721089"/>
            </a:xfrm>
            <a:custGeom>
              <a:rect b="b" l="l" r="r" t="t"/>
              <a:pathLst>
                <a:path extrusionOk="0" fill="none" h="28845" w="26009">
                  <a:moveTo>
                    <a:pt x="26008" y="20744"/>
                  </a:moveTo>
                  <a:lnTo>
                    <a:pt x="24980" y="6321"/>
                  </a:lnTo>
                  <a:lnTo>
                    <a:pt x="11976" y="0"/>
                  </a:lnTo>
                  <a:lnTo>
                    <a:pt x="0" y="8102"/>
                  </a:lnTo>
                  <a:lnTo>
                    <a:pt x="1028" y="22524"/>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4" name="Google Shape;714;p18"/>
            <p:cNvSpPr/>
            <p:nvPr/>
          </p:nvSpPr>
          <p:spPr>
            <a:xfrm flipH="1" rot="-157512">
              <a:off x="7112323" y="352569"/>
              <a:ext cx="57072" cy="57047"/>
            </a:xfrm>
            <a:custGeom>
              <a:rect b="b" l="l" r="r" t="t"/>
              <a:pathLst>
                <a:path extrusionOk="0" h="2282" w="2283">
                  <a:moveTo>
                    <a:pt x="1141" y="1"/>
                  </a:moveTo>
                  <a:cubicBezTo>
                    <a:pt x="511" y="1"/>
                    <a:pt x="0" y="511"/>
                    <a:pt x="0" y="1141"/>
                  </a:cubicBezTo>
                  <a:cubicBezTo>
                    <a:pt x="0" y="1771"/>
                    <a:pt x="511" y="2282"/>
                    <a:pt x="1141" y="2282"/>
                  </a:cubicBezTo>
                  <a:cubicBezTo>
                    <a:pt x="1771" y="2282"/>
                    <a:pt x="2282" y="1771"/>
                    <a:pt x="2282" y="1141"/>
                  </a:cubicBezTo>
                  <a:cubicBezTo>
                    <a:pt x="2282" y="511"/>
                    <a:pt x="1771" y="1"/>
                    <a:pt x="114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5" name="Google Shape;715;p18"/>
            <p:cNvSpPr/>
            <p:nvPr/>
          </p:nvSpPr>
          <p:spPr>
            <a:xfrm flipH="1" rot="-157512">
              <a:off x="7729061" y="729798"/>
              <a:ext cx="57072" cy="57047"/>
            </a:xfrm>
            <a:custGeom>
              <a:rect b="b" l="l" r="r" t="t"/>
              <a:pathLst>
                <a:path extrusionOk="0" h="2282" w="2283">
                  <a:moveTo>
                    <a:pt x="1141" y="0"/>
                  </a:moveTo>
                  <a:cubicBezTo>
                    <a:pt x="511" y="0"/>
                    <a:pt x="0" y="510"/>
                    <a:pt x="0" y="1140"/>
                  </a:cubicBezTo>
                  <a:cubicBezTo>
                    <a:pt x="0" y="1770"/>
                    <a:pt x="511" y="2281"/>
                    <a:pt x="1141" y="2281"/>
                  </a:cubicBezTo>
                  <a:cubicBezTo>
                    <a:pt x="1771" y="2281"/>
                    <a:pt x="2282" y="1770"/>
                    <a:pt x="2282" y="1140"/>
                  </a:cubicBezTo>
                  <a:cubicBezTo>
                    <a:pt x="2282" y="510"/>
                    <a:pt x="1771" y="0"/>
                    <a:pt x="114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6" name="Google Shape;716;p18"/>
            <p:cNvSpPr/>
            <p:nvPr/>
          </p:nvSpPr>
          <p:spPr>
            <a:xfrm flipH="1" rot="-157512">
              <a:off x="7756527" y="-354275"/>
              <a:ext cx="57072" cy="57047"/>
            </a:xfrm>
            <a:custGeom>
              <a:rect b="b" l="l" r="r" t="t"/>
              <a:pathLst>
                <a:path extrusionOk="0" h="2282" w="2283">
                  <a:moveTo>
                    <a:pt x="1142" y="0"/>
                  </a:moveTo>
                  <a:cubicBezTo>
                    <a:pt x="511" y="0"/>
                    <a:pt x="1" y="510"/>
                    <a:pt x="1" y="1140"/>
                  </a:cubicBezTo>
                  <a:cubicBezTo>
                    <a:pt x="1" y="1771"/>
                    <a:pt x="511" y="2281"/>
                    <a:pt x="1142" y="2281"/>
                  </a:cubicBezTo>
                  <a:cubicBezTo>
                    <a:pt x="1772" y="2281"/>
                    <a:pt x="2283" y="1771"/>
                    <a:pt x="2283" y="1140"/>
                  </a:cubicBezTo>
                  <a:cubicBezTo>
                    <a:pt x="2283" y="510"/>
                    <a:pt x="1772" y="0"/>
                    <a:pt x="114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7" name="Google Shape;717;p18"/>
            <p:cNvSpPr/>
            <p:nvPr/>
          </p:nvSpPr>
          <p:spPr>
            <a:xfrm flipH="1" rot="-157512">
              <a:off x="8076682" y="-309131"/>
              <a:ext cx="650217" cy="721114"/>
            </a:xfrm>
            <a:custGeom>
              <a:rect b="b" l="l" r="r" t="t"/>
              <a:pathLst>
                <a:path extrusionOk="0" fill="none" h="28846" w="26010">
                  <a:moveTo>
                    <a:pt x="26009" y="20744"/>
                  </a:moveTo>
                  <a:lnTo>
                    <a:pt x="24980" y="6322"/>
                  </a:lnTo>
                  <a:lnTo>
                    <a:pt x="11977" y="1"/>
                  </a:lnTo>
                  <a:lnTo>
                    <a:pt x="0" y="8103"/>
                  </a:lnTo>
                  <a:lnTo>
                    <a:pt x="1029" y="22525"/>
                  </a:lnTo>
                  <a:lnTo>
                    <a:pt x="14034" y="28846"/>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8" name="Google Shape;718;p18"/>
            <p:cNvSpPr/>
            <p:nvPr/>
          </p:nvSpPr>
          <p:spPr>
            <a:xfrm flipH="1" rot="-157512">
              <a:off x="7450823" y="-324986"/>
              <a:ext cx="650192" cy="721114"/>
            </a:xfrm>
            <a:custGeom>
              <a:rect b="b" l="l" r="r" t="t"/>
              <a:pathLst>
                <a:path extrusionOk="0" fill="none" h="28846" w="26009">
                  <a:moveTo>
                    <a:pt x="26009" y="20743"/>
                  </a:moveTo>
                  <a:lnTo>
                    <a:pt x="24981" y="6321"/>
                  </a:lnTo>
                  <a:lnTo>
                    <a:pt x="11977" y="0"/>
                  </a:lnTo>
                  <a:lnTo>
                    <a:pt x="0" y="8103"/>
                  </a:lnTo>
                  <a:lnTo>
                    <a:pt x="1029" y="22525"/>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9" name="Google Shape;719;p18"/>
            <p:cNvSpPr/>
            <p:nvPr/>
          </p:nvSpPr>
          <p:spPr>
            <a:xfrm flipH="1" rot="-157512">
              <a:off x="8375904" y="240832"/>
              <a:ext cx="650217" cy="721114"/>
            </a:xfrm>
            <a:custGeom>
              <a:rect b="b" l="l" r="r" t="t"/>
              <a:pathLst>
                <a:path extrusionOk="0" fill="none" h="28846" w="26010">
                  <a:moveTo>
                    <a:pt x="26010" y="20744"/>
                  </a:moveTo>
                  <a:lnTo>
                    <a:pt x="24982" y="6322"/>
                  </a:lnTo>
                  <a:lnTo>
                    <a:pt x="11977" y="1"/>
                  </a:lnTo>
                  <a:lnTo>
                    <a:pt x="1" y="8102"/>
                  </a:lnTo>
                  <a:lnTo>
                    <a:pt x="1030" y="22525"/>
                  </a:lnTo>
                  <a:lnTo>
                    <a:pt x="14034" y="28846"/>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0" name="Google Shape;720;p18"/>
            <p:cNvSpPr/>
            <p:nvPr/>
          </p:nvSpPr>
          <p:spPr>
            <a:xfrm flipH="1" rot="-157512">
              <a:off x="7750020" y="224978"/>
              <a:ext cx="650192" cy="721114"/>
            </a:xfrm>
            <a:custGeom>
              <a:rect b="b" l="l" r="r" t="t"/>
              <a:pathLst>
                <a:path extrusionOk="0" fill="none" h="28846" w="26009">
                  <a:moveTo>
                    <a:pt x="26008" y="20743"/>
                  </a:moveTo>
                  <a:lnTo>
                    <a:pt x="24980" y="6321"/>
                  </a:lnTo>
                  <a:lnTo>
                    <a:pt x="11976" y="1"/>
                  </a:lnTo>
                  <a:lnTo>
                    <a:pt x="1" y="8103"/>
                  </a:lnTo>
                  <a:lnTo>
                    <a:pt x="1029" y="22525"/>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21" name="Google Shape;721;p18"/>
          <p:cNvSpPr txBox="1"/>
          <p:nvPr>
            <p:ph type="title"/>
          </p:nvPr>
        </p:nvSpPr>
        <p:spPr>
          <a:xfrm>
            <a:off x="720000" y="1673500"/>
            <a:ext cx="4466400" cy="572700"/>
          </a:xfrm>
          <a:prstGeom prst="rect">
            <a:avLst/>
          </a:prstGeom>
        </p:spPr>
        <p:txBody>
          <a:bodyPr anchorCtr="0" anchor="b" bIns="91425" lIns="91425" spcFirstLastPara="1" rIns="91425" wrap="square" tIns="91425">
            <a:noAutofit/>
          </a:bodyPr>
          <a:lstStyle>
            <a:lvl1pPr lvl="0" rtl="0">
              <a:spcBef>
                <a:spcPts val="0"/>
              </a:spcBef>
              <a:spcAft>
                <a:spcPts val="0"/>
              </a:spcAft>
              <a:buSzPts val="3200"/>
              <a:buNone/>
              <a:defRPr/>
            </a:lvl1pPr>
            <a:lvl2pPr lvl="1" rtl="0">
              <a:spcBef>
                <a:spcPts val="0"/>
              </a:spcBef>
              <a:spcAft>
                <a:spcPts val="0"/>
              </a:spcAft>
              <a:buSzPts val="3200"/>
              <a:buNone/>
              <a:defRPr/>
            </a:lvl2pPr>
            <a:lvl3pPr lvl="2" rtl="0">
              <a:spcBef>
                <a:spcPts val="0"/>
              </a:spcBef>
              <a:spcAft>
                <a:spcPts val="0"/>
              </a:spcAft>
              <a:buSzPts val="3200"/>
              <a:buNone/>
              <a:defRPr/>
            </a:lvl3pPr>
            <a:lvl4pPr lvl="3" rtl="0">
              <a:spcBef>
                <a:spcPts val="0"/>
              </a:spcBef>
              <a:spcAft>
                <a:spcPts val="0"/>
              </a:spcAft>
              <a:buSzPts val="3200"/>
              <a:buNone/>
              <a:defRPr/>
            </a:lvl4pPr>
            <a:lvl5pPr lvl="4" rtl="0">
              <a:spcBef>
                <a:spcPts val="0"/>
              </a:spcBef>
              <a:spcAft>
                <a:spcPts val="0"/>
              </a:spcAft>
              <a:buSzPts val="3200"/>
              <a:buNone/>
              <a:defRPr/>
            </a:lvl5pPr>
            <a:lvl6pPr lvl="5" rtl="0">
              <a:spcBef>
                <a:spcPts val="0"/>
              </a:spcBef>
              <a:spcAft>
                <a:spcPts val="0"/>
              </a:spcAft>
              <a:buSzPts val="3200"/>
              <a:buNone/>
              <a:defRPr/>
            </a:lvl6pPr>
            <a:lvl7pPr lvl="6" rtl="0">
              <a:spcBef>
                <a:spcPts val="0"/>
              </a:spcBef>
              <a:spcAft>
                <a:spcPts val="0"/>
              </a:spcAft>
              <a:buSzPts val="3200"/>
              <a:buNone/>
              <a:defRPr/>
            </a:lvl7pPr>
            <a:lvl8pPr lvl="7" rtl="0">
              <a:spcBef>
                <a:spcPts val="0"/>
              </a:spcBef>
              <a:spcAft>
                <a:spcPts val="0"/>
              </a:spcAft>
              <a:buSzPts val="3200"/>
              <a:buNone/>
              <a:defRPr/>
            </a:lvl8pPr>
            <a:lvl9pPr lvl="8" rtl="0">
              <a:spcBef>
                <a:spcPts val="0"/>
              </a:spcBef>
              <a:spcAft>
                <a:spcPts val="0"/>
              </a:spcAft>
              <a:buSzPts val="3200"/>
              <a:buNone/>
              <a:defRPr/>
            </a:lvl9pPr>
          </a:lstStyle>
          <a:p/>
        </p:txBody>
      </p:sp>
      <p:sp>
        <p:nvSpPr>
          <p:cNvPr id="722" name="Google Shape;722;p18"/>
          <p:cNvSpPr txBox="1"/>
          <p:nvPr>
            <p:ph idx="1" type="subTitle"/>
          </p:nvPr>
        </p:nvSpPr>
        <p:spPr>
          <a:xfrm>
            <a:off x="720000" y="2246200"/>
            <a:ext cx="4466400" cy="13902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chemeClr val="dk2"/>
              </a:buClr>
              <a:buSzPts val="1000"/>
              <a:buFont typeface="Anaheim"/>
              <a:buChar char="◆"/>
              <a:defRPr/>
            </a:lvl1pPr>
            <a:lvl2pPr lvl="1" rtl="0" algn="ctr">
              <a:lnSpc>
                <a:spcPct val="100000"/>
              </a:lnSpc>
              <a:spcBef>
                <a:spcPts val="0"/>
              </a:spcBef>
              <a:spcAft>
                <a:spcPts val="0"/>
              </a:spcAft>
              <a:buClr>
                <a:srgbClr val="595959"/>
              </a:buClr>
              <a:buSzPts val="1400"/>
              <a:buFont typeface="Anaheim"/>
              <a:buChar char="○"/>
              <a:defRPr/>
            </a:lvl2pPr>
            <a:lvl3pPr lvl="2" rtl="0" algn="ctr">
              <a:lnSpc>
                <a:spcPct val="100000"/>
              </a:lnSpc>
              <a:spcBef>
                <a:spcPts val="0"/>
              </a:spcBef>
              <a:spcAft>
                <a:spcPts val="0"/>
              </a:spcAft>
              <a:buClr>
                <a:srgbClr val="595959"/>
              </a:buClr>
              <a:buSzPts val="1400"/>
              <a:buFont typeface="Anaheim"/>
              <a:buChar char="■"/>
              <a:defRPr/>
            </a:lvl3pPr>
            <a:lvl4pPr lvl="3" rtl="0" algn="ctr">
              <a:lnSpc>
                <a:spcPct val="100000"/>
              </a:lnSpc>
              <a:spcBef>
                <a:spcPts val="0"/>
              </a:spcBef>
              <a:spcAft>
                <a:spcPts val="0"/>
              </a:spcAft>
              <a:buClr>
                <a:srgbClr val="595959"/>
              </a:buClr>
              <a:buSzPts val="1400"/>
              <a:buFont typeface="Anaheim"/>
              <a:buChar char="●"/>
              <a:defRPr/>
            </a:lvl4pPr>
            <a:lvl5pPr lvl="4" rtl="0" algn="ctr">
              <a:lnSpc>
                <a:spcPct val="100000"/>
              </a:lnSpc>
              <a:spcBef>
                <a:spcPts val="0"/>
              </a:spcBef>
              <a:spcAft>
                <a:spcPts val="0"/>
              </a:spcAft>
              <a:buClr>
                <a:srgbClr val="595959"/>
              </a:buClr>
              <a:buSzPts val="1400"/>
              <a:buFont typeface="Anaheim"/>
              <a:buChar char="○"/>
              <a:defRPr/>
            </a:lvl5pPr>
            <a:lvl6pPr lvl="5" rtl="0" algn="ctr">
              <a:lnSpc>
                <a:spcPct val="100000"/>
              </a:lnSpc>
              <a:spcBef>
                <a:spcPts val="0"/>
              </a:spcBef>
              <a:spcAft>
                <a:spcPts val="0"/>
              </a:spcAft>
              <a:buClr>
                <a:srgbClr val="595959"/>
              </a:buClr>
              <a:buSzPts val="1400"/>
              <a:buFont typeface="Anaheim"/>
              <a:buChar char="■"/>
              <a:defRPr/>
            </a:lvl6pPr>
            <a:lvl7pPr lvl="6" rtl="0" algn="ctr">
              <a:lnSpc>
                <a:spcPct val="100000"/>
              </a:lnSpc>
              <a:spcBef>
                <a:spcPts val="0"/>
              </a:spcBef>
              <a:spcAft>
                <a:spcPts val="0"/>
              </a:spcAft>
              <a:buClr>
                <a:srgbClr val="595959"/>
              </a:buClr>
              <a:buSzPts val="1400"/>
              <a:buFont typeface="Anaheim"/>
              <a:buChar char="●"/>
              <a:defRPr/>
            </a:lvl7pPr>
            <a:lvl8pPr lvl="7" rtl="0" algn="ctr">
              <a:lnSpc>
                <a:spcPct val="100000"/>
              </a:lnSpc>
              <a:spcBef>
                <a:spcPts val="0"/>
              </a:spcBef>
              <a:spcAft>
                <a:spcPts val="0"/>
              </a:spcAft>
              <a:buClr>
                <a:srgbClr val="595959"/>
              </a:buClr>
              <a:buSzPts val="1400"/>
              <a:buFont typeface="Anaheim"/>
              <a:buChar char="○"/>
              <a:defRPr/>
            </a:lvl8pPr>
            <a:lvl9pPr lvl="8" rtl="0" algn="ctr">
              <a:lnSpc>
                <a:spcPct val="100000"/>
              </a:lnSpc>
              <a:spcBef>
                <a:spcPts val="0"/>
              </a:spcBef>
              <a:spcAft>
                <a:spcPts val="0"/>
              </a:spcAft>
              <a:buClr>
                <a:srgbClr val="595959"/>
              </a:buClr>
              <a:buSzPts val="1400"/>
              <a:buFont typeface="Anaheim"/>
              <a:buChar char="■"/>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4">
  <p:cSld name="CUSTOM_13">
    <p:spTree>
      <p:nvGrpSpPr>
        <p:cNvPr id="723" name="Shape 723"/>
        <p:cNvGrpSpPr/>
        <p:nvPr/>
      </p:nvGrpSpPr>
      <p:grpSpPr>
        <a:xfrm>
          <a:off x="0" y="0"/>
          <a:ext cx="0" cy="0"/>
          <a:chOff x="0" y="0"/>
          <a:chExt cx="0" cy="0"/>
        </a:xfrm>
      </p:grpSpPr>
      <p:sp>
        <p:nvSpPr>
          <p:cNvPr id="724" name="Google Shape;724;p19"/>
          <p:cNvSpPr txBox="1"/>
          <p:nvPr>
            <p:ph type="title"/>
          </p:nvPr>
        </p:nvSpPr>
        <p:spPr>
          <a:xfrm>
            <a:off x="5026800" y="2001148"/>
            <a:ext cx="3157500" cy="576000"/>
          </a:xfrm>
          <a:prstGeom prst="rect">
            <a:avLst/>
          </a:prstGeom>
        </p:spPr>
        <p:txBody>
          <a:bodyPr anchorCtr="0" anchor="b" bIns="91425" lIns="91425" spcFirstLastPara="1" rIns="91425" wrap="square" tIns="91425">
            <a:noAutofit/>
          </a:bodyPr>
          <a:lstStyle>
            <a:lvl1pPr lvl="0" rtl="0" algn="r">
              <a:spcBef>
                <a:spcPts val="0"/>
              </a:spcBef>
              <a:spcAft>
                <a:spcPts val="0"/>
              </a:spcAft>
              <a:buSzPts val="3200"/>
              <a:buNone/>
              <a:defRPr/>
            </a:lvl1pPr>
            <a:lvl2pPr lvl="1" rtl="0">
              <a:spcBef>
                <a:spcPts val="0"/>
              </a:spcBef>
              <a:spcAft>
                <a:spcPts val="0"/>
              </a:spcAft>
              <a:buSzPts val="3200"/>
              <a:buNone/>
              <a:defRPr/>
            </a:lvl2pPr>
            <a:lvl3pPr lvl="2" rtl="0">
              <a:spcBef>
                <a:spcPts val="0"/>
              </a:spcBef>
              <a:spcAft>
                <a:spcPts val="0"/>
              </a:spcAft>
              <a:buSzPts val="3200"/>
              <a:buNone/>
              <a:defRPr/>
            </a:lvl3pPr>
            <a:lvl4pPr lvl="3" rtl="0">
              <a:spcBef>
                <a:spcPts val="0"/>
              </a:spcBef>
              <a:spcAft>
                <a:spcPts val="0"/>
              </a:spcAft>
              <a:buSzPts val="3200"/>
              <a:buNone/>
              <a:defRPr/>
            </a:lvl4pPr>
            <a:lvl5pPr lvl="4" rtl="0">
              <a:spcBef>
                <a:spcPts val="0"/>
              </a:spcBef>
              <a:spcAft>
                <a:spcPts val="0"/>
              </a:spcAft>
              <a:buSzPts val="3200"/>
              <a:buNone/>
              <a:defRPr/>
            </a:lvl5pPr>
            <a:lvl6pPr lvl="5" rtl="0">
              <a:spcBef>
                <a:spcPts val="0"/>
              </a:spcBef>
              <a:spcAft>
                <a:spcPts val="0"/>
              </a:spcAft>
              <a:buSzPts val="3200"/>
              <a:buNone/>
              <a:defRPr/>
            </a:lvl6pPr>
            <a:lvl7pPr lvl="6" rtl="0">
              <a:spcBef>
                <a:spcPts val="0"/>
              </a:spcBef>
              <a:spcAft>
                <a:spcPts val="0"/>
              </a:spcAft>
              <a:buSzPts val="3200"/>
              <a:buNone/>
              <a:defRPr/>
            </a:lvl7pPr>
            <a:lvl8pPr lvl="7" rtl="0">
              <a:spcBef>
                <a:spcPts val="0"/>
              </a:spcBef>
              <a:spcAft>
                <a:spcPts val="0"/>
              </a:spcAft>
              <a:buSzPts val="3200"/>
              <a:buNone/>
              <a:defRPr/>
            </a:lvl8pPr>
            <a:lvl9pPr lvl="8" rtl="0">
              <a:spcBef>
                <a:spcPts val="0"/>
              </a:spcBef>
              <a:spcAft>
                <a:spcPts val="0"/>
              </a:spcAft>
              <a:buSzPts val="3200"/>
              <a:buNone/>
              <a:defRPr/>
            </a:lvl9pPr>
          </a:lstStyle>
          <a:p/>
        </p:txBody>
      </p:sp>
      <p:sp>
        <p:nvSpPr>
          <p:cNvPr id="725" name="Google Shape;725;p19"/>
          <p:cNvSpPr txBox="1"/>
          <p:nvPr>
            <p:ph idx="1" type="subTitle"/>
          </p:nvPr>
        </p:nvSpPr>
        <p:spPr>
          <a:xfrm>
            <a:off x="5027025" y="2577134"/>
            <a:ext cx="3157500" cy="7926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grpSp>
        <p:nvGrpSpPr>
          <p:cNvPr id="726" name="Google Shape;726;p19"/>
          <p:cNvGrpSpPr/>
          <p:nvPr/>
        </p:nvGrpSpPr>
        <p:grpSpPr>
          <a:xfrm>
            <a:off x="6950792" y="-147006"/>
            <a:ext cx="2532725" cy="1881750"/>
            <a:chOff x="7221517" y="-507956"/>
            <a:chExt cx="2532725" cy="1881750"/>
          </a:xfrm>
        </p:grpSpPr>
        <p:sp>
          <p:nvSpPr>
            <p:cNvPr id="727" name="Google Shape;727;p19"/>
            <p:cNvSpPr/>
            <p:nvPr/>
          </p:nvSpPr>
          <p:spPr>
            <a:xfrm flipH="1" rot="-157512">
              <a:off x="8467712" y="47987"/>
              <a:ext cx="57072" cy="57047"/>
            </a:xfrm>
            <a:custGeom>
              <a:rect b="b" l="l" r="r" t="t"/>
              <a:pathLst>
                <a:path extrusionOk="0" h="2282" w="2283">
                  <a:moveTo>
                    <a:pt x="1141" y="1"/>
                  </a:moveTo>
                  <a:cubicBezTo>
                    <a:pt x="511" y="1"/>
                    <a:pt x="0" y="512"/>
                    <a:pt x="0" y="1142"/>
                  </a:cubicBezTo>
                  <a:cubicBezTo>
                    <a:pt x="0" y="1771"/>
                    <a:pt x="511" y="2282"/>
                    <a:pt x="1141" y="2282"/>
                  </a:cubicBezTo>
                  <a:cubicBezTo>
                    <a:pt x="1771" y="2282"/>
                    <a:pt x="2282" y="1771"/>
                    <a:pt x="2282" y="1142"/>
                  </a:cubicBezTo>
                  <a:cubicBezTo>
                    <a:pt x="2282" y="512"/>
                    <a:pt x="1771" y="1"/>
                    <a:pt x="114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8" name="Google Shape;728;p19"/>
            <p:cNvSpPr/>
            <p:nvPr/>
          </p:nvSpPr>
          <p:spPr>
            <a:xfrm flipH="1" rot="-157512">
              <a:off x="8489459" y="-461709"/>
              <a:ext cx="650192" cy="721064"/>
            </a:xfrm>
            <a:custGeom>
              <a:rect b="b" l="l" r="r" t="t"/>
              <a:pathLst>
                <a:path extrusionOk="0" fill="none" h="28844" w="26009">
                  <a:moveTo>
                    <a:pt x="26008" y="20743"/>
                  </a:moveTo>
                  <a:lnTo>
                    <a:pt x="24980" y="6321"/>
                  </a:lnTo>
                  <a:lnTo>
                    <a:pt x="11976" y="0"/>
                  </a:lnTo>
                  <a:lnTo>
                    <a:pt x="0" y="8101"/>
                  </a:lnTo>
                  <a:lnTo>
                    <a:pt x="1028" y="22524"/>
                  </a:lnTo>
                  <a:lnTo>
                    <a:pt x="14033" y="28844"/>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9" name="Google Shape;729;p19"/>
            <p:cNvSpPr/>
            <p:nvPr/>
          </p:nvSpPr>
          <p:spPr>
            <a:xfrm flipH="1" rot="-157512">
              <a:off x="7863600" y="-477589"/>
              <a:ext cx="650167" cy="721114"/>
            </a:xfrm>
            <a:custGeom>
              <a:rect b="b" l="l" r="r" t="t"/>
              <a:pathLst>
                <a:path extrusionOk="0" fill="none" h="28846" w="26008">
                  <a:moveTo>
                    <a:pt x="26008" y="20743"/>
                  </a:moveTo>
                  <a:lnTo>
                    <a:pt x="24980" y="6321"/>
                  </a:lnTo>
                  <a:lnTo>
                    <a:pt x="11975" y="1"/>
                  </a:lnTo>
                  <a:lnTo>
                    <a:pt x="0" y="8103"/>
                  </a:lnTo>
                  <a:lnTo>
                    <a:pt x="1028" y="22525"/>
                  </a:lnTo>
                  <a:lnTo>
                    <a:pt x="14032"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0" name="Google Shape;730;p19"/>
            <p:cNvSpPr/>
            <p:nvPr/>
          </p:nvSpPr>
          <p:spPr>
            <a:xfrm flipH="1" rot="-157512">
              <a:off x="7237690" y="-493444"/>
              <a:ext cx="650217" cy="721114"/>
            </a:xfrm>
            <a:custGeom>
              <a:rect b="b" l="l" r="r" t="t"/>
              <a:pathLst>
                <a:path extrusionOk="0" fill="none" h="28846" w="26010">
                  <a:moveTo>
                    <a:pt x="26010" y="20743"/>
                  </a:moveTo>
                  <a:lnTo>
                    <a:pt x="24981" y="6321"/>
                  </a:lnTo>
                  <a:lnTo>
                    <a:pt x="11976" y="0"/>
                  </a:lnTo>
                  <a:lnTo>
                    <a:pt x="1" y="8102"/>
                  </a:lnTo>
                  <a:lnTo>
                    <a:pt x="1029" y="22524"/>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1" name="Google Shape;731;p19"/>
            <p:cNvSpPr/>
            <p:nvPr/>
          </p:nvSpPr>
          <p:spPr>
            <a:xfrm flipH="1" rot="-157512">
              <a:off x="8788681" y="88254"/>
              <a:ext cx="650192" cy="721064"/>
            </a:xfrm>
            <a:custGeom>
              <a:rect b="b" l="l" r="r" t="t"/>
              <a:pathLst>
                <a:path extrusionOk="0" fill="none" h="28844" w="26009">
                  <a:moveTo>
                    <a:pt x="26009" y="20743"/>
                  </a:moveTo>
                  <a:lnTo>
                    <a:pt x="24981" y="6320"/>
                  </a:lnTo>
                  <a:lnTo>
                    <a:pt x="11976" y="0"/>
                  </a:lnTo>
                  <a:lnTo>
                    <a:pt x="1" y="8101"/>
                  </a:lnTo>
                  <a:lnTo>
                    <a:pt x="1029" y="22523"/>
                  </a:lnTo>
                  <a:lnTo>
                    <a:pt x="14033" y="28844"/>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2" name="Google Shape;732;p19"/>
            <p:cNvSpPr/>
            <p:nvPr/>
          </p:nvSpPr>
          <p:spPr>
            <a:xfrm flipH="1" rot="-157512">
              <a:off x="8162796" y="72374"/>
              <a:ext cx="650192" cy="721114"/>
            </a:xfrm>
            <a:custGeom>
              <a:rect b="b" l="l" r="r" t="t"/>
              <a:pathLst>
                <a:path extrusionOk="0" fill="none" h="28846" w="26009">
                  <a:moveTo>
                    <a:pt x="26008" y="20743"/>
                  </a:moveTo>
                  <a:lnTo>
                    <a:pt x="24980" y="6321"/>
                  </a:lnTo>
                  <a:lnTo>
                    <a:pt x="11976" y="1"/>
                  </a:lnTo>
                  <a:lnTo>
                    <a:pt x="1" y="8102"/>
                  </a:lnTo>
                  <a:lnTo>
                    <a:pt x="1029" y="22525"/>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3" name="Google Shape;733;p19"/>
            <p:cNvSpPr/>
            <p:nvPr/>
          </p:nvSpPr>
          <p:spPr>
            <a:xfrm flipH="1" rot="-157512">
              <a:off x="9087877" y="638193"/>
              <a:ext cx="650192" cy="721089"/>
            </a:xfrm>
            <a:custGeom>
              <a:rect b="b" l="l" r="r" t="t"/>
              <a:pathLst>
                <a:path extrusionOk="0" fill="none" h="28845" w="26009">
                  <a:moveTo>
                    <a:pt x="26008" y="20744"/>
                  </a:moveTo>
                  <a:lnTo>
                    <a:pt x="24980" y="6321"/>
                  </a:lnTo>
                  <a:lnTo>
                    <a:pt x="11976" y="0"/>
                  </a:lnTo>
                  <a:lnTo>
                    <a:pt x="0" y="8102"/>
                  </a:lnTo>
                  <a:lnTo>
                    <a:pt x="1028" y="22524"/>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4" name="Google Shape;734;p19"/>
            <p:cNvSpPr/>
            <p:nvPr/>
          </p:nvSpPr>
          <p:spPr>
            <a:xfrm flipH="1" rot="-157512">
              <a:off x="7525463" y="193693"/>
              <a:ext cx="57047" cy="57047"/>
            </a:xfrm>
            <a:custGeom>
              <a:rect b="b" l="l" r="r" t="t"/>
              <a:pathLst>
                <a:path extrusionOk="0" h="2282" w="2282">
                  <a:moveTo>
                    <a:pt x="1140" y="0"/>
                  </a:moveTo>
                  <a:cubicBezTo>
                    <a:pt x="511" y="0"/>
                    <a:pt x="0" y="511"/>
                    <a:pt x="0" y="1141"/>
                  </a:cubicBezTo>
                  <a:cubicBezTo>
                    <a:pt x="0" y="1771"/>
                    <a:pt x="510" y="2281"/>
                    <a:pt x="1140" y="2281"/>
                  </a:cubicBezTo>
                  <a:cubicBezTo>
                    <a:pt x="1771" y="2281"/>
                    <a:pt x="2281" y="1771"/>
                    <a:pt x="2281" y="1141"/>
                  </a:cubicBezTo>
                  <a:cubicBezTo>
                    <a:pt x="2281" y="511"/>
                    <a:pt x="1771" y="0"/>
                    <a:pt x="114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5" name="Google Shape;735;p19"/>
            <p:cNvSpPr/>
            <p:nvPr/>
          </p:nvSpPr>
          <p:spPr>
            <a:xfrm flipH="1" rot="-157512">
              <a:off x="9076066" y="781639"/>
              <a:ext cx="57072" cy="57047"/>
            </a:xfrm>
            <a:custGeom>
              <a:rect b="b" l="l" r="r" t="t"/>
              <a:pathLst>
                <a:path extrusionOk="0" h="2282" w="2283">
                  <a:moveTo>
                    <a:pt x="1141" y="1"/>
                  </a:moveTo>
                  <a:cubicBezTo>
                    <a:pt x="511" y="1"/>
                    <a:pt x="0" y="511"/>
                    <a:pt x="0" y="1141"/>
                  </a:cubicBezTo>
                  <a:cubicBezTo>
                    <a:pt x="0" y="1771"/>
                    <a:pt x="511" y="2282"/>
                    <a:pt x="1141" y="2282"/>
                  </a:cubicBezTo>
                  <a:cubicBezTo>
                    <a:pt x="1771" y="2282"/>
                    <a:pt x="2282" y="1771"/>
                    <a:pt x="2282" y="1141"/>
                  </a:cubicBezTo>
                  <a:cubicBezTo>
                    <a:pt x="2282" y="511"/>
                    <a:pt x="1771" y="1"/>
                    <a:pt x="114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6" name="Google Shape;736;p19"/>
            <p:cNvSpPr/>
            <p:nvPr/>
          </p:nvSpPr>
          <p:spPr>
            <a:xfrm flipH="1" rot="-157512">
              <a:off x="9692804" y="1158867"/>
              <a:ext cx="57072" cy="57047"/>
            </a:xfrm>
            <a:custGeom>
              <a:rect b="b" l="l" r="r" t="t"/>
              <a:pathLst>
                <a:path extrusionOk="0" h="2282" w="2283">
                  <a:moveTo>
                    <a:pt x="1141" y="0"/>
                  </a:moveTo>
                  <a:cubicBezTo>
                    <a:pt x="511" y="0"/>
                    <a:pt x="0" y="510"/>
                    <a:pt x="0" y="1140"/>
                  </a:cubicBezTo>
                  <a:cubicBezTo>
                    <a:pt x="0" y="1770"/>
                    <a:pt x="511" y="2281"/>
                    <a:pt x="1141" y="2281"/>
                  </a:cubicBezTo>
                  <a:cubicBezTo>
                    <a:pt x="1771" y="2281"/>
                    <a:pt x="2282" y="1770"/>
                    <a:pt x="2282" y="1140"/>
                  </a:cubicBezTo>
                  <a:cubicBezTo>
                    <a:pt x="2282" y="510"/>
                    <a:pt x="1771" y="0"/>
                    <a:pt x="114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37" name="Google Shape;737;p19"/>
          <p:cNvGrpSpPr/>
          <p:nvPr/>
        </p:nvGrpSpPr>
        <p:grpSpPr>
          <a:xfrm>
            <a:off x="6399342" y="3763244"/>
            <a:ext cx="2532725" cy="1881750"/>
            <a:chOff x="7221517" y="-507956"/>
            <a:chExt cx="2532725" cy="1881750"/>
          </a:xfrm>
        </p:grpSpPr>
        <p:sp>
          <p:nvSpPr>
            <p:cNvPr id="738" name="Google Shape;738;p19"/>
            <p:cNvSpPr/>
            <p:nvPr/>
          </p:nvSpPr>
          <p:spPr>
            <a:xfrm flipH="1" rot="-157512">
              <a:off x="8467712" y="47987"/>
              <a:ext cx="57072" cy="57047"/>
            </a:xfrm>
            <a:custGeom>
              <a:rect b="b" l="l" r="r" t="t"/>
              <a:pathLst>
                <a:path extrusionOk="0" h="2282" w="2283">
                  <a:moveTo>
                    <a:pt x="1141" y="1"/>
                  </a:moveTo>
                  <a:cubicBezTo>
                    <a:pt x="511" y="1"/>
                    <a:pt x="0" y="512"/>
                    <a:pt x="0" y="1142"/>
                  </a:cubicBezTo>
                  <a:cubicBezTo>
                    <a:pt x="0" y="1771"/>
                    <a:pt x="511" y="2282"/>
                    <a:pt x="1141" y="2282"/>
                  </a:cubicBezTo>
                  <a:cubicBezTo>
                    <a:pt x="1771" y="2282"/>
                    <a:pt x="2282" y="1771"/>
                    <a:pt x="2282" y="1142"/>
                  </a:cubicBezTo>
                  <a:cubicBezTo>
                    <a:pt x="2282" y="512"/>
                    <a:pt x="1771" y="1"/>
                    <a:pt x="114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9" name="Google Shape;739;p19"/>
            <p:cNvSpPr/>
            <p:nvPr/>
          </p:nvSpPr>
          <p:spPr>
            <a:xfrm flipH="1" rot="-157512">
              <a:off x="8489459" y="-461709"/>
              <a:ext cx="650192" cy="721064"/>
            </a:xfrm>
            <a:custGeom>
              <a:rect b="b" l="l" r="r" t="t"/>
              <a:pathLst>
                <a:path extrusionOk="0" fill="none" h="28844" w="26009">
                  <a:moveTo>
                    <a:pt x="26008" y="20743"/>
                  </a:moveTo>
                  <a:lnTo>
                    <a:pt x="24980" y="6321"/>
                  </a:lnTo>
                  <a:lnTo>
                    <a:pt x="11976" y="0"/>
                  </a:lnTo>
                  <a:lnTo>
                    <a:pt x="0" y="8101"/>
                  </a:lnTo>
                  <a:lnTo>
                    <a:pt x="1028" y="22524"/>
                  </a:lnTo>
                  <a:lnTo>
                    <a:pt x="14033" y="28844"/>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0" name="Google Shape;740;p19"/>
            <p:cNvSpPr/>
            <p:nvPr/>
          </p:nvSpPr>
          <p:spPr>
            <a:xfrm flipH="1" rot="-157512">
              <a:off x="7863600" y="-477589"/>
              <a:ext cx="650167" cy="721114"/>
            </a:xfrm>
            <a:custGeom>
              <a:rect b="b" l="l" r="r" t="t"/>
              <a:pathLst>
                <a:path extrusionOk="0" fill="none" h="28846" w="26008">
                  <a:moveTo>
                    <a:pt x="26008" y="20743"/>
                  </a:moveTo>
                  <a:lnTo>
                    <a:pt x="24980" y="6321"/>
                  </a:lnTo>
                  <a:lnTo>
                    <a:pt x="11975" y="1"/>
                  </a:lnTo>
                  <a:lnTo>
                    <a:pt x="0" y="8103"/>
                  </a:lnTo>
                  <a:lnTo>
                    <a:pt x="1028" y="22525"/>
                  </a:lnTo>
                  <a:lnTo>
                    <a:pt x="14032"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1" name="Google Shape;741;p19"/>
            <p:cNvSpPr/>
            <p:nvPr/>
          </p:nvSpPr>
          <p:spPr>
            <a:xfrm flipH="1" rot="-157512">
              <a:off x="7237690" y="-493444"/>
              <a:ext cx="650217" cy="721114"/>
            </a:xfrm>
            <a:custGeom>
              <a:rect b="b" l="l" r="r" t="t"/>
              <a:pathLst>
                <a:path extrusionOk="0" fill="none" h="28846" w="26010">
                  <a:moveTo>
                    <a:pt x="26010" y="20743"/>
                  </a:moveTo>
                  <a:lnTo>
                    <a:pt x="24981" y="6321"/>
                  </a:lnTo>
                  <a:lnTo>
                    <a:pt x="11976" y="0"/>
                  </a:lnTo>
                  <a:lnTo>
                    <a:pt x="1" y="8102"/>
                  </a:lnTo>
                  <a:lnTo>
                    <a:pt x="1029" y="22524"/>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2" name="Google Shape;742;p19"/>
            <p:cNvSpPr/>
            <p:nvPr/>
          </p:nvSpPr>
          <p:spPr>
            <a:xfrm flipH="1" rot="-157512">
              <a:off x="8788681" y="88254"/>
              <a:ext cx="650192" cy="721064"/>
            </a:xfrm>
            <a:custGeom>
              <a:rect b="b" l="l" r="r" t="t"/>
              <a:pathLst>
                <a:path extrusionOk="0" fill="none" h="28844" w="26009">
                  <a:moveTo>
                    <a:pt x="26009" y="20743"/>
                  </a:moveTo>
                  <a:lnTo>
                    <a:pt x="24981" y="6320"/>
                  </a:lnTo>
                  <a:lnTo>
                    <a:pt x="11976" y="0"/>
                  </a:lnTo>
                  <a:lnTo>
                    <a:pt x="1" y="8101"/>
                  </a:lnTo>
                  <a:lnTo>
                    <a:pt x="1029" y="22523"/>
                  </a:lnTo>
                  <a:lnTo>
                    <a:pt x="14033" y="28844"/>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3" name="Google Shape;743;p19"/>
            <p:cNvSpPr/>
            <p:nvPr/>
          </p:nvSpPr>
          <p:spPr>
            <a:xfrm flipH="1" rot="-157512">
              <a:off x="8162796" y="72374"/>
              <a:ext cx="650192" cy="721114"/>
            </a:xfrm>
            <a:custGeom>
              <a:rect b="b" l="l" r="r" t="t"/>
              <a:pathLst>
                <a:path extrusionOk="0" fill="none" h="28846" w="26009">
                  <a:moveTo>
                    <a:pt x="26008" y="20743"/>
                  </a:moveTo>
                  <a:lnTo>
                    <a:pt x="24980" y="6321"/>
                  </a:lnTo>
                  <a:lnTo>
                    <a:pt x="11976" y="1"/>
                  </a:lnTo>
                  <a:lnTo>
                    <a:pt x="1" y="8102"/>
                  </a:lnTo>
                  <a:lnTo>
                    <a:pt x="1029" y="22525"/>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4" name="Google Shape;744;p19"/>
            <p:cNvSpPr/>
            <p:nvPr/>
          </p:nvSpPr>
          <p:spPr>
            <a:xfrm flipH="1" rot="-157512">
              <a:off x="9087877" y="638193"/>
              <a:ext cx="650192" cy="721089"/>
            </a:xfrm>
            <a:custGeom>
              <a:rect b="b" l="l" r="r" t="t"/>
              <a:pathLst>
                <a:path extrusionOk="0" fill="none" h="28845" w="26009">
                  <a:moveTo>
                    <a:pt x="26008" y="20744"/>
                  </a:moveTo>
                  <a:lnTo>
                    <a:pt x="24980" y="6321"/>
                  </a:lnTo>
                  <a:lnTo>
                    <a:pt x="11976" y="0"/>
                  </a:lnTo>
                  <a:lnTo>
                    <a:pt x="0" y="8102"/>
                  </a:lnTo>
                  <a:lnTo>
                    <a:pt x="1028" y="22524"/>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5" name="Google Shape;745;p19"/>
            <p:cNvSpPr/>
            <p:nvPr/>
          </p:nvSpPr>
          <p:spPr>
            <a:xfrm flipH="1" rot="-157512">
              <a:off x="7525463" y="193693"/>
              <a:ext cx="57047" cy="57047"/>
            </a:xfrm>
            <a:custGeom>
              <a:rect b="b" l="l" r="r" t="t"/>
              <a:pathLst>
                <a:path extrusionOk="0" h="2282" w="2282">
                  <a:moveTo>
                    <a:pt x="1140" y="0"/>
                  </a:moveTo>
                  <a:cubicBezTo>
                    <a:pt x="511" y="0"/>
                    <a:pt x="0" y="511"/>
                    <a:pt x="0" y="1141"/>
                  </a:cubicBezTo>
                  <a:cubicBezTo>
                    <a:pt x="0" y="1771"/>
                    <a:pt x="510" y="2281"/>
                    <a:pt x="1140" y="2281"/>
                  </a:cubicBezTo>
                  <a:cubicBezTo>
                    <a:pt x="1771" y="2281"/>
                    <a:pt x="2281" y="1771"/>
                    <a:pt x="2281" y="1141"/>
                  </a:cubicBezTo>
                  <a:cubicBezTo>
                    <a:pt x="2281" y="511"/>
                    <a:pt x="1771" y="0"/>
                    <a:pt x="114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6" name="Google Shape;746;p19"/>
            <p:cNvSpPr/>
            <p:nvPr/>
          </p:nvSpPr>
          <p:spPr>
            <a:xfrm flipH="1" rot="-157512">
              <a:off x="9076066" y="781639"/>
              <a:ext cx="57072" cy="57047"/>
            </a:xfrm>
            <a:custGeom>
              <a:rect b="b" l="l" r="r" t="t"/>
              <a:pathLst>
                <a:path extrusionOk="0" h="2282" w="2283">
                  <a:moveTo>
                    <a:pt x="1141" y="1"/>
                  </a:moveTo>
                  <a:cubicBezTo>
                    <a:pt x="511" y="1"/>
                    <a:pt x="0" y="511"/>
                    <a:pt x="0" y="1141"/>
                  </a:cubicBezTo>
                  <a:cubicBezTo>
                    <a:pt x="0" y="1771"/>
                    <a:pt x="511" y="2282"/>
                    <a:pt x="1141" y="2282"/>
                  </a:cubicBezTo>
                  <a:cubicBezTo>
                    <a:pt x="1771" y="2282"/>
                    <a:pt x="2282" y="1771"/>
                    <a:pt x="2282" y="1141"/>
                  </a:cubicBezTo>
                  <a:cubicBezTo>
                    <a:pt x="2282" y="511"/>
                    <a:pt x="1771" y="1"/>
                    <a:pt x="114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7" name="Google Shape;747;p19"/>
            <p:cNvSpPr/>
            <p:nvPr/>
          </p:nvSpPr>
          <p:spPr>
            <a:xfrm flipH="1" rot="-157512">
              <a:off x="9692804" y="1158867"/>
              <a:ext cx="57072" cy="57047"/>
            </a:xfrm>
            <a:custGeom>
              <a:rect b="b" l="l" r="r" t="t"/>
              <a:pathLst>
                <a:path extrusionOk="0" h="2282" w="2283">
                  <a:moveTo>
                    <a:pt x="1141" y="0"/>
                  </a:moveTo>
                  <a:cubicBezTo>
                    <a:pt x="511" y="0"/>
                    <a:pt x="0" y="510"/>
                    <a:pt x="0" y="1140"/>
                  </a:cubicBezTo>
                  <a:cubicBezTo>
                    <a:pt x="0" y="1770"/>
                    <a:pt x="511" y="2281"/>
                    <a:pt x="1141" y="2281"/>
                  </a:cubicBezTo>
                  <a:cubicBezTo>
                    <a:pt x="1771" y="2281"/>
                    <a:pt x="2282" y="1770"/>
                    <a:pt x="2282" y="1140"/>
                  </a:cubicBezTo>
                  <a:cubicBezTo>
                    <a:pt x="2282" y="510"/>
                    <a:pt x="1771" y="0"/>
                    <a:pt x="114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1">
  <p:cSld name="TITLE_AND_TWO_COLUMNS_1">
    <p:spTree>
      <p:nvGrpSpPr>
        <p:cNvPr id="748" name="Shape 748"/>
        <p:cNvGrpSpPr/>
        <p:nvPr/>
      </p:nvGrpSpPr>
      <p:grpSpPr>
        <a:xfrm>
          <a:off x="0" y="0"/>
          <a:ext cx="0" cy="0"/>
          <a:chOff x="0" y="0"/>
          <a:chExt cx="0" cy="0"/>
        </a:xfrm>
      </p:grpSpPr>
      <p:sp>
        <p:nvSpPr>
          <p:cNvPr id="749" name="Google Shape;749;p20"/>
          <p:cNvSpPr txBox="1"/>
          <p:nvPr>
            <p:ph type="title"/>
          </p:nvPr>
        </p:nvSpPr>
        <p:spPr>
          <a:xfrm>
            <a:off x="720000" y="539500"/>
            <a:ext cx="77040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200"/>
              <a:buNone/>
              <a:defRPr/>
            </a:lvl1pPr>
            <a:lvl2pPr lvl="1" rtl="0">
              <a:spcBef>
                <a:spcPts val="0"/>
              </a:spcBef>
              <a:spcAft>
                <a:spcPts val="0"/>
              </a:spcAft>
              <a:buSzPts val="3200"/>
              <a:buNone/>
              <a:defRPr/>
            </a:lvl2pPr>
            <a:lvl3pPr lvl="2" rtl="0">
              <a:spcBef>
                <a:spcPts val="0"/>
              </a:spcBef>
              <a:spcAft>
                <a:spcPts val="0"/>
              </a:spcAft>
              <a:buSzPts val="3200"/>
              <a:buNone/>
              <a:defRPr/>
            </a:lvl3pPr>
            <a:lvl4pPr lvl="3" rtl="0">
              <a:spcBef>
                <a:spcPts val="0"/>
              </a:spcBef>
              <a:spcAft>
                <a:spcPts val="0"/>
              </a:spcAft>
              <a:buSzPts val="3200"/>
              <a:buNone/>
              <a:defRPr/>
            </a:lvl4pPr>
            <a:lvl5pPr lvl="4" rtl="0">
              <a:spcBef>
                <a:spcPts val="0"/>
              </a:spcBef>
              <a:spcAft>
                <a:spcPts val="0"/>
              </a:spcAft>
              <a:buSzPts val="3200"/>
              <a:buNone/>
              <a:defRPr/>
            </a:lvl5pPr>
            <a:lvl6pPr lvl="5" rtl="0">
              <a:spcBef>
                <a:spcPts val="0"/>
              </a:spcBef>
              <a:spcAft>
                <a:spcPts val="0"/>
              </a:spcAft>
              <a:buSzPts val="3200"/>
              <a:buNone/>
              <a:defRPr/>
            </a:lvl6pPr>
            <a:lvl7pPr lvl="6" rtl="0">
              <a:spcBef>
                <a:spcPts val="0"/>
              </a:spcBef>
              <a:spcAft>
                <a:spcPts val="0"/>
              </a:spcAft>
              <a:buSzPts val="3200"/>
              <a:buNone/>
              <a:defRPr/>
            </a:lvl7pPr>
            <a:lvl8pPr lvl="7" rtl="0">
              <a:spcBef>
                <a:spcPts val="0"/>
              </a:spcBef>
              <a:spcAft>
                <a:spcPts val="0"/>
              </a:spcAft>
              <a:buSzPts val="3200"/>
              <a:buNone/>
              <a:defRPr/>
            </a:lvl8pPr>
            <a:lvl9pPr lvl="8" rtl="0">
              <a:spcBef>
                <a:spcPts val="0"/>
              </a:spcBef>
              <a:spcAft>
                <a:spcPts val="0"/>
              </a:spcAft>
              <a:buSzPts val="3200"/>
              <a:buNone/>
              <a:defRPr/>
            </a:lvl9pPr>
          </a:lstStyle>
          <a:p/>
        </p:txBody>
      </p:sp>
      <p:sp>
        <p:nvSpPr>
          <p:cNvPr id="750" name="Google Shape;750;p20"/>
          <p:cNvSpPr txBox="1"/>
          <p:nvPr>
            <p:ph idx="1" type="subTitle"/>
          </p:nvPr>
        </p:nvSpPr>
        <p:spPr>
          <a:xfrm>
            <a:off x="4236935" y="3459222"/>
            <a:ext cx="2505600" cy="4845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SzPts val="1400"/>
              <a:buNone/>
              <a:defRPr b="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751" name="Google Shape;751;p20"/>
          <p:cNvSpPr txBox="1"/>
          <p:nvPr>
            <p:ph idx="2" type="subTitle"/>
          </p:nvPr>
        </p:nvSpPr>
        <p:spPr>
          <a:xfrm>
            <a:off x="2401463" y="2055647"/>
            <a:ext cx="2505600" cy="4845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b="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752" name="Google Shape;752;p20"/>
          <p:cNvSpPr txBox="1"/>
          <p:nvPr>
            <p:ph idx="3" type="subTitle"/>
          </p:nvPr>
        </p:nvSpPr>
        <p:spPr>
          <a:xfrm>
            <a:off x="2401463" y="1598450"/>
            <a:ext cx="2505600" cy="4572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Bebas Neue"/>
              <a:buNone/>
              <a:defRPr sz="2100">
                <a:solidFill>
                  <a:schemeClr val="dk1"/>
                </a:solidFill>
                <a:latin typeface="Montserrat Black"/>
                <a:ea typeface="Montserrat Black"/>
                <a:cs typeface="Montserrat Black"/>
                <a:sym typeface="Montserrat Black"/>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753" name="Google Shape;753;p20"/>
          <p:cNvSpPr txBox="1"/>
          <p:nvPr>
            <p:ph idx="4" type="subTitle"/>
          </p:nvPr>
        </p:nvSpPr>
        <p:spPr>
          <a:xfrm>
            <a:off x="4236938" y="3002025"/>
            <a:ext cx="2505600" cy="457200"/>
          </a:xfrm>
          <a:prstGeom prst="rect">
            <a:avLst/>
          </a:prstGeom>
        </p:spPr>
        <p:txBody>
          <a:bodyPr anchorCtr="0" anchor="b" bIns="91425" lIns="91425" spcFirstLastPara="1" rIns="91425" wrap="square" tIns="91425">
            <a:noAutofit/>
          </a:bodyPr>
          <a:lstStyle>
            <a:lvl1pPr lvl="0" rtl="0" algn="r">
              <a:lnSpc>
                <a:spcPct val="100000"/>
              </a:lnSpc>
              <a:spcBef>
                <a:spcPts val="0"/>
              </a:spcBef>
              <a:spcAft>
                <a:spcPts val="0"/>
              </a:spcAft>
              <a:buSzPts val="2400"/>
              <a:buFont typeface="Bebas Neue"/>
              <a:buNone/>
              <a:defRPr sz="2100">
                <a:solidFill>
                  <a:schemeClr val="dk1"/>
                </a:solidFill>
                <a:latin typeface="Montserrat Black"/>
                <a:ea typeface="Montserrat Black"/>
                <a:cs typeface="Montserrat Black"/>
                <a:sym typeface="Montserrat Black"/>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grpSp>
        <p:nvGrpSpPr>
          <p:cNvPr id="754" name="Google Shape;754;p20"/>
          <p:cNvGrpSpPr/>
          <p:nvPr/>
        </p:nvGrpSpPr>
        <p:grpSpPr>
          <a:xfrm rot="-121718">
            <a:off x="7509504" y="-374087"/>
            <a:ext cx="1961826" cy="2400044"/>
            <a:chOff x="108580" y="3135490"/>
            <a:chExt cx="1961773" cy="2399979"/>
          </a:xfrm>
        </p:grpSpPr>
        <p:sp>
          <p:nvSpPr>
            <p:cNvPr id="755" name="Google Shape;755;p20"/>
            <p:cNvSpPr/>
            <p:nvPr/>
          </p:nvSpPr>
          <p:spPr>
            <a:xfrm flipH="1" rot="-157512">
              <a:off x="1392148" y="3329544"/>
              <a:ext cx="57072" cy="57047"/>
            </a:xfrm>
            <a:custGeom>
              <a:rect b="b" l="l" r="r" t="t"/>
              <a:pathLst>
                <a:path extrusionOk="0" h="2282" w="2283">
                  <a:moveTo>
                    <a:pt x="1141" y="1"/>
                  </a:moveTo>
                  <a:cubicBezTo>
                    <a:pt x="511" y="1"/>
                    <a:pt x="0" y="511"/>
                    <a:pt x="0" y="1141"/>
                  </a:cubicBezTo>
                  <a:cubicBezTo>
                    <a:pt x="0" y="1771"/>
                    <a:pt x="511" y="2282"/>
                    <a:pt x="1141" y="2282"/>
                  </a:cubicBezTo>
                  <a:cubicBezTo>
                    <a:pt x="1771" y="2282"/>
                    <a:pt x="2282" y="1771"/>
                    <a:pt x="2282" y="1141"/>
                  </a:cubicBezTo>
                  <a:cubicBezTo>
                    <a:pt x="2282" y="511"/>
                    <a:pt x="1771" y="1"/>
                    <a:pt x="114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6" name="Google Shape;756;p20"/>
            <p:cNvSpPr/>
            <p:nvPr/>
          </p:nvSpPr>
          <p:spPr>
            <a:xfrm flipH="1" rot="-157512">
              <a:off x="1064998" y="3864144"/>
              <a:ext cx="57072" cy="57047"/>
            </a:xfrm>
            <a:custGeom>
              <a:rect b="b" l="l" r="r" t="t"/>
              <a:pathLst>
                <a:path extrusionOk="0" h="2282" w="2283">
                  <a:moveTo>
                    <a:pt x="1141" y="1"/>
                  </a:moveTo>
                  <a:cubicBezTo>
                    <a:pt x="511" y="1"/>
                    <a:pt x="0" y="511"/>
                    <a:pt x="0" y="1141"/>
                  </a:cubicBezTo>
                  <a:cubicBezTo>
                    <a:pt x="0" y="1771"/>
                    <a:pt x="511" y="2282"/>
                    <a:pt x="1141" y="2282"/>
                  </a:cubicBezTo>
                  <a:cubicBezTo>
                    <a:pt x="1771" y="2282"/>
                    <a:pt x="2282" y="1771"/>
                    <a:pt x="2282" y="1141"/>
                  </a:cubicBezTo>
                  <a:cubicBezTo>
                    <a:pt x="2282" y="511"/>
                    <a:pt x="1771" y="1"/>
                    <a:pt x="114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7" name="Google Shape;757;p20"/>
            <p:cNvSpPr/>
            <p:nvPr/>
          </p:nvSpPr>
          <p:spPr>
            <a:xfrm flipH="1" rot="-157512">
              <a:off x="1364223" y="4406719"/>
              <a:ext cx="57072" cy="57047"/>
            </a:xfrm>
            <a:custGeom>
              <a:rect b="b" l="l" r="r" t="t"/>
              <a:pathLst>
                <a:path extrusionOk="0" h="2282" w="2283">
                  <a:moveTo>
                    <a:pt x="1141" y="1"/>
                  </a:moveTo>
                  <a:cubicBezTo>
                    <a:pt x="511" y="1"/>
                    <a:pt x="0" y="511"/>
                    <a:pt x="0" y="1141"/>
                  </a:cubicBezTo>
                  <a:cubicBezTo>
                    <a:pt x="0" y="1771"/>
                    <a:pt x="511" y="2282"/>
                    <a:pt x="1141" y="2282"/>
                  </a:cubicBezTo>
                  <a:cubicBezTo>
                    <a:pt x="1771" y="2282"/>
                    <a:pt x="2282" y="1771"/>
                    <a:pt x="2282" y="1141"/>
                  </a:cubicBezTo>
                  <a:cubicBezTo>
                    <a:pt x="2282" y="511"/>
                    <a:pt x="1771" y="1"/>
                    <a:pt x="114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8" name="Google Shape;758;p20"/>
            <p:cNvSpPr/>
            <p:nvPr/>
          </p:nvSpPr>
          <p:spPr>
            <a:xfrm flipH="1" rot="-157512">
              <a:off x="119483" y="4382794"/>
              <a:ext cx="57072" cy="57047"/>
            </a:xfrm>
            <a:custGeom>
              <a:rect b="b" l="l" r="r" t="t"/>
              <a:pathLst>
                <a:path extrusionOk="0" h="2282" w="2283">
                  <a:moveTo>
                    <a:pt x="1141" y="1"/>
                  </a:moveTo>
                  <a:cubicBezTo>
                    <a:pt x="511" y="1"/>
                    <a:pt x="0" y="511"/>
                    <a:pt x="0" y="1141"/>
                  </a:cubicBezTo>
                  <a:cubicBezTo>
                    <a:pt x="0" y="1771"/>
                    <a:pt x="511" y="2282"/>
                    <a:pt x="1141" y="2282"/>
                  </a:cubicBezTo>
                  <a:cubicBezTo>
                    <a:pt x="1771" y="2282"/>
                    <a:pt x="2282" y="1771"/>
                    <a:pt x="2282" y="1141"/>
                  </a:cubicBezTo>
                  <a:cubicBezTo>
                    <a:pt x="2282" y="511"/>
                    <a:pt x="1771" y="1"/>
                    <a:pt x="114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59" name="Google Shape;759;p20"/>
            <p:cNvGrpSpPr/>
            <p:nvPr/>
          </p:nvGrpSpPr>
          <p:grpSpPr>
            <a:xfrm>
              <a:off x="108580" y="3135490"/>
              <a:ext cx="1961773" cy="2399979"/>
              <a:chOff x="108580" y="3135490"/>
              <a:chExt cx="1961773" cy="2399979"/>
            </a:xfrm>
          </p:grpSpPr>
          <p:sp>
            <p:nvSpPr>
              <p:cNvPr id="760" name="Google Shape;760;p20"/>
              <p:cNvSpPr/>
              <p:nvPr/>
            </p:nvSpPr>
            <p:spPr>
              <a:xfrm flipH="1" rot="-157512">
                <a:off x="1376547" y="4265784"/>
                <a:ext cx="650167" cy="721089"/>
              </a:xfrm>
              <a:custGeom>
                <a:rect b="b" l="l" r="r" t="t"/>
                <a:pathLst>
                  <a:path extrusionOk="0" fill="none" h="28845" w="26008">
                    <a:moveTo>
                      <a:pt x="26008" y="20743"/>
                    </a:moveTo>
                    <a:lnTo>
                      <a:pt x="24980" y="6320"/>
                    </a:lnTo>
                    <a:lnTo>
                      <a:pt x="11975" y="1"/>
                    </a:lnTo>
                    <a:lnTo>
                      <a:pt x="0" y="8102"/>
                    </a:lnTo>
                    <a:lnTo>
                      <a:pt x="1028" y="22524"/>
                    </a:lnTo>
                    <a:lnTo>
                      <a:pt x="14032" y="28844"/>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1" name="Google Shape;761;p20"/>
              <p:cNvSpPr/>
              <p:nvPr/>
            </p:nvSpPr>
            <p:spPr>
              <a:xfrm flipH="1" rot="-157512">
                <a:off x="1077325" y="3715820"/>
                <a:ext cx="650192" cy="721089"/>
              </a:xfrm>
              <a:custGeom>
                <a:rect b="b" l="l" r="r" t="t"/>
                <a:pathLst>
                  <a:path extrusionOk="0" fill="none" h="28845" w="26009">
                    <a:moveTo>
                      <a:pt x="26008" y="20743"/>
                    </a:moveTo>
                    <a:lnTo>
                      <a:pt x="24980" y="6321"/>
                    </a:lnTo>
                    <a:lnTo>
                      <a:pt x="11976" y="1"/>
                    </a:lnTo>
                    <a:lnTo>
                      <a:pt x="0" y="8102"/>
                    </a:lnTo>
                    <a:lnTo>
                      <a:pt x="1028" y="22525"/>
                    </a:lnTo>
                    <a:lnTo>
                      <a:pt x="14033" y="28844"/>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2" name="Google Shape;762;p20"/>
              <p:cNvSpPr/>
              <p:nvPr/>
            </p:nvSpPr>
            <p:spPr>
              <a:xfrm flipH="1" rot="-157512">
                <a:off x="1404013" y="3181711"/>
                <a:ext cx="650167" cy="721089"/>
              </a:xfrm>
              <a:custGeom>
                <a:rect b="b" l="l" r="r" t="t"/>
                <a:pathLst>
                  <a:path extrusionOk="0" fill="none" h="28845" w="26008">
                    <a:moveTo>
                      <a:pt x="26008" y="20744"/>
                    </a:moveTo>
                    <a:lnTo>
                      <a:pt x="24980" y="6321"/>
                    </a:lnTo>
                    <a:lnTo>
                      <a:pt x="11976" y="1"/>
                    </a:lnTo>
                    <a:lnTo>
                      <a:pt x="0" y="8102"/>
                    </a:lnTo>
                    <a:lnTo>
                      <a:pt x="1028" y="22524"/>
                    </a:lnTo>
                    <a:lnTo>
                      <a:pt x="14032"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3" name="Google Shape;763;p20"/>
              <p:cNvSpPr/>
              <p:nvPr/>
            </p:nvSpPr>
            <p:spPr>
              <a:xfrm flipH="1" rot="-157512">
                <a:off x="451466" y="3699965"/>
                <a:ext cx="650167" cy="721089"/>
              </a:xfrm>
              <a:custGeom>
                <a:rect b="b" l="l" r="r" t="t"/>
                <a:pathLst>
                  <a:path extrusionOk="0" fill="none" h="28845" w="26008">
                    <a:moveTo>
                      <a:pt x="26008" y="20743"/>
                    </a:moveTo>
                    <a:lnTo>
                      <a:pt x="24980" y="6321"/>
                    </a:lnTo>
                    <a:lnTo>
                      <a:pt x="11976" y="0"/>
                    </a:lnTo>
                    <a:lnTo>
                      <a:pt x="0" y="8102"/>
                    </a:lnTo>
                    <a:lnTo>
                      <a:pt x="1028" y="22524"/>
                    </a:lnTo>
                    <a:lnTo>
                      <a:pt x="14032"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4" name="Google Shape;764;p20"/>
              <p:cNvSpPr/>
              <p:nvPr/>
            </p:nvSpPr>
            <p:spPr>
              <a:xfrm flipH="1" rot="-157512">
                <a:off x="152244" y="3150001"/>
                <a:ext cx="650192" cy="721089"/>
              </a:xfrm>
              <a:custGeom>
                <a:rect b="b" l="l" r="r" t="t"/>
                <a:pathLst>
                  <a:path extrusionOk="0" fill="none" h="28845" w="26009">
                    <a:moveTo>
                      <a:pt x="26008" y="20743"/>
                    </a:moveTo>
                    <a:lnTo>
                      <a:pt x="24980" y="6321"/>
                    </a:lnTo>
                    <a:lnTo>
                      <a:pt x="11976" y="0"/>
                    </a:lnTo>
                    <a:lnTo>
                      <a:pt x="1" y="8102"/>
                    </a:lnTo>
                    <a:lnTo>
                      <a:pt x="1029" y="22524"/>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5" name="Google Shape;765;p20"/>
              <p:cNvSpPr/>
              <p:nvPr/>
            </p:nvSpPr>
            <p:spPr>
              <a:xfrm flipH="1" rot="-157512">
                <a:off x="778129" y="3165856"/>
                <a:ext cx="650192" cy="721114"/>
              </a:xfrm>
              <a:custGeom>
                <a:rect b="b" l="l" r="r" t="t"/>
                <a:pathLst>
                  <a:path extrusionOk="0" fill="none" h="28846" w="26009">
                    <a:moveTo>
                      <a:pt x="26009" y="20743"/>
                    </a:moveTo>
                    <a:lnTo>
                      <a:pt x="24981" y="6321"/>
                    </a:lnTo>
                    <a:lnTo>
                      <a:pt x="11976" y="1"/>
                    </a:lnTo>
                    <a:lnTo>
                      <a:pt x="1" y="8102"/>
                    </a:lnTo>
                    <a:lnTo>
                      <a:pt x="1029" y="22525"/>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6" name="Google Shape;766;p20"/>
              <p:cNvSpPr/>
              <p:nvPr/>
            </p:nvSpPr>
            <p:spPr>
              <a:xfrm flipH="1" rot="-157512">
                <a:off x="124753" y="4234050"/>
                <a:ext cx="650217" cy="721114"/>
              </a:xfrm>
              <a:custGeom>
                <a:rect b="b" l="l" r="r" t="t"/>
                <a:pathLst>
                  <a:path extrusionOk="0" fill="none" h="28846" w="26010">
                    <a:moveTo>
                      <a:pt x="26009" y="20743"/>
                    </a:moveTo>
                    <a:lnTo>
                      <a:pt x="24980" y="6322"/>
                    </a:lnTo>
                    <a:lnTo>
                      <a:pt x="11976" y="1"/>
                    </a:lnTo>
                    <a:lnTo>
                      <a:pt x="0" y="8103"/>
                    </a:lnTo>
                    <a:lnTo>
                      <a:pt x="1029" y="22525"/>
                    </a:lnTo>
                    <a:lnTo>
                      <a:pt x="14033" y="28846"/>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7" name="Google Shape;767;p20"/>
              <p:cNvSpPr/>
              <p:nvPr/>
            </p:nvSpPr>
            <p:spPr>
              <a:xfrm flipH="1" rot="-157512">
                <a:off x="423974" y="4784014"/>
                <a:ext cx="650192" cy="721089"/>
              </a:xfrm>
              <a:custGeom>
                <a:rect b="b" l="l" r="r" t="t"/>
                <a:pathLst>
                  <a:path extrusionOk="0" fill="none" h="28845" w="26009">
                    <a:moveTo>
                      <a:pt x="26009" y="20743"/>
                    </a:moveTo>
                    <a:lnTo>
                      <a:pt x="24980" y="6322"/>
                    </a:lnTo>
                    <a:lnTo>
                      <a:pt x="11976" y="1"/>
                    </a:lnTo>
                    <a:lnTo>
                      <a:pt x="0" y="8102"/>
                    </a:lnTo>
                    <a:lnTo>
                      <a:pt x="1029" y="22525"/>
                    </a:lnTo>
                    <a:lnTo>
                      <a:pt x="14032"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8" name="Google Shape;768;p20"/>
              <p:cNvSpPr/>
              <p:nvPr/>
            </p:nvSpPr>
            <p:spPr>
              <a:xfrm flipH="1" rot="-157512">
                <a:off x="1049859" y="4799893"/>
                <a:ext cx="650192" cy="721064"/>
              </a:xfrm>
              <a:custGeom>
                <a:rect b="b" l="l" r="r" t="t"/>
                <a:pathLst>
                  <a:path extrusionOk="0" fill="none" h="28844" w="26009">
                    <a:moveTo>
                      <a:pt x="26009" y="20743"/>
                    </a:moveTo>
                    <a:lnTo>
                      <a:pt x="24980" y="6320"/>
                    </a:lnTo>
                    <a:lnTo>
                      <a:pt x="11976" y="0"/>
                    </a:lnTo>
                    <a:lnTo>
                      <a:pt x="0" y="8101"/>
                    </a:lnTo>
                    <a:lnTo>
                      <a:pt x="1028" y="22523"/>
                    </a:lnTo>
                    <a:lnTo>
                      <a:pt x="14033" y="28844"/>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769" name="Google Shape;769;p20"/>
          <p:cNvGrpSpPr/>
          <p:nvPr/>
        </p:nvGrpSpPr>
        <p:grpSpPr>
          <a:xfrm rot="-121718">
            <a:off x="-186696" y="3321613"/>
            <a:ext cx="1961826" cy="2400044"/>
            <a:chOff x="108580" y="3135490"/>
            <a:chExt cx="1961773" cy="2399979"/>
          </a:xfrm>
        </p:grpSpPr>
        <p:sp>
          <p:nvSpPr>
            <p:cNvPr id="770" name="Google Shape;770;p20"/>
            <p:cNvSpPr/>
            <p:nvPr/>
          </p:nvSpPr>
          <p:spPr>
            <a:xfrm flipH="1" rot="-157512">
              <a:off x="1392148" y="3329544"/>
              <a:ext cx="57072" cy="57047"/>
            </a:xfrm>
            <a:custGeom>
              <a:rect b="b" l="l" r="r" t="t"/>
              <a:pathLst>
                <a:path extrusionOk="0" h="2282" w="2283">
                  <a:moveTo>
                    <a:pt x="1141" y="1"/>
                  </a:moveTo>
                  <a:cubicBezTo>
                    <a:pt x="511" y="1"/>
                    <a:pt x="0" y="511"/>
                    <a:pt x="0" y="1141"/>
                  </a:cubicBezTo>
                  <a:cubicBezTo>
                    <a:pt x="0" y="1771"/>
                    <a:pt x="511" y="2282"/>
                    <a:pt x="1141" y="2282"/>
                  </a:cubicBezTo>
                  <a:cubicBezTo>
                    <a:pt x="1771" y="2282"/>
                    <a:pt x="2282" y="1771"/>
                    <a:pt x="2282" y="1141"/>
                  </a:cubicBezTo>
                  <a:cubicBezTo>
                    <a:pt x="2282" y="511"/>
                    <a:pt x="1771" y="1"/>
                    <a:pt x="114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1" name="Google Shape;771;p20"/>
            <p:cNvSpPr/>
            <p:nvPr/>
          </p:nvSpPr>
          <p:spPr>
            <a:xfrm flipH="1" rot="-157512">
              <a:off x="1064998" y="3864144"/>
              <a:ext cx="57072" cy="57047"/>
            </a:xfrm>
            <a:custGeom>
              <a:rect b="b" l="l" r="r" t="t"/>
              <a:pathLst>
                <a:path extrusionOk="0" h="2282" w="2283">
                  <a:moveTo>
                    <a:pt x="1141" y="1"/>
                  </a:moveTo>
                  <a:cubicBezTo>
                    <a:pt x="511" y="1"/>
                    <a:pt x="0" y="511"/>
                    <a:pt x="0" y="1141"/>
                  </a:cubicBezTo>
                  <a:cubicBezTo>
                    <a:pt x="0" y="1771"/>
                    <a:pt x="511" y="2282"/>
                    <a:pt x="1141" y="2282"/>
                  </a:cubicBezTo>
                  <a:cubicBezTo>
                    <a:pt x="1771" y="2282"/>
                    <a:pt x="2282" y="1771"/>
                    <a:pt x="2282" y="1141"/>
                  </a:cubicBezTo>
                  <a:cubicBezTo>
                    <a:pt x="2282" y="511"/>
                    <a:pt x="1771" y="1"/>
                    <a:pt x="114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2" name="Google Shape;772;p20"/>
            <p:cNvSpPr/>
            <p:nvPr/>
          </p:nvSpPr>
          <p:spPr>
            <a:xfrm flipH="1" rot="-157512">
              <a:off x="1364223" y="4406719"/>
              <a:ext cx="57072" cy="57047"/>
            </a:xfrm>
            <a:custGeom>
              <a:rect b="b" l="l" r="r" t="t"/>
              <a:pathLst>
                <a:path extrusionOk="0" h="2282" w="2283">
                  <a:moveTo>
                    <a:pt x="1141" y="1"/>
                  </a:moveTo>
                  <a:cubicBezTo>
                    <a:pt x="511" y="1"/>
                    <a:pt x="0" y="511"/>
                    <a:pt x="0" y="1141"/>
                  </a:cubicBezTo>
                  <a:cubicBezTo>
                    <a:pt x="0" y="1771"/>
                    <a:pt x="511" y="2282"/>
                    <a:pt x="1141" y="2282"/>
                  </a:cubicBezTo>
                  <a:cubicBezTo>
                    <a:pt x="1771" y="2282"/>
                    <a:pt x="2282" y="1771"/>
                    <a:pt x="2282" y="1141"/>
                  </a:cubicBezTo>
                  <a:cubicBezTo>
                    <a:pt x="2282" y="511"/>
                    <a:pt x="1771" y="1"/>
                    <a:pt x="114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3" name="Google Shape;773;p20"/>
            <p:cNvSpPr/>
            <p:nvPr/>
          </p:nvSpPr>
          <p:spPr>
            <a:xfrm flipH="1" rot="-157512">
              <a:off x="119483" y="4382794"/>
              <a:ext cx="57072" cy="57047"/>
            </a:xfrm>
            <a:custGeom>
              <a:rect b="b" l="l" r="r" t="t"/>
              <a:pathLst>
                <a:path extrusionOk="0" h="2282" w="2283">
                  <a:moveTo>
                    <a:pt x="1141" y="1"/>
                  </a:moveTo>
                  <a:cubicBezTo>
                    <a:pt x="511" y="1"/>
                    <a:pt x="0" y="511"/>
                    <a:pt x="0" y="1141"/>
                  </a:cubicBezTo>
                  <a:cubicBezTo>
                    <a:pt x="0" y="1771"/>
                    <a:pt x="511" y="2282"/>
                    <a:pt x="1141" y="2282"/>
                  </a:cubicBezTo>
                  <a:cubicBezTo>
                    <a:pt x="1771" y="2282"/>
                    <a:pt x="2282" y="1771"/>
                    <a:pt x="2282" y="1141"/>
                  </a:cubicBezTo>
                  <a:cubicBezTo>
                    <a:pt x="2282" y="511"/>
                    <a:pt x="1771" y="1"/>
                    <a:pt x="114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74" name="Google Shape;774;p20"/>
            <p:cNvGrpSpPr/>
            <p:nvPr/>
          </p:nvGrpSpPr>
          <p:grpSpPr>
            <a:xfrm>
              <a:off x="108580" y="3135490"/>
              <a:ext cx="1961773" cy="2399979"/>
              <a:chOff x="108580" y="3135490"/>
              <a:chExt cx="1961773" cy="2399979"/>
            </a:xfrm>
          </p:grpSpPr>
          <p:sp>
            <p:nvSpPr>
              <p:cNvPr id="775" name="Google Shape;775;p20"/>
              <p:cNvSpPr/>
              <p:nvPr/>
            </p:nvSpPr>
            <p:spPr>
              <a:xfrm flipH="1" rot="-157512">
                <a:off x="1376547" y="4265784"/>
                <a:ext cx="650167" cy="721089"/>
              </a:xfrm>
              <a:custGeom>
                <a:rect b="b" l="l" r="r" t="t"/>
                <a:pathLst>
                  <a:path extrusionOk="0" fill="none" h="28845" w="26008">
                    <a:moveTo>
                      <a:pt x="26008" y="20743"/>
                    </a:moveTo>
                    <a:lnTo>
                      <a:pt x="24980" y="6320"/>
                    </a:lnTo>
                    <a:lnTo>
                      <a:pt x="11975" y="1"/>
                    </a:lnTo>
                    <a:lnTo>
                      <a:pt x="0" y="8102"/>
                    </a:lnTo>
                    <a:lnTo>
                      <a:pt x="1028" y="22524"/>
                    </a:lnTo>
                    <a:lnTo>
                      <a:pt x="14032" y="28844"/>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6" name="Google Shape;776;p20"/>
              <p:cNvSpPr/>
              <p:nvPr/>
            </p:nvSpPr>
            <p:spPr>
              <a:xfrm flipH="1" rot="-157512">
                <a:off x="1077325" y="3715820"/>
                <a:ext cx="650192" cy="721089"/>
              </a:xfrm>
              <a:custGeom>
                <a:rect b="b" l="l" r="r" t="t"/>
                <a:pathLst>
                  <a:path extrusionOk="0" fill="none" h="28845" w="26009">
                    <a:moveTo>
                      <a:pt x="26008" y="20743"/>
                    </a:moveTo>
                    <a:lnTo>
                      <a:pt x="24980" y="6321"/>
                    </a:lnTo>
                    <a:lnTo>
                      <a:pt x="11976" y="1"/>
                    </a:lnTo>
                    <a:lnTo>
                      <a:pt x="0" y="8102"/>
                    </a:lnTo>
                    <a:lnTo>
                      <a:pt x="1028" y="22525"/>
                    </a:lnTo>
                    <a:lnTo>
                      <a:pt x="14033" y="28844"/>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7" name="Google Shape;777;p20"/>
              <p:cNvSpPr/>
              <p:nvPr/>
            </p:nvSpPr>
            <p:spPr>
              <a:xfrm flipH="1" rot="-157512">
                <a:off x="1404013" y="3181711"/>
                <a:ext cx="650167" cy="721089"/>
              </a:xfrm>
              <a:custGeom>
                <a:rect b="b" l="l" r="r" t="t"/>
                <a:pathLst>
                  <a:path extrusionOk="0" fill="none" h="28845" w="26008">
                    <a:moveTo>
                      <a:pt x="26008" y="20744"/>
                    </a:moveTo>
                    <a:lnTo>
                      <a:pt x="24980" y="6321"/>
                    </a:lnTo>
                    <a:lnTo>
                      <a:pt x="11976" y="1"/>
                    </a:lnTo>
                    <a:lnTo>
                      <a:pt x="0" y="8102"/>
                    </a:lnTo>
                    <a:lnTo>
                      <a:pt x="1028" y="22524"/>
                    </a:lnTo>
                    <a:lnTo>
                      <a:pt x="14032"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8" name="Google Shape;778;p20"/>
              <p:cNvSpPr/>
              <p:nvPr/>
            </p:nvSpPr>
            <p:spPr>
              <a:xfrm flipH="1" rot="-157512">
                <a:off x="451466" y="3699965"/>
                <a:ext cx="650167" cy="721089"/>
              </a:xfrm>
              <a:custGeom>
                <a:rect b="b" l="l" r="r" t="t"/>
                <a:pathLst>
                  <a:path extrusionOk="0" fill="none" h="28845" w="26008">
                    <a:moveTo>
                      <a:pt x="26008" y="20743"/>
                    </a:moveTo>
                    <a:lnTo>
                      <a:pt x="24980" y="6321"/>
                    </a:lnTo>
                    <a:lnTo>
                      <a:pt x="11976" y="0"/>
                    </a:lnTo>
                    <a:lnTo>
                      <a:pt x="0" y="8102"/>
                    </a:lnTo>
                    <a:lnTo>
                      <a:pt x="1028" y="22524"/>
                    </a:lnTo>
                    <a:lnTo>
                      <a:pt x="14032"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9" name="Google Shape;779;p20"/>
              <p:cNvSpPr/>
              <p:nvPr/>
            </p:nvSpPr>
            <p:spPr>
              <a:xfrm flipH="1" rot="-157512">
                <a:off x="152244" y="3150001"/>
                <a:ext cx="650192" cy="721089"/>
              </a:xfrm>
              <a:custGeom>
                <a:rect b="b" l="l" r="r" t="t"/>
                <a:pathLst>
                  <a:path extrusionOk="0" fill="none" h="28845" w="26009">
                    <a:moveTo>
                      <a:pt x="26008" y="20743"/>
                    </a:moveTo>
                    <a:lnTo>
                      <a:pt x="24980" y="6321"/>
                    </a:lnTo>
                    <a:lnTo>
                      <a:pt x="11976" y="0"/>
                    </a:lnTo>
                    <a:lnTo>
                      <a:pt x="1" y="8102"/>
                    </a:lnTo>
                    <a:lnTo>
                      <a:pt x="1029" y="22524"/>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0" name="Google Shape;780;p20"/>
              <p:cNvSpPr/>
              <p:nvPr/>
            </p:nvSpPr>
            <p:spPr>
              <a:xfrm flipH="1" rot="-157512">
                <a:off x="778129" y="3165856"/>
                <a:ext cx="650192" cy="721114"/>
              </a:xfrm>
              <a:custGeom>
                <a:rect b="b" l="l" r="r" t="t"/>
                <a:pathLst>
                  <a:path extrusionOk="0" fill="none" h="28846" w="26009">
                    <a:moveTo>
                      <a:pt x="26009" y="20743"/>
                    </a:moveTo>
                    <a:lnTo>
                      <a:pt x="24981" y="6321"/>
                    </a:lnTo>
                    <a:lnTo>
                      <a:pt x="11976" y="1"/>
                    </a:lnTo>
                    <a:lnTo>
                      <a:pt x="1" y="8102"/>
                    </a:lnTo>
                    <a:lnTo>
                      <a:pt x="1029" y="22525"/>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1" name="Google Shape;781;p20"/>
              <p:cNvSpPr/>
              <p:nvPr/>
            </p:nvSpPr>
            <p:spPr>
              <a:xfrm flipH="1" rot="-157512">
                <a:off x="124753" y="4234050"/>
                <a:ext cx="650217" cy="721114"/>
              </a:xfrm>
              <a:custGeom>
                <a:rect b="b" l="l" r="r" t="t"/>
                <a:pathLst>
                  <a:path extrusionOk="0" fill="none" h="28846" w="26010">
                    <a:moveTo>
                      <a:pt x="26009" y="20743"/>
                    </a:moveTo>
                    <a:lnTo>
                      <a:pt x="24980" y="6322"/>
                    </a:lnTo>
                    <a:lnTo>
                      <a:pt x="11976" y="1"/>
                    </a:lnTo>
                    <a:lnTo>
                      <a:pt x="0" y="8103"/>
                    </a:lnTo>
                    <a:lnTo>
                      <a:pt x="1029" y="22525"/>
                    </a:lnTo>
                    <a:lnTo>
                      <a:pt x="14033" y="28846"/>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2" name="Google Shape;782;p20"/>
              <p:cNvSpPr/>
              <p:nvPr/>
            </p:nvSpPr>
            <p:spPr>
              <a:xfrm flipH="1" rot="-157512">
                <a:off x="423974" y="4784014"/>
                <a:ext cx="650192" cy="721089"/>
              </a:xfrm>
              <a:custGeom>
                <a:rect b="b" l="l" r="r" t="t"/>
                <a:pathLst>
                  <a:path extrusionOk="0" fill="none" h="28845" w="26009">
                    <a:moveTo>
                      <a:pt x="26009" y="20743"/>
                    </a:moveTo>
                    <a:lnTo>
                      <a:pt x="24980" y="6322"/>
                    </a:lnTo>
                    <a:lnTo>
                      <a:pt x="11976" y="1"/>
                    </a:lnTo>
                    <a:lnTo>
                      <a:pt x="0" y="8102"/>
                    </a:lnTo>
                    <a:lnTo>
                      <a:pt x="1029" y="22525"/>
                    </a:lnTo>
                    <a:lnTo>
                      <a:pt x="14032"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3" name="Google Shape;783;p20"/>
              <p:cNvSpPr/>
              <p:nvPr/>
            </p:nvSpPr>
            <p:spPr>
              <a:xfrm flipH="1" rot="-157512">
                <a:off x="1049859" y="4799893"/>
                <a:ext cx="650192" cy="721064"/>
              </a:xfrm>
              <a:custGeom>
                <a:rect b="b" l="l" r="r" t="t"/>
                <a:pathLst>
                  <a:path extrusionOk="0" fill="none" h="28844" w="26009">
                    <a:moveTo>
                      <a:pt x="26009" y="20743"/>
                    </a:moveTo>
                    <a:lnTo>
                      <a:pt x="24980" y="6320"/>
                    </a:lnTo>
                    <a:lnTo>
                      <a:pt x="11976" y="0"/>
                    </a:lnTo>
                    <a:lnTo>
                      <a:pt x="0" y="8101"/>
                    </a:lnTo>
                    <a:lnTo>
                      <a:pt x="1028" y="22523"/>
                    </a:lnTo>
                    <a:lnTo>
                      <a:pt x="14033" y="28844"/>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2">
  <p:cSld name="TITLE_AND_TWO_COLUMNS_1_1">
    <p:spTree>
      <p:nvGrpSpPr>
        <p:cNvPr id="784" name="Shape 784"/>
        <p:cNvGrpSpPr/>
        <p:nvPr/>
      </p:nvGrpSpPr>
      <p:grpSpPr>
        <a:xfrm>
          <a:off x="0" y="0"/>
          <a:ext cx="0" cy="0"/>
          <a:chOff x="0" y="0"/>
          <a:chExt cx="0" cy="0"/>
        </a:xfrm>
      </p:grpSpPr>
      <p:sp>
        <p:nvSpPr>
          <p:cNvPr id="785" name="Google Shape;785;p21"/>
          <p:cNvSpPr txBox="1"/>
          <p:nvPr>
            <p:ph type="title"/>
          </p:nvPr>
        </p:nvSpPr>
        <p:spPr>
          <a:xfrm>
            <a:off x="720000" y="539500"/>
            <a:ext cx="77040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200"/>
              <a:buNone/>
              <a:defRPr/>
            </a:lvl1pPr>
            <a:lvl2pPr lvl="1" rtl="0">
              <a:spcBef>
                <a:spcPts val="0"/>
              </a:spcBef>
              <a:spcAft>
                <a:spcPts val="0"/>
              </a:spcAft>
              <a:buSzPts val="3200"/>
              <a:buNone/>
              <a:defRPr/>
            </a:lvl2pPr>
            <a:lvl3pPr lvl="2" rtl="0">
              <a:spcBef>
                <a:spcPts val="0"/>
              </a:spcBef>
              <a:spcAft>
                <a:spcPts val="0"/>
              </a:spcAft>
              <a:buSzPts val="3200"/>
              <a:buNone/>
              <a:defRPr/>
            </a:lvl3pPr>
            <a:lvl4pPr lvl="3" rtl="0">
              <a:spcBef>
                <a:spcPts val="0"/>
              </a:spcBef>
              <a:spcAft>
                <a:spcPts val="0"/>
              </a:spcAft>
              <a:buSzPts val="3200"/>
              <a:buNone/>
              <a:defRPr/>
            </a:lvl4pPr>
            <a:lvl5pPr lvl="4" rtl="0">
              <a:spcBef>
                <a:spcPts val="0"/>
              </a:spcBef>
              <a:spcAft>
                <a:spcPts val="0"/>
              </a:spcAft>
              <a:buSzPts val="3200"/>
              <a:buNone/>
              <a:defRPr/>
            </a:lvl5pPr>
            <a:lvl6pPr lvl="5" rtl="0">
              <a:spcBef>
                <a:spcPts val="0"/>
              </a:spcBef>
              <a:spcAft>
                <a:spcPts val="0"/>
              </a:spcAft>
              <a:buSzPts val="3200"/>
              <a:buNone/>
              <a:defRPr/>
            </a:lvl6pPr>
            <a:lvl7pPr lvl="6" rtl="0">
              <a:spcBef>
                <a:spcPts val="0"/>
              </a:spcBef>
              <a:spcAft>
                <a:spcPts val="0"/>
              </a:spcAft>
              <a:buSzPts val="3200"/>
              <a:buNone/>
              <a:defRPr/>
            </a:lvl7pPr>
            <a:lvl8pPr lvl="7" rtl="0">
              <a:spcBef>
                <a:spcPts val="0"/>
              </a:spcBef>
              <a:spcAft>
                <a:spcPts val="0"/>
              </a:spcAft>
              <a:buSzPts val="3200"/>
              <a:buNone/>
              <a:defRPr/>
            </a:lvl8pPr>
            <a:lvl9pPr lvl="8" rtl="0">
              <a:spcBef>
                <a:spcPts val="0"/>
              </a:spcBef>
              <a:spcAft>
                <a:spcPts val="0"/>
              </a:spcAft>
              <a:buSzPts val="3200"/>
              <a:buNone/>
              <a:defRPr/>
            </a:lvl9pPr>
          </a:lstStyle>
          <a:p/>
        </p:txBody>
      </p:sp>
      <p:sp>
        <p:nvSpPr>
          <p:cNvPr id="786" name="Google Shape;786;p21"/>
          <p:cNvSpPr txBox="1"/>
          <p:nvPr>
            <p:ph idx="1" type="subTitle"/>
          </p:nvPr>
        </p:nvSpPr>
        <p:spPr>
          <a:xfrm>
            <a:off x="5046298" y="1571625"/>
            <a:ext cx="3383400" cy="28005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chemeClr val="dk2"/>
              </a:buClr>
              <a:buSzPts val="1400"/>
              <a:buChar char="◆"/>
              <a:defRPr b="0"/>
            </a:lvl1pPr>
            <a:lvl2pPr lvl="1" rtl="0" algn="ctr">
              <a:lnSpc>
                <a:spcPct val="100000"/>
              </a:lnSpc>
              <a:spcBef>
                <a:spcPts val="0"/>
              </a:spcBef>
              <a:spcAft>
                <a:spcPts val="0"/>
              </a:spcAft>
              <a:buSzPts val="1400"/>
              <a:buChar char="○"/>
              <a:defRPr/>
            </a:lvl2pPr>
            <a:lvl3pPr lvl="2" rtl="0" algn="ctr">
              <a:lnSpc>
                <a:spcPct val="100000"/>
              </a:lnSpc>
              <a:spcBef>
                <a:spcPts val="0"/>
              </a:spcBef>
              <a:spcAft>
                <a:spcPts val="0"/>
              </a:spcAft>
              <a:buSzPts val="1400"/>
              <a:buChar char="■"/>
              <a:defRPr/>
            </a:lvl3pPr>
            <a:lvl4pPr lvl="3" rtl="0" algn="ctr">
              <a:lnSpc>
                <a:spcPct val="100000"/>
              </a:lnSpc>
              <a:spcBef>
                <a:spcPts val="0"/>
              </a:spcBef>
              <a:spcAft>
                <a:spcPts val="0"/>
              </a:spcAft>
              <a:buSzPts val="1400"/>
              <a:buChar char="●"/>
              <a:defRPr/>
            </a:lvl4pPr>
            <a:lvl5pPr lvl="4" rtl="0" algn="ctr">
              <a:lnSpc>
                <a:spcPct val="100000"/>
              </a:lnSpc>
              <a:spcBef>
                <a:spcPts val="0"/>
              </a:spcBef>
              <a:spcAft>
                <a:spcPts val="0"/>
              </a:spcAft>
              <a:buSzPts val="1400"/>
              <a:buChar char="○"/>
              <a:defRPr/>
            </a:lvl5pPr>
            <a:lvl6pPr lvl="5" rtl="0" algn="ctr">
              <a:lnSpc>
                <a:spcPct val="100000"/>
              </a:lnSpc>
              <a:spcBef>
                <a:spcPts val="0"/>
              </a:spcBef>
              <a:spcAft>
                <a:spcPts val="0"/>
              </a:spcAft>
              <a:buSzPts val="1400"/>
              <a:buChar char="■"/>
              <a:defRPr/>
            </a:lvl6pPr>
            <a:lvl7pPr lvl="6" rtl="0" algn="ctr">
              <a:lnSpc>
                <a:spcPct val="100000"/>
              </a:lnSpc>
              <a:spcBef>
                <a:spcPts val="0"/>
              </a:spcBef>
              <a:spcAft>
                <a:spcPts val="0"/>
              </a:spcAft>
              <a:buSzPts val="1400"/>
              <a:buChar char="●"/>
              <a:defRPr/>
            </a:lvl7pPr>
            <a:lvl8pPr lvl="7" rtl="0" algn="ctr">
              <a:lnSpc>
                <a:spcPct val="100000"/>
              </a:lnSpc>
              <a:spcBef>
                <a:spcPts val="0"/>
              </a:spcBef>
              <a:spcAft>
                <a:spcPts val="0"/>
              </a:spcAft>
              <a:buSzPts val="1400"/>
              <a:buChar char="○"/>
              <a:defRPr/>
            </a:lvl8pPr>
            <a:lvl9pPr lvl="8" rtl="0" algn="ctr">
              <a:lnSpc>
                <a:spcPct val="100000"/>
              </a:lnSpc>
              <a:spcBef>
                <a:spcPts val="0"/>
              </a:spcBef>
              <a:spcAft>
                <a:spcPts val="0"/>
              </a:spcAft>
              <a:buSzPts val="1400"/>
              <a:buChar char="■"/>
              <a:defRPr/>
            </a:lvl9pPr>
          </a:lstStyle>
          <a:p/>
        </p:txBody>
      </p:sp>
      <p:sp>
        <p:nvSpPr>
          <p:cNvPr id="787" name="Google Shape;787;p21"/>
          <p:cNvSpPr txBox="1"/>
          <p:nvPr>
            <p:ph idx="2" type="subTitle"/>
          </p:nvPr>
        </p:nvSpPr>
        <p:spPr>
          <a:xfrm>
            <a:off x="714475" y="1571625"/>
            <a:ext cx="3383400" cy="28005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chemeClr val="dk2"/>
              </a:buClr>
              <a:buSzPts val="1400"/>
              <a:buChar char="◆"/>
              <a:defRPr b="0"/>
            </a:lvl1pPr>
            <a:lvl2pPr lvl="1" rtl="0" algn="ctr">
              <a:lnSpc>
                <a:spcPct val="100000"/>
              </a:lnSpc>
              <a:spcBef>
                <a:spcPts val="0"/>
              </a:spcBef>
              <a:spcAft>
                <a:spcPts val="0"/>
              </a:spcAft>
              <a:buSzPts val="1400"/>
              <a:buChar char="○"/>
              <a:defRPr/>
            </a:lvl2pPr>
            <a:lvl3pPr lvl="2" rtl="0" algn="ctr">
              <a:lnSpc>
                <a:spcPct val="100000"/>
              </a:lnSpc>
              <a:spcBef>
                <a:spcPts val="0"/>
              </a:spcBef>
              <a:spcAft>
                <a:spcPts val="0"/>
              </a:spcAft>
              <a:buSzPts val="1400"/>
              <a:buChar char="■"/>
              <a:defRPr/>
            </a:lvl3pPr>
            <a:lvl4pPr lvl="3" rtl="0" algn="ctr">
              <a:lnSpc>
                <a:spcPct val="100000"/>
              </a:lnSpc>
              <a:spcBef>
                <a:spcPts val="0"/>
              </a:spcBef>
              <a:spcAft>
                <a:spcPts val="0"/>
              </a:spcAft>
              <a:buSzPts val="1400"/>
              <a:buChar char="●"/>
              <a:defRPr/>
            </a:lvl4pPr>
            <a:lvl5pPr lvl="4" rtl="0" algn="ctr">
              <a:lnSpc>
                <a:spcPct val="100000"/>
              </a:lnSpc>
              <a:spcBef>
                <a:spcPts val="0"/>
              </a:spcBef>
              <a:spcAft>
                <a:spcPts val="0"/>
              </a:spcAft>
              <a:buSzPts val="1400"/>
              <a:buChar char="○"/>
              <a:defRPr/>
            </a:lvl5pPr>
            <a:lvl6pPr lvl="5" rtl="0" algn="ctr">
              <a:lnSpc>
                <a:spcPct val="100000"/>
              </a:lnSpc>
              <a:spcBef>
                <a:spcPts val="0"/>
              </a:spcBef>
              <a:spcAft>
                <a:spcPts val="0"/>
              </a:spcAft>
              <a:buSzPts val="1400"/>
              <a:buChar char="■"/>
              <a:defRPr/>
            </a:lvl6pPr>
            <a:lvl7pPr lvl="6" rtl="0" algn="ctr">
              <a:lnSpc>
                <a:spcPct val="100000"/>
              </a:lnSpc>
              <a:spcBef>
                <a:spcPts val="0"/>
              </a:spcBef>
              <a:spcAft>
                <a:spcPts val="0"/>
              </a:spcAft>
              <a:buSzPts val="1400"/>
              <a:buChar char="●"/>
              <a:defRPr/>
            </a:lvl7pPr>
            <a:lvl8pPr lvl="7" rtl="0" algn="ctr">
              <a:lnSpc>
                <a:spcPct val="100000"/>
              </a:lnSpc>
              <a:spcBef>
                <a:spcPts val="0"/>
              </a:spcBef>
              <a:spcAft>
                <a:spcPts val="0"/>
              </a:spcAft>
              <a:buSzPts val="1400"/>
              <a:buChar char="○"/>
              <a:defRPr/>
            </a:lvl8pPr>
            <a:lvl9pPr lvl="8" rtl="0" algn="ctr">
              <a:lnSpc>
                <a:spcPct val="100000"/>
              </a:lnSpc>
              <a:spcBef>
                <a:spcPts val="0"/>
              </a:spcBef>
              <a:spcAft>
                <a:spcPts val="0"/>
              </a:spcAft>
              <a:buSzPts val="1400"/>
              <a:buChar char="■"/>
              <a:defRPr/>
            </a:lvl9pPr>
          </a:lstStyle>
          <a:p/>
        </p:txBody>
      </p:sp>
      <p:grpSp>
        <p:nvGrpSpPr>
          <p:cNvPr id="788" name="Google Shape;788;p21"/>
          <p:cNvGrpSpPr/>
          <p:nvPr/>
        </p:nvGrpSpPr>
        <p:grpSpPr>
          <a:xfrm>
            <a:off x="7488217" y="-507956"/>
            <a:ext cx="2532725" cy="1881750"/>
            <a:chOff x="7221517" y="-507956"/>
            <a:chExt cx="2532725" cy="1881750"/>
          </a:xfrm>
        </p:grpSpPr>
        <p:sp>
          <p:nvSpPr>
            <p:cNvPr id="789" name="Google Shape;789;p21"/>
            <p:cNvSpPr/>
            <p:nvPr/>
          </p:nvSpPr>
          <p:spPr>
            <a:xfrm flipH="1" rot="-157512">
              <a:off x="8467712" y="47987"/>
              <a:ext cx="57072" cy="57047"/>
            </a:xfrm>
            <a:custGeom>
              <a:rect b="b" l="l" r="r" t="t"/>
              <a:pathLst>
                <a:path extrusionOk="0" h="2282" w="2283">
                  <a:moveTo>
                    <a:pt x="1141" y="1"/>
                  </a:moveTo>
                  <a:cubicBezTo>
                    <a:pt x="511" y="1"/>
                    <a:pt x="0" y="512"/>
                    <a:pt x="0" y="1142"/>
                  </a:cubicBezTo>
                  <a:cubicBezTo>
                    <a:pt x="0" y="1771"/>
                    <a:pt x="511" y="2282"/>
                    <a:pt x="1141" y="2282"/>
                  </a:cubicBezTo>
                  <a:cubicBezTo>
                    <a:pt x="1771" y="2282"/>
                    <a:pt x="2282" y="1771"/>
                    <a:pt x="2282" y="1142"/>
                  </a:cubicBezTo>
                  <a:cubicBezTo>
                    <a:pt x="2282" y="512"/>
                    <a:pt x="1771" y="1"/>
                    <a:pt x="114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0" name="Google Shape;790;p21"/>
            <p:cNvSpPr/>
            <p:nvPr/>
          </p:nvSpPr>
          <p:spPr>
            <a:xfrm flipH="1" rot="-157512">
              <a:off x="8489459" y="-461709"/>
              <a:ext cx="650192" cy="721064"/>
            </a:xfrm>
            <a:custGeom>
              <a:rect b="b" l="l" r="r" t="t"/>
              <a:pathLst>
                <a:path extrusionOk="0" fill="none" h="28844" w="26009">
                  <a:moveTo>
                    <a:pt x="26008" y="20743"/>
                  </a:moveTo>
                  <a:lnTo>
                    <a:pt x="24980" y="6321"/>
                  </a:lnTo>
                  <a:lnTo>
                    <a:pt x="11976" y="0"/>
                  </a:lnTo>
                  <a:lnTo>
                    <a:pt x="0" y="8101"/>
                  </a:lnTo>
                  <a:lnTo>
                    <a:pt x="1028" y="22524"/>
                  </a:lnTo>
                  <a:lnTo>
                    <a:pt x="14033" y="28844"/>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1" name="Google Shape;791;p21"/>
            <p:cNvSpPr/>
            <p:nvPr/>
          </p:nvSpPr>
          <p:spPr>
            <a:xfrm flipH="1" rot="-157512">
              <a:off x="7863600" y="-477589"/>
              <a:ext cx="650167" cy="721114"/>
            </a:xfrm>
            <a:custGeom>
              <a:rect b="b" l="l" r="r" t="t"/>
              <a:pathLst>
                <a:path extrusionOk="0" fill="none" h="28846" w="26008">
                  <a:moveTo>
                    <a:pt x="26008" y="20743"/>
                  </a:moveTo>
                  <a:lnTo>
                    <a:pt x="24980" y="6321"/>
                  </a:lnTo>
                  <a:lnTo>
                    <a:pt x="11975" y="1"/>
                  </a:lnTo>
                  <a:lnTo>
                    <a:pt x="0" y="8103"/>
                  </a:lnTo>
                  <a:lnTo>
                    <a:pt x="1028" y="22525"/>
                  </a:lnTo>
                  <a:lnTo>
                    <a:pt x="14032"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2" name="Google Shape;792;p21"/>
            <p:cNvSpPr/>
            <p:nvPr/>
          </p:nvSpPr>
          <p:spPr>
            <a:xfrm flipH="1" rot="-157512">
              <a:off x="7237690" y="-493444"/>
              <a:ext cx="650217" cy="721114"/>
            </a:xfrm>
            <a:custGeom>
              <a:rect b="b" l="l" r="r" t="t"/>
              <a:pathLst>
                <a:path extrusionOk="0" fill="none" h="28846" w="26010">
                  <a:moveTo>
                    <a:pt x="26010" y="20743"/>
                  </a:moveTo>
                  <a:lnTo>
                    <a:pt x="24981" y="6321"/>
                  </a:lnTo>
                  <a:lnTo>
                    <a:pt x="11976" y="0"/>
                  </a:lnTo>
                  <a:lnTo>
                    <a:pt x="1" y="8102"/>
                  </a:lnTo>
                  <a:lnTo>
                    <a:pt x="1029" y="22524"/>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3" name="Google Shape;793;p21"/>
            <p:cNvSpPr/>
            <p:nvPr/>
          </p:nvSpPr>
          <p:spPr>
            <a:xfrm flipH="1" rot="-157512">
              <a:off x="8788681" y="88254"/>
              <a:ext cx="650192" cy="721064"/>
            </a:xfrm>
            <a:custGeom>
              <a:rect b="b" l="l" r="r" t="t"/>
              <a:pathLst>
                <a:path extrusionOk="0" fill="none" h="28844" w="26009">
                  <a:moveTo>
                    <a:pt x="26009" y="20743"/>
                  </a:moveTo>
                  <a:lnTo>
                    <a:pt x="24981" y="6320"/>
                  </a:lnTo>
                  <a:lnTo>
                    <a:pt x="11976" y="0"/>
                  </a:lnTo>
                  <a:lnTo>
                    <a:pt x="1" y="8101"/>
                  </a:lnTo>
                  <a:lnTo>
                    <a:pt x="1029" y="22523"/>
                  </a:lnTo>
                  <a:lnTo>
                    <a:pt x="14033" y="28844"/>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4" name="Google Shape;794;p21"/>
            <p:cNvSpPr/>
            <p:nvPr/>
          </p:nvSpPr>
          <p:spPr>
            <a:xfrm flipH="1" rot="-157512">
              <a:off x="8162796" y="72374"/>
              <a:ext cx="650192" cy="721114"/>
            </a:xfrm>
            <a:custGeom>
              <a:rect b="b" l="l" r="r" t="t"/>
              <a:pathLst>
                <a:path extrusionOk="0" fill="none" h="28846" w="26009">
                  <a:moveTo>
                    <a:pt x="26008" y="20743"/>
                  </a:moveTo>
                  <a:lnTo>
                    <a:pt x="24980" y="6321"/>
                  </a:lnTo>
                  <a:lnTo>
                    <a:pt x="11976" y="1"/>
                  </a:lnTo>
                  <a:lnTo>
                    <a:pt x="1" y="8102"/>
                  </a:lnTo>
                  <a:lnTo>
                    <a:pt x="1029" y="22525"/>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5" name="Google Shape;795;p21"/>
            <p:cNvSpPr/>
            <p:nvPr/>
          </p:nvSpPr>
          <p:spPr>
            <a:xfrm flipH="1" rot="-157512">
              <a:off x="9087877" y="638193"/>
              <a:ext cx="650192" cy="721089"/>
            </a:xfrm>
            <a:custGeom>
              <a:rect b="b" l="l" r="r" t="t"/>
              <a:pathLst>
                <a:path extrusionOk="0" fill="none" h="28845" w="26009">
                  <a:moveTo>
                    <a:pt x="26008" y="20744"/>
                  </a:moveTo>
                  <a:lnTo>
                    <a:pt x="24980" y="6321"/>
                  </a:lnTo>
                  <a:lnTo>
                    <a:pt x="11976" y="0"/>
                  </a:lnTo>
                  <a:lnTo>
                    <a:pt x="0" y="8102"/>
                  </a:lnTo>
                  <a:lnTo>
                    <a:pt x="1028" y="22524"/>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6" name="Google Shape;796;p21"/>
            <p:cNvSpPr/>
            <p:nvPr/>
          </p:nvSpPr>
          <p:spPr>
            <a:xfrm flipH="1" rot="-157512">
              <a:off x="7525463" y="193693"/>
              <a:ext cx="57047" cy="57047"/>
            </a:xfrm>
            <a:custGeom>
              <a:rect b="b" l="l" r="r" t="t"/>
              <a:pathLst>
                <a:path extrusionOk="0" h="2282" w="2282">
                  <a:moveTo>
                    <a:pt x="1140" y="0"/>
                  </a:moveTo>
                  <a:cubicBezTo>
                    <a:pt x="511" y="0"/>
                    <a:pt x="0" y="511"/>
                    <a:pt x="0" y="1141"/>
                  </a:cubicBezTo>
                  <a:cubicBezTo>
                    <a:pt x="0" y="1771"/>
                    <a:pt x="510" y="2281"/>
                    <a:pt x="1140" y="2281"/>
                  </a:cubicBezTo>
                  <a:cubicBezTo>
                    <a:pt x="1771" y="2281"/>
                    <a:pt x="2281" y="1771"/>
                    <a:pt x="2281" y="1141"/>
                  </a:cubicBezTo>
                  <a:cubicBezTo>
                    <a:pt x="2281" y="511"/>
                    <a:pt x="1771" y="0"/>
                    <a:pt x="114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7" name="Google Shape;797;p21"/>
            <p:cNvSpPr/>
            <p:nvPr/>
          </p:nvSpPr>
          <p:spPr>
            <a:xfrm flipH="1" rot="-157512">
              <a:off x="9076066" y="781639"/>
              <a:ext cx="57072" cy="57047"/>
            </a:xfrm>
            <a:custGeom>
              <a:rect b="b" l="l" r="r" t="t"/>
              <a:pathLst>
                <a:path extrusionOk="0" h="2282" w="2283">
                  <a:moveTo>
                    <a:pt x="1141" y="1"/>
                  </a:moveTo>
                  <a:cubicBezTo>
                    <a:pt x="511" y="1"/>
                    <a:pt x="0" y="511"/>
                    <a:pt x="0" y="1141"/>
                  </a:cubicBezTo>
                  <a:cubicBezTo>
                    <a:pt x="0" y="1771"/>
                    <a:pt x="511" y="2282"/>
                    <a:pt x="1141" y="2282"/>
                  </a:cubicBezTo>
                  <a:cubicBezTo>
                    <a:pt x="1771" y="2282"/>
                    <a:pt x="2282" y="1771"/>
                    <a:pt x="2282" y="1141"/>
                  </a:cubicBezTo>
                  <a:cubicBezTo>
                    <a:pt x="2282" y="511"/>
                    <a:pt x="1771" y="1"/>
                    <a:pt x="114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8" name="Google Shape;798;p21"/>
            <p:cNvSpPr/>
            <p:nvPr/>
          </p:nvSpPr>
          <p:spPr>
            <a:xfrm flipH="1" rot="-157512">
              <a:off x="9692804" y="1158867"/>
              <a:ext cx="57072" cy="57047"/>
            </a:xfrm>
            <a:custGeom>
              <a:rect b="b" l="l" r="r" t="t"/>
              <a:pathLst>
                <a:path extrusionOk="0" h="2282" w="2283">
                  <a:moveTo>
                    <a:pt x="1141" y="0"/>
                  </a:moveTo>
                  <a:cubicBezTo>
                    <a:pt x="511" y="0"/>
                    <a:pt x="0" y="510"/>
                    <a:pt x="0" y="1140"/>
                  </a:cubicBezTo>
                  <a:cubicBezTo>
                    <a:pt x="0" y="1770"/>
                    <a:pt x="511" y="2281"/>
                    <a:pt x="1141" y="2281"/>
                  </a:cubicBezTo>
                  <a:cubicBezTo>
                    <a:pt x="1771" y="2281"/>
                    <a:pt x="2282" y="1770"/>
                    <a:pt x="2282" y="1140"/>
                  </a:cubicBezTo>
                  <a:cubicBezTo>
                    <a:pt x="2282" y="510"/>
                    <a:pt x="1771" y="0"/>
                    <a:pt x="114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99" name="Google Shape;799;p21"/>
          <p:cNvGrpSpPr/>
          <p:nvPr/>
        </p:nvGrpSpPr>
        <p:grpSpPr>
          <a:xfrm flipH="1">
            <a:off x="-969983" y="-507956"/>
            <a:ext cx="2532725" cy="1881750"/>
            <a:chOff x="7221517" y="-507956"/>
            <a:chExt cx="2532725" cy="1881750"/>
          </a:xfrm>
        </p:grpSpPr>
        <p:sp>
          <p:nvSpPr>
            <p:cNvPr id="800" name="Google Shape;800;p21"/>
            <p:cNvSpPr/>
            <p:nvPr/>
          </p:nvSpPr>
          <p:spPr>
            <a:xfrm flipH="1" rot="-157512">
              <a:off x="8467712" y="47987"/>
              <a:ext cx="57072" cy="57047"/>
            </a:xfrm>
            <a:custGeom>
              <a:rect b="b" l="l" r="r" t="t"/>
              <a:pathLst>
                <a:path extrusionOk="0" h="2282" w="2283">
                  <a:moveTo>
                    <a:pt x="1141" y="1"/>
                  </a:moveTo>
                  <a:cubicBezTo>
                    <a:pt x="511" y="1"/>
                    <a:pt x="0" y="512"/>
                    <a:pt x="0" y="1142"/>
                  </a:cubicBezTo>
                  <a:cubicBezTo>
                    <a:pt x="0" y="1771"/>
                    <a:pt x="511" y="2282"/>
                    <a:pt x="1141" y="2282"/>
                  </a:cubicBezTo>
                  <a:cubicBezTo>
                    <a:pt x="1771" y="2282"/>
                    <a:pt x="2282" y="1771"/>
                    <a:pt x="2282" y="1142"/>
                  </a:cubicBezTo>
                  <a:cubicBezTo>
                    <a:pt x="2282" y="512"/>
                    <a:pt x="1771" y="1"/>
                    <a:pt x="114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1" name="Google Shape;801;p21"/>
            <p:cNvSpPr/>
            <p:nvPr/>
          </p:nvSpPr>
          <p:spPr>
            <a:xfrm flipH="1" rot="-157512">
              <a:off x="8489459" y="-461709"/>
              <a:ext cx="650192" cy="721064"/>
            </a:xfrm>
            <a:custGeom>
              <a:rect b="b" l="l" r="r" t="t"/>
              <a:pathLst>
                <a:path extrusionOk="0" fill="none" h="28844" w="26009">
                  <a:moveTo>
                    <a:pt x="26008" y="20743"/>
                  </a:moveTo>
                  <a:lnTo>
                    <a:pt x="24980" y="6321"/>
                  </a:lnTo>
                  <a:lnTo>
                    <a:pt x="11976" y="0"/>
                  </a:lnTo>
                  <a:lnTo>
                    <a:pt x="0" y="8101"/>
                  </a:lnTo>
                  <a:lnTo>
                    <a:pt x="1028" y="22524"/>
                  </a:lnTo>
                  <a:lnTo>
                    <a:pt x="14033" y="28844"/>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2" name="Google Shape;802;p21"/>
            <p:cNvSpPr/>
            <p:nvPr/>
          </p:nvSpPr>
          <p:spPr>
            <a:xfrm flipH="1" rot="-157512">
              <a:off x="7863600" y="-477589"/>
              <a:ext cx="650167" cy="721114"/>
            </a:xfrm>
            <a:custGeom>
              <a:rect b="b" l="l" r="r" t="t"/>
              <a:pathLst>
                <a:path extrusionOk="0" fill="none" h="28846" w="26008">
                  <a:moveTo>
                    <a:pt x="26008" y="20743"/>
                  </a:moveTo>
                  <a:lnTo>
                    <a:pt x="24980" y="6321"/>
                  </a:lnTo>
                  <a:lnTo>
                    <a:pt x="11975" y="1"/>
                  </a:lnTo>
                  <a:lnTo>
                    <a:pt x="0" y="8103"/>
                  </a:lnTo>
                  <a:lnTo>
                    <a:pt x="1028" y="22525"/>
                  </a:lnTo>
                  <a:lnTo>
                    <a:pt x="14032"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3" name="Google Shape;803;p21"/>
            <p:cNvSpPr/>
            <p:nvPr/>
          </p:nvSpPr>
          <p:spPr>
            <a:xfrm flipH="1" rot="-157512">
              <a:off x="7237690" y="-493444"/>
              <a:ext cx="650217" cy="721114"/>
            </a:xfrm>
            <a:custGeom>
              <a:rect b="b" l="l" r="r" t="t"/>
              <a:pathLst>
                <a:path extrusionOk="0" fill="none" h="28846" w="26010">
                  <a:moveTo>
                    <a:pt x="26010" y="20743"/>
                  </a:moveTo>
                  <a:lnTo>
                    <a:pt x="24981" y="6321"/>
                  </a:lnTo>
                  <a:lnTo>
                    <a:pt x="11976" y="0"/>
                  </a:lnTo>
                  <a:lnTo>
                    <a:pt x="1" y="8102"/>
                  </a:lnTo>
                  <a:lnTo>
                    <a:pt x="1029" y="22524"/>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4" name="Google Shape;804;p21"/>
            <p:cNvSpPr/>
            <p:nvPr/>
          </p:nvSpPr>
          <p:spPr>
            <a:xfrm flipH="1" rot="-157512">
              <a:off x="8788681" y="88254"/>
              <a:ext cx="650192" cy="721064"/>
            </a:xfrm>
            <a:custGeom>
              <a:rect b="b" l="l" r="r" t="t"/>
              <a:pathLst>
                <a:path extrusionOk="0" fill="none" h="28844" w="26009">
                  <a:moveTo>
                    <a:pt x="26009" y="20743"/>
                  </a:moveTo>
                  <a:lnTo>
                    <a:pt x="24981" y="6320"/>
                  </a:lnTo>
                  <a:lnTo>
                    <a:pt x="11976" y="0"/>
                  </a:lnTo>
                  <a:lnTo>
                    <a:pt x="1" y="8101"/>
                  </a:lnTo>
                  <a:lnTo>
                    <a:pt x="1029" y="22523"/>
                  </a:lnTo>
                  <a:lnTo>
                    <a:pt x="14033" y="28844"/>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5" name="Google Shape;805;p21"/>
            <p:cNvSpPr/>
            <p:nvPr/>
          </p:nvSpPr>
          <p:spPr>
            <a:xfrm flipH="1" rot="-157512">
              <a:off x="8162796" y="72374"/>
              <a:ext cx="650192" cy="721114"/>
            </a:xfrm>
            <a:custGeom>
              <a:rect b="b" l="l" r="r" t="t"/>
              <a:pathLst>
                <a:path extrusionOk="0" fill="none" h="28846" w="26009">
                  <a:moveTo>
                    <a:pt x="26008" y="20743"/>
                  </a:moveTo>
                  <a:lnTo>
                    <a:pt x="24980" y="6321"/>
                  </a:lnTo>
                  <a:lnTo>
                    <a:pt x="11976" y="1"/>
                  </a:lnTo>
                  <a:lnTo>
                    <a:pt x="1" y="8102"/>
                  </a:lnTo>
                  <a:lnTo>
                    <a:pt x="1029" y="22525"/>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6" name="Google Shape;806;p21"/>
            <p:cNvSpPr/>
            <p:nvPr/>
          </p:nvSpPr>
          <p:spPr>
            <a:xfrm flipH="1" rot="-157512">
              <a:off x="9087877" y="638193"/>
              <a:ext cx="650192" cy="721089"/>
            </a:xfrm>
            <a:custGeom>
              <a:rect b="b" l="l" r="r" t="t"/>
              <a:pathLst>
                <a:path extrusionOk="0" fill="none" h="28845" w="26009">
                  <a:moveTo>
                    <a:pt x="26008" y="20744"/>
                  </a:moveTo>
                  <a:lnTo>
                    <a:pt x="24980" y="6321"/>
                  </a:lnTo>
                  <a:lnTo>
                    <a:pt x="11976" y="0"/>
                  </a:lnTo>
                  <a:lnTo>
                    <a:pt x="0" y="8102"/>
                  </a:lnTo>
                  <a:lnTo>
                    <a:pt x="1028" y="22524"/>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7" name="Google Shape;807;p21"/>
            <p:cNvSpPr/>
            <p:nvPr/>
          </p:nvSpPr>
          <p:spPr>
            <a:xfrm flipH="1" rot="-157512">
              <a:off x="7525463" y="193693"/>
              <a:ext cx="57047" cy="57047"/>
            </a:xfrm>
            <a:custGeom>
              <a:rect b="b" l="l" r="r" t="t"/>
              <a:pathLst>
                <a:path extrusionOk="0" h="2282" w="2282">
                  <a:moveTo>
                    <a:pt x="1140" y="0"/>
                  </a:moveTo>
                  <a:cubicBezTo>
                    <a:pt x="511" y="0"/>
                    <a:pt x="0" y="511"/>
                    <a:pt x="0" y="1141"/>
                  </a:cubicBezTo>
                  <a:cubicBezTo>
                    <a:pt x="0" y="1771"/>
                    <a:pt x="510" y="2281"/>
                    <a:pt x="1140" y="2281"/>
                  </a:cubicBezTo>
                  <a:cubicBezTo>
                    <a:pt x="1771" y="2281"/>
                    <a:pt x="2281" y="1771"/>
                    <a:pt x="2281" y="1141"/>
                  </a:cubicBezTo>
                  <a:cubicBezTo>
                    <a:pt x="2281" y="511"/>
                    <a:pt x="1771" y="0"/>
                    <a:pt x="114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8" name="Google Shape;808;p21"/>
            <p:cNvSpPr/>
            <p:nvPr/>
          </p:nvSpPr>
          <p:spPr>
            <a:xfrm flipH="1" rot="-157512">
              <a:off x="9076066" y="781639"/>
              <a:ext cx="57072" cy="57047"/>
            </a:xfrm>
            <a:custGeom>
              <a:rect b="b" l="l" r="r" t="t"/>
              <a:pathLst>
                <a:path extrusionOk="0" h="2282" w="2283">
                  <a:moveTo>
                    <a:pt x="1141" y="1"/>
                  </a:moveTo>
                  <a:cubicBezTo>
                    <a:pt x="511" y="1"/>
                    <a:pt x="0" y="511"/>
                    <a:pt x="0" y="1141"/>
                  </a:cubicBezTo>
                  <a:cubicBezTo>
                    <a:pt x="0" y="1771"/>
                    <a:pt x="511" y="2282"/>
                    <a:pt x="1141" y="2282"/>
                  </a:cubicBezTo>
                  <a:cubicBezTo>
                    <a:pt x="1771" y="2282"/>
                    <a:pt x="2282" y="1771"/>
                    <a:pt x="2282" y="1141"/>
                  </a:cubicBezTo>
                  <a:cubicBezTo>
                    <a:pt x="2282" y="511"/>
                    <a:pt x="1771" y="1"/>
                    <a:pt x="114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9" name="Google Shape;809;p21"/>
            <p:cNvSpPr/>
            <p:nvPr/>
          </p:nvSpPr>
          <p:spPr>
            <a:xfrm flipH="1" rot="-157512">
              <a:off x="9692804" y="1158867"/>
              <a:ext cx="57072" cy="57047"/>
            </a:xfrm>
            <a:custGeom>
              <a:rect b="b" l="l" r="r" t="t"/>
              <a:pathLst>
                <a:path extrusionOk="0" h="2282" w="2283">
                  <a:moveTo>
                    <a:pt x="1141" y="0"/>
                  </a:moveTo>
                  <a:cubicBezTo>
                    <a:pt x="511" y="0"/>
                    <a:pt x="0" y="510"/>
                    <a:pt x="0" y="1140"/>
                  </a:cubicBezTo>
                  <a:cubicBezTo>
                    <a:pt x="0" y="1770"/>
                    <a:pt x="511" y="2281"/>
                    <a:pt x="1141" y="2281"/>
                  </a:cubicBezTo>
                  <a:cubicBezTo>
                    <a:pt x="1771" y="2281"/>
                    <a:pt x="2282" y="1770"/>
                    <a:pt x="2282" y="1140"/>
                  </a:cubicBezTo>
                  <a:cubicBezTo>
                    <a:pt x="2282" y="510"/>
                    <a:pt x="1771" y="0"/>
                    <a:pt x="114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CUSTOM_6">
    <p:spTree>
      <p:nvGrpSpPr>
        <p:cNvPr id="810" name="Shape 810"/>
        <p:cNvGrpSpPr/>
        <p:nvPr/>
      </p:nvGrpSpPr>
      <p:grpSpPr>
        <a:xfrm>
          <a:off x="0" y="0"/>
          <a:ext cx="0" cy="0"/>
          <a:chOff x="0" y="0"/>
          <a:chExt cx="0" cy="0"/>
        </a:xfrm>
      </p:grpSpPr>
      <p:sp>
        <p:nvSpPr>
          <p:cNvPr id="811" name="Google Shape;811;p22"/>
          <p:cNvSpPr txBox="1"/>
          <p:nvPr>
            <p:ph type="title"/>
          </p:nvPr>
        </p:nvSpPr>
        <p:spPr>
          <a:xfrm>
            <a:off x="720000" y="539500"/>
            <a:ext cx="77040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200"/>
              <a:buNone/>
              <a:defRPr/>
            </a:lvl1pPr>
            <a:lvl2pPr lvl="1" rtl="0">
              <a:spcBef>
                <a:spcPts val="0"/>
              </a:spcBef>
              <a:spcAft>
                <a:spcPts val="0"/>
              </a:spcAft>
              <a:buSzPts val="3200"/>
              <a:buNone/>
              <a:defRPr/>
            </a:lvl2pPr>
            <a:lvl3pPr lvl="2" rtl="0">
              <a:spcBef>
                <a:spcPts val="0"/>
              </a:spcBef>
              <a:spcAft>
                <a:spcPts val="0"/>
              </a:spcAft>
              <a:buSzPts val="3200"/>
              <a:buNone/>
              <a:defRPr/>
            </a:lvl3pPr>
            <a:lvl4pPr lvl="3" rtl="0">
              <a:spcBef>
                <a:spcPts val="0"/>
              </a:spcBef>
              <a:spcAft>
                <a:spcPts val="0"/>
              </a:spcAft>
              <a:buSzPts val="3200"/>
              <a:buNone/>
              <a:defRPr/>
            </a:lvl4pPr>
            <a:lvl5pPr lvl="4" rtl="0">
              <a:spcBef>
                <a:spcPts val="0"/>
              </a:spcBef>
              <a:spcAft>
                <a:spcPts val="0"/>
              </a:spcAft>
              <a:buSzPts val="3200"/>
              <a:buNone/>
              <a:defRPr/>
            </a:lvl5pPr>
            <a:lvl6pPr lvl="5" rtl="0">
              <a:spcBef>
                <a:spcPts val="0"/>
              </a:spcBef>
              <a:spcAft>
                <a:spcPts val="0"/>
              </a:spcAft>
              <a:buSzPts val="3200"/>
              <a:buNone/>
              <a:defRPr/>
            </a:lvl6pPr>
            <a:lvl7pPr lvl="6" rtl="0">
              <a:spcBef>
                <a:spcPts val="0"/>
              </a:spcBef>
              <a:spcAft>
                <a:spcPts val="0"/>
              </a:spcAft>
              <a:buSzPts val="3200"/>
              <a:buNone/>
              <a:defRPr/>
            </a:lvl7pPr>
            <a:lvl8pPr lvl="7" rtl="0">
              <a:spcBef>
                <a:spcPts val="0"/>
              </a:spcBef>
              <a:spcAft>
                <a:spcPts val="0"/>
              </a:spcAft>
              <a:buSzPts val="3200"/>
              <a:buNone/>
              <a:defRPr/>
            </a:lvl8pPr>
            <a:lvl9pPr lvl="8" rtl="0">
              <a:spcBef>
                <a:spcPts val="0"/>
              </a:spcBef>
              <a:spcAft>
                <a:spcPts val="0"/>
              </a:spcAft>
              <a:buSzPts val="3200"/>
              <a:buNone/>
              <a:defRPr/>
            </a:lvl9pPr>
          </a:lstStyle>
          <a:p/>
        </p:txBody>
      </p:sp>
      <p:sp>
        <p:nvSpPr>
          <p:cNvPr id="812" name="Google Shape;812;p22"/>
          <p:cNvSpPr txBox="1"/>
          <p:nvPr>
            <p:ph idx="1" type="subTitle"/>
          </p:nvPr>
        </p:nvSpPr>
        <p:spPr>
          <a:xfrm>
            <a:off x="926987" y="3180750"/>
            <a:ext cx="2095200" cy="8994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813" name="Google Shape;813;p22"/>
          <p:cNvSpPr txBox="1"/>
          <p:nvPr>
            <p:ph idx="2" type="subTitle"/>
          </p:nvPr>
        </p:nvSpPr>
        <p:spPr>
          <a:xfrm>
            <a:off x="3524399" y="3180750"/>
            <a:ext cx="2095200" cy="8994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814" name="Google Shape;814;p22"/>
          <p:cNvSpPr txBox="1"/>
          <p:nvPr>
            <p:ph idx="3" type="subTitle"/>
          </p:nvPr>
        </p:nvSpPr>
        <p:spPr>
          <a:xfrm>
            <a:off x="6121811" y="3180750"/>
            <a:ext cx="2095200" cy="8994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815" name="Google Shape;815;p22"/>
          <p:cNvSpPr txBox="1"/>
          <p:nvPr>
            <p:ph idx="4" type="subTitle"/>
          </p:nvPr>
        </p:nvSpPr>
        <p:spPr>
          <a:xfrm>
            <a:off x="926987" y="2726175"/>
            <a:ext cx="2095200" cy="4572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Bebas Neue"/>
              <a:buNone/>
              <a:defRPr sz="2100">
                <a:solidFill>
                  <a:schemeClr val="dk1"/>
                </a:solidFill>
                <a:latin typeface="Montserrat Black"/>
                <a:ea typeface="Montserrat Black"/>
                <a:cs typeface="Montserrat Black"/>
                <a:sym typeface="Montserrat Black"/>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816" name="Google Shape;816;p22"/>
          <p:cNvSpPr txBox="1"/>
          <p:nvPr>
            <p:ph idx="5" type="subTitle"/>
          </p:nvPr>
        </p:nvSpPr>
        <p:spPr>
          <a:xfrm>
            <a:off x="3524399" y="2726175"/>
            <a:ext cx="2095200" cy="4572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Bebas Neue"/>
              <a:buNone/>
              <a:defRPr sz="2100">
                <a:solidFill>
                  <a:schemeClr val="dk1"/>
                </a:solidFill>
                <a:latin typeface="Montserrat Black"/>
                <a:ea typeface="Montserrat Black"/>
                <a:cs typeface="Montserrat Black"/>
                <a:sym typeface="Montserrat Black"/>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817" name="Google Shape;817;p22"/>
          <p:cNvSpPr txBox="1"/>
          <p:nvPr>
            <p:ph idx="6" type="subTitle"/>
          </p:nvPr>
        </p:nvSpPr>
        <p:spPr>
          <a:xfrm>
            <a:off x="6121811" y="2726175"/>
            <a:ext cx="2095200" cy="4572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Bebas Neue"/>
              <a:buNone/>
              <a:defRPr sz="2100">
                <a:solidFill>
                  <a:schemeClr val="dk1"/>
                </a:solidFill>
                <a:latin typeface="Montserrat Black"/>
                <a:ea typeface="Montserrat Black"/>
                <a:cs typeface="Montserrat Black"/>
                <a:sym typeface="Montserrat Black"/>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grpSp>
        <p:nvGrpSpPr>
          <p:cNvPr id="818" name="Google Shape;818;p22"/>
          <p:cNvGrpSpPr/>
          <p:nvPr/>
        </p:nvGrpSpPr>
        <p:grpSpPr>
          <a:xfrm>
            <a:off x="7221517" y="-507956"/>
            <a:ext cx="2532725" cy="1881750"/>
            <a:chOff x="7221517" y="-507956"/>
            <a:chExt cx="2532725" cy="1881750"/>
          </a:xfrm>
        </p:grpSpPr>
        <p:sp>
          <p:nvSpPr>
            <p:cNvPr id="819" name="Google Shape;819;p22"/>
            <p:cNvSpPr/>
            <p:nvPr/>
          </p:nvSpPr>
          <p:spPr>
            <a:xfrm flipH="1" rot="-157512">
              <a:off x="8467712" y="47987"/>
              <a:ext cx="57072" cy="57047"/>
            </a:xfrm>
            <a:custGeom>
              <a:rect b="b" l="l" r="r" t="t"/>
              <a:pathLst>
                <a:path extrusionOk="0" h="2282" w="2283">
                  <a:moveTo>
                    <a:pt x="1141" y="1"/>
                  </a:moveTo>
                  <a:cubicBezTo>
                    <a:pt x="511" y="1"/>
                    <a:pt x="0" y="512"/>
                    <a:pt x="0" y="1142"/>
                  </a:cubicBezTo>
                  <a:cubicBezTo>
                    <a:pt x="0" y="1771"/>
                    <a:pt x="511" y="2282"/>
                    <a:pt x="1141" y="2282"/>
                  </a:cubicBezTo>
                  <a:cubicBezTo>
                    <a:pt x="1771" y="2282"/>
                    <a:pt x="2282" y="1771"/>
                    <a:pt x="2282" y="1142"/>
                  </a:cubicBezTo>
                  <a:cubicBezTo>
                    <a:pt x="2282" y="512"/>
                    <a:pt x="1771" y="1"/>
                    <a:pt x="114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0" name="Google Shape;820;p22"/>
            <p:cNvSpPr/>
            <p:nvPr/>
          </p:nvSpPr>
          <p:spPr>
            <a:xfrm flipH="1" rot="-157512">
              <a:off x="8489459" y="-461709"/>
              <a:ext cx="650192" cy="721064"/>
            </a:xfrm>
            <a:custGeom>
              <a:rect b="b" l="l" r="r" t="t"/>
              <a:pathLst>
                <a:path extrusionOk="0" fill="none" h="28844" w="26009">
                  <a:moveTo>
                    <a:pt x="26008" y="20743"/>
                  </a:moveTo>
                  <a:lnTo>
                    <a:pt x="24980" y="6321"/>
                  </a:lnTo>
                  <a:lnTo>
                    <a:pt x="11976" y="0"/>
                  </a:lnTo>
                  <a:lnTo>
                    <a:pt x="0" y="8101"/>
                  </a:lnTo>
                  <a:lnTo>
                    <a:pt x="1028" y="22524"/>
                  </a:lnTo>
                  <a:lnTo>
                    <a:pt x="14033" y="28844"/>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1" name="Google Shape;821;p22"/>
            <p:cNvSpPr/>
            <p:nvPr/>
          </p:nvSpPr>
          <p:spPr>
            <a:xfrm flipH="1" rot="-157512">
              <a:off x="7863600" y="-477589"/>
              <a:ext cx="650167" cy="721114"/>
            </a:xfrm>
            <a:custGeom>
              <a:rect b="b" l="l" r="r" t="t"/>
              <a:pathLst>
                <a:path extrusionOk="0" fill="none" h="28846" w="26008">
                  <a:moveTo>
                    <a:pt x="26008" y="20743"/>
                  </a:moveTo>
                  <a:lnTo>
                    <a:pt x="24980" y="6321"/>
                  </a:lnTo>
                  <a:lnTo>
                    <a:pt x="11975" y="1"/>
                  </a:lnTo>
                  <a:lnTo>
                    <a:pt x="0" y="8103"/>
                  </a:lnTo>
                  <a:lnTo>
                    <a:pt x="1028" y="22525"/>
                  </a:lnTo>
                  <a:lnTo>
                    <a:pt x="14032"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2" name="Google Shape;822;p22"/>
            <p:cNvSpPr/>
            <p:nvPr/>
          </p:nvSpPr>
          <p:spPr>
            <a:xfrm flipH="1" rot="-157512">
              <a:off x="7237690" y="-493444"/>
              <a:ext cx="650217" cy="721114"/>
            </a:xfrm>
            <a:custGeom>
              <a:rect b="b" l="l" r="r" t="t"/>
              <a:pathLst>
                <a:path extrusionOk="0" fill="none" h="28846" w="26010">
                  <a:moveTo>
                    <a:pt x="26010" y="20743"/>
                  </a:moveTo>
                  <a:lnTo>
                    <a:pt x="24981" y="6321"/>
                  </a:lnTo>
                  <a:lnTo>
                    <a:pt x="11976" y="0"/>
                  </a:lnTo>
                  <a:lnTo>
                    <a:pt x="1" y="8102"/>
                  </a:lnTo>
                  <a:lnTo>
                    <a:pt x="1029" y="22524"/>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3" name="Google Shape;823;p22"/>
            <p:cNvSpPr/>
            <p:nvPr/>
          </p:nvSpPr>
          <p:spPr>
            <a:xfrm flipH="1" rot="-157512">
              <a:off x="8788681" y="88254"/>
              <a:ext cx="650192" cy="721064"/>
            </a:xfrm>
            <a:custGeom>
              <a:rect b="b" l="l" r="r" t="t"/>
              <a:pathLst>
                <a:path extrusionOk="0" fill="none" h="28844" w="26009">
                  <a:moveTo>
                    <a:pt x="26009" y="20743"/>
                  </a:moveTo>
                  <a:lnTo>
                    <a:pt x="24981" y="6320"/>
                  </a:lnTo>
                  <a:lnTo>
                    <a:pt x="11976" y="0"/>
                  </a:lnTo>
                  <a:lnTo>
                    <a:pt x="1" y="8101"/>
                  </a:lnTo>
                  <a:lnTo>
                    <a:pt x="1029" y="22523"/>
                  </a:lnTo>
                  <a:lnTo>
                    <a:pt x="14033" y="28844"/>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4" name="Google Shape;824;p22"/>
            <p:cNvSpPr/>
            <p:nvPr/>
          </p:nvSpPr>
          <p:spPr>
            <a:xfrm flipH="1" rot="-157512">
              <a:off x="8162796" y="72374"/>
              <a:ext cx="650192" cy="721114"/>
            </a:xfrm>
            <a:custGeom>
              <a:rect b="b" l="l" r="r" t="t"/>
              <a:pathLst>
                <a:path extrusionOk="0" fill="none" h="28846" w="26009">
                  <a:moveTo>
                    <a:pt x="26008" y="20743"/>
                  </a:moveTo>
                  <a:lnTo>
                    <a:pt x="24980" y="6321"/>
                  </a:lnTo>
                  <a:lnTo>
                    <a:pt x="11976" y="1"/>
                  </a:lnTo>
                  <a:lnTo>
                    <a:pt x="1" y="8102"/>
                  </a:lnTo>
                  <a:lnTo>
                    <a:pt x="1029" y="22525"/>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5" name="Google Shape;825;p22"/>
            <p:cNvSpPr/>
            <p:nvPr/>
          </p:nvSpPr>
          <p:spPr>
            <a:xfrm flipH="1" rot="-157512">
              <a:off x="9087877" y="638193"/>
              <a:ext cx="650192" cy="721089"/>
            </a:xfrm>
            <a:custGeom>
              <a:rect b="b" l="l" r="r" t="t"/>
              <a:pathLst>
                <a:path extrusionOk="0" fill="none" h="28845" w="26009">
                  <a:moveTo>
                    <a:pt x="26008" y="20744"/>
                  </a:moveTo>
                  <a:lnTo>
                    <a:pt x="24980" y="6321"/>
                  </a:lnTo>
                  <a:lnTo>
                    <a:pt x="11976" y="0"/>
                  </a:lnTo>
                  <a:lnTo>
                    <a:pt x="0" y="8102"/>
                  </a:lnTo>
                  <a:lnTo>
                    <a:pt x="1028" y="22524"/>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6" name="Google Shape;826;p22"/>
            <p:cNvSpPr/>
            <p:nvPr/>
          </p:nvSpPr>
          <p:spPr>
            <a:xfrm flipH="1" rot="-157512">
              <a:off x="7525463" y="193693"/>
              <a:ext cx="57047" cy="57047"/>
            </a:xfrm>
            <a:custGeom>
              <a:rect b="b" l="l" r="r" t="t"/>
              <a:pathLst>
                <a:path extrusionOk="0" h="2282" w="2282">
                  <a:moveTo>
                    <a:pt x="1140" y="0"/>
                  </a:moveTo>
                  <a:cubicBezTo>
                    <a:pt x="511" y="0"/>
                    <a:pt x="0" y="511"/>
                    <a:pt x="0" y="1141"/>
                  </a:cubicBezTo>
                  <a:cubicBezTo>
                    <a:pt x="0" y="1771"/>
                    <a:pt x="510" y="2281"/>
                    <a:pt x="1140" y="2281"/>
                  </a:cubicBezTo>
                  <a:cubicBezTo>
                    <a:pt x="1771" y="2281"/>
                    <a:pt x="2281" y="1771"/>
                    <a:pt x="2281" y="1141"/>
                  </a:cubicBezTo>
                  <a:cubicBezTo>
                    <a:pt x="2281" y="511"/>
                    <a:pt x="1771" y="0"/>
                    <a:pt x="114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7" name="Google Shape;827;p22"/>
            <p:cNvSpPr/>
            <p:nvPr/>
          </p:nvSpPr>
          <p:spPr>
            <a:xfrm flipH="1" rot="-157512">
              <a:off x="9076066" y="781639"/>
              <a:ext cx="57072" cy="57047"/>
            </a:xfrm>
            <a:custGeom>
              <a:rect b="b" l="l" r="r" t="t"/>
              <a:pathLst>
                <a:path extrusionOk="0" h="2282" w="2283">
                  <a:moveTo>
                    <a:pt x="1141" y="1"/>
                  </a:moveTo>
                  <a:cubicBezTo>
                    <a:pt x="511" y="1"/>
                    <a:pt x="0" y="511"/>
                    <a:pt x="0" y="1141"/>
                  </a:cubicBezTo>
                  <a:cubicBezTo>
                    <a:pt x="0" y="1771"/>
                    <a:pt x="511" y="2282"/>
                    <a:pt x="1141" y="2282"/>
                  </a:cubicBezTo>
                  <a:cubicBezTo>
                    <a:pt x="1771" y="2282"/>
                    <a:pt x="2282" y="1771"/>
                    <a:pt x="2282" y="1141"/>
                  </a:cubicBezTo>
                  <a:cubicBezTo>
                    <a:pt x="2282" y="511"/>
                    <a:pt x="1771" y="1"/>
                    <a:pt x="114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8" name="Google Shape;828;p22"/>
            <p:cNvSpPr/>
            <p:nvPr/>
          </p:nvSpPr>
          <p:spPr>
            <a:xfrm flipH="1" rot="-157512">
              <a:off x="9692804" y="1158867"/>
              <a:ext cx="57072" cy="57047"/>
            </a:xfrm>
            <a:custGeom>
              <a:rect b="b" l="l" r="r" t="t"/>
              <a:pathLst>
                <a:path extrusionOk="0" h="2282" w="2283">
                  <a:moveTo>
                    <a:pt x="1141" y="0"/>
                  </a:moveTo>
                  <a:cubicBezTo>
                    <a:pt x="511" y="0"/>
                    <a:pt x="0" y="510"/>
                    <a:pt x="0" y="1140"/>
                  </a:cubicBezTo>
                  <a:cubicBezTo>
                    <a:pt x="0" y="1770"/>
                    <a:pt x="511" y="2281"/>
                    <a:pt x="1141" y="2281"/>
                  </a:cubicBezTo>
                  <a:cubicBezTo>
                    <a:pt x="1771" y="2281"/>
                    <a:pt x="2282" y="1770"/>
                    <a:pt x="2282" y="1140"/>
                  </a:cubicBezTo>
                  <a:cubicBezTo>
                    <a:pt x="2282" y="510"/>
                    <a:pt x="1771" y="0"/>
                    <a:pt x="114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29" name="Google Shape;829;p22"/>
          <p:cNvGrpSpPr/>
          <p:nvPr/>
        </p:nvGrpSpPr>
        <p:grpSpPr>
          <a:xfrm flipH="1">
            <a:off x="-836633" y="-507956"/>
            <a:ext cx="2532725" cy="1881750"/>
            <a:chOff x="7221517" y="-507956"/>
            <a:chExt cx="2532725" cy="1881750"/>
          </a:xfrm>
        </p:grpSpPr>
        <p:sp>
          <p:nvSpPr>
            <p:cNvPr id="830" name="Google Shape;830;p22"/>
            <p:cNvSpPr/>
            <p:nvPr/>
          </p:nvSpPr>
          <p:spPr>
            <a:xfrm flipH="1" rot="-157512">
              <a:off x="8467712" y="47987"/>
              <a:ext cx="57072" cy="57047"/>
            </a:xfrm>
            <a:custGeom>
              <a:rect b="b" l="l" r="r" t="t"/>
              <a:pathLst>
                <a:path extrusionOk="0" h="2282" w="2283">
                  <a:moveTo>
                    <a:pt x="1141" y="1"/>
                  </a:moveTo>
                  <a:cubicBezTo>
                    <a:pt x="511" y="1"/>
                    <a:pt x="0" y="512"/>
                    <a:pt x="0" y="1142"/>
                  </a:cubicBezTo>
                  <a:cubicBezTo>
                    <a:pt x="0" y="1771"/>
                    <a:pt x="511" y="2282"/>
                    <a:pt x="1141" y="2282"/>
                  </a:cubicBezTo>
                  <a:cubicBezTo>
                    <a:pt x="1771" y="2282"/>
                    <a:pt x="2282" y="1771"/>
                    <a:pt x="2282" y="1142"/>
                  </a:cubicBezTo>
                  <a:cubicBezTo>
                    <a:pt x="2282" y="512"/>
                    <a:pt x="1771" y="1"/>
                    <a:pt x="114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1" name="Google Shape;831;p22"/>
            <p:cNvSpPr/>
            <p:nvPr/>
          </p:nvSpPr>
          <p:spPr>
            <a:xfrm flipH="1" rot="-157512">
              <a:off x="8489459" y="-461709"/>
              <a:ext cx="650192" cy="721064"/>
            </a:xfrm>
            <a:custGeom>
              <a:rect b="b" l="l" r="r" t="t"/>
              <a:pathLst>
                <a:path extrusionOk="0" fill="none" h="28844" w="26009">
                  <a:moveTo>
                    <a:pt x="26008" y="20743"/>
                  </a:moveTo>
                  <a:lnTo>
                    <a:pt x="24980" y="6321"/>
                  </a:lnTo>
                  <a:lnTo>
                    <a:pt x="11976" y="0"/>
                  </a:lnTo>
                  <a:lnTo>
                    <a:pt x="0" y="8101"/>
                  </a:lnTo>
                  <a:lnTo>
                    <a:pt x="1028" y="22524"/>
                  </a:lnTo>
                  <a:lnTo>
                    <a:pt x="14033" y="28844"/>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2" name="Google Shape;832;p22"/>
            <p:cNvSpPr/>
            <p:nvPr/>
          </p:nvSpPr>
          <p:spPr>
            <a:xfrm flipH="1" rot="-157512">
              <a:off x="7863600" y="-477589"/>
              <a:ext cx="650167" cy="721114"/>
            </a:xfrm>
            <a:custGeom>
              <a:rect b="b" l="l" r="r" t="t"/>
              <a:pathLst>
                <a:path extrusionOk="0" fill="none" h="28846" w="26008">
                  <a:moveTo>
                    <a:pt x="26008" y="20743"/>
                  </a:moveTo>
                  <a:lnTo>
                    <a:pt x="24980" y="6321"/>
                  </a:lnTo>
                  <a:lnTo>
                    <a:pt x="11975" y="1"/>
                  </a:lnTo>
                  <a:lnTo>
                    <a:pt x="0" y="8103"/>
                  </a:lnTo>
                  <a:lnTo>
                    <a:pt x="1028" y="22525"/>
                  </a:lnTo>
                  <a:lnTo>
                    <a:pt x="14032"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3" name="Google Shape;833;p22"/>
            <p:cNvSpPr/>
            <p:nvPr/>
          </p:nvSpPr>
          <p:spPr>
            <a:xfrm flipH="1" rot="-157512">
              <a:off x="7237690" y="-493444"/>
              <a:ext cx="650217" cy="721114"/>
            </a:xfrm>
            <a:custGeom>
              <a:rect b="b" l="l" r="r" t="t"/>
              <a:pathLst>
                <a:path extrusionOk="0" fill="none" h="28846" w="26010">
                  <a:moveTo>
                    <a:pt x="26010" y="20743"/>
                  </a:moveTo>
                  <a:lnTo>
                    <a:pt x="24981" y="6321"/>
                  </a:lnTo>
                  <a:lnTo>
                    <a:pt x="11976" y="0"/>
                  </a:lnTo>
                  <a:lnTo>
                    <a:pt x="1" y="8102"/>
                  </a:lnTo>
                  <a:lnTo>
                    <a:pt x="1029" y="22524"/>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4" name="Google Shape;834;p22"/>
            <p:cNvSpPr/>
            <p:nvPr/>
          </p:nvSpPr>
          <p:spPr>
            <a:xfrm flipH="1" rot="-157512">
              <a:off x="8788681" y="88254"/>
              <a:ext cx="650192" cy="721064"/>
            </a:xfrm>
            <a:custGeom>
              <a:rect b="b" l="l" r="r" t="t"/>
              <a:pathLst>
                <a:path extrusionOk="0" fill="none" h="28844" w="26009">
                  <a:moveTo>
                    <a:pt x="26009" y="20743"/>
                  </a:moveTo>
                  <a:lnTo>
                    <a:pt x="24981" y="6320"/>
                  </a:lnTo>
                  <a:lnTo>
                    <a:pt x="11976" y="0"/>
                  </a:lnTo>
                  <a:lnTo>
                    <a:pt x="1" y="8101"/>
                  </a:lnTo>
                  <a:lnTo>
                    <a:pt x="1029" y="22523"/>
                  </a:lnTo>
                  <a:lnTo>
                    <a:pt x="14033" y="28844"/>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5" name="Google Shape;835;p22"/>
            <p:cNvSpPr/>
            <p:nvPr/>
          </p:nvSpPr>
          <p:spPr>
            <a:xfrm flipH="1" rot="-157512">
              <a:off x="8162796" y="72374"/>
              <a:ext cx="650192" cy="721114"/>
            </a:xfrm>
            <a:custGeom>
              <a:rect b="b" l="l" r="r" t="t"/>
              <a:pathLst>
                <a:path extrusionOk="0" fill="none" h="28846" w="26009">
                  <a:moveTo>
                    <a:pt x="26008" y="20743"/>
                  </a:moveTo>
                  <a:lnTo>
                    <a:pt x="24980" y="6321"/>
                  </a:lnTo>
                  <a:lnTo>
                    <a:pt x="11976" y="1"/>
                  </a:lnTo>
                  <a:lnTo>
                    <a:pt x="1" y="8102"/>
                  </a:lnTo>
                  <a:lnTo>
                    <a:pt x="1029" y="22525"/>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6" name="Google Shape;836;p22"/>
            <p:cNvSpPr/>
            <p:nvPr/>
          </p:nvSpPr>
          <p:spPr>
            <a:xfrm flipH="1" rot="-157512">
              <a:off x="9087877" y="638193"/>
              <a:ext cx="650192" cy="721089"/>
            </a:xfrm>
            <a:custGeom>
              <a:rect b="b" l="l" r="r" t="t"/>
              <a:pathLst>
                <a:path extrusionOk="0" fill="none" h="28845" w="26009">
                  <a:moveTo>
                    <a:pt x="26008" y="20744"/>
                  </a:moveTo>
                  <a:lnTo>
                    <a:pt x="24980" y="6321"/>
                  </a:lnTo>
                  <a:lnTo>
                    <a:pt x="11976" y="0"/>
                  </a:lnTo>
                  <a:lnTo>
                    <a:pt x="0" y="8102"/>
                  </a:lnTo>
                  <a:lnTo>
                    <a:pt x="1028" y="22524"/>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7" name="Google Shape;837;p22"/>
            <p:cNvSpPr/>
            <p:nvPr/>
          </p:nvSpPr>
          <p:spPr>
            <a:xfrm flipH="1" rot="-157512">
              <a:off x="7525463" y="193693"/>
              <a:ext cx="57047" cy="57047"/>
            </a:xfrm>
            <a:custGeom>
              <a:rect b="b" l="l" r="r" t="t"/>
              <a:pathLst>
                <a:path extrusionOk="0" h="2282" w="2282">
                  <a:moveTo>
                    <a:pt x="1140" y="0"/>
                  </a:moveTo>
                  <a:cubicBezTo>
                    <a:pt x="511" y="0"/>
                    <a:pt x="0" y="511"/>
                    <a:pt x="0" y="1141"/>
                  </a:cubicBezTo>
                  <a:cubicBezTo>
                    <a:pt x="0" y="1771"/>
                    <a:pt x="510" y="2281"/>
                    <a:pt x="1140" y="2281"/>
                  </a:cubicBezTo>
                  <a:cubicBezTo>
                    <a:pt x="1771" y="2281"/>
                    <a:pt x="2281" y="1771"/>
                    <a:pt x="2281" y="1141"/>
                  </a:cubicBezTo>
                  <a:cubicBezTo>
                    <a:pt x="2281" y="511"/>
                    <a:pt x="1771" y="0"/>
                    <a:pt x="114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8" name="Google Shape;838;p22"/>
            <p:cNvSpPr/>
            <p:nvPr/>
          </p:nvSpPr>
          <p:spPr>
            <a:xfrm flipH="1" rot="-157512">
              <a:off x="9076066" y="781639"/>
              <a:ext cx="57072" cy="57047"/>
            </a:xfrm>
            <a:custGeom>
              <a:rect b="b" l="l" r="r" t="t"/>
              <a:pathLst>
                <a:path extrusionOk="0" h="2282" w="2283">
                  <a:moveTo>
                    <a:pt x="1141" y="1"/>
                  </a:moveTo>
                  <a:cubicBezTo>
                    <a:pt x="511" y="1"/>
                    <a:pt x="0" y="511"/>
                    <a:pt x="0" y="1141"/>
                  </a:cubicBezTo>
                  <a:cubicBezTo>
                    <a:pt x="0" y="1771"/>
                    <a:pt x="511" y="2282"/>
                    <a:pt x="1141" y="2282"/>
                  </a:cubicBezTo>
                  <a:cubicBezTo>
                    <a:pt x="1771" y="2282"/>
                    <a:pt x="2282" y="1771"/>
                    <a:pt x="2282" y="1141"/>
                  </a:cubicBezTo>
                  <a:cubicBezTo>
                    <a:pt x="2282" y="511"/>
                    <a:pt x="1771" y="1"/>
                    <a:pt x="114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9" name="Google Shape;839;p22"/>
            <p:cNvSpPr/>
            <p:nvPr/>
          </p:nvSpPr>
          <p:spPr>
            <a:xfrm flipH="1" rot="-157512">
              <a:off x="9692804" y="1158867"/>
              <a:ext cx="57072" cy="57047"/>
            </a:xfrm>
            <a:custGeom>
              <a:rect b="b" l="l" r="r" t="t"/>
              <a:pathLst>
                <a:path extrusionOk="0" h="2282" w="2283">
                  <a:moveTo>
                    <a:pt x="1141" y="0"/>
                  </a:moveTo>
                  <a:cubicBezTo>
                    <a:pt x="511" y="0"/>
                    <a:pt x="0" y="510"/>
                    <a:pt x="0" y="1140"/>
                  </a:cubicBezTo>
                  <a:cubicBezTo>
                    <a:pt x="0" y="1770"/>
                    <a:pt x="511" y="2281"/>
                    <a:pt x="1141" y="2281"/>
                  </a:cubicBezTo>
                  <a:cubicBezTo>
                    <a:pt x="1771" y="2281"/>
                    <a:pt x="2282" y="1770"/>
                    <a:pt x="2282" y="1140"/>
                  </a:cubicBezTo>
                  <a:cubicBezTo>
                    <a:pt x="2282" y="510"/>
                    <a:pt x="1771" y="0"/>
                    <a:pt x="114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CUSTOM_5">
    <p:spTree>
      <p:nvGrpSpPr>
        <p:cNvPr id="840" name="Shape 840"/>
        <p:cNvGrpSpPr/>
        <p:nvPr/>
      </p:nvGrpSpPr>
      <p:grpSpPr>
        <a:xfrm>
          <a:off x="0" y="0"/>
          <a:ext cx="0" cy="0"/>
          <a:chOff x="0" y="0"/>
          <a:chExt cx="0" cy="0"/>
        </a:xfrm>
      </p:grpSpPr>
      <p:sp>
        <p:nvSpPr>
          <p:cNvPr id="841" name="Google Shape;841;p23"/>
          <p:cNvSpPr txBox="1"/>
          <p:nvPr>
            <p:ph type="title"/>
          </p:nvPr>
        </p:nvSpPr>
        <p:spPr>
          <a:xfrm>
            <a:off x="720000" y="539500"/>
            <a:ext cx="77040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200"/>
              <a:buNone/>
              <a:defRPr/>
            </a:lvl1pPr>
            <a:lvl2pPr lvl="1" rtl="0">
              <a:spcBef>
                <a:spcPts val="0"/>
              </a:spcBef>
              <a:spcAft>
                <a:spcPts val="0"/>
              </a:spcAft>
              <a:buSzPts val="3200"/>
              <a:buNone/>
              <a:defRPr/>
            </a:lvl2pPr>
            <a:lvl3pPr lvl="2" rtl="0">
              <a:spcBef>
                <a:spcPts val="0"/>
              </a:spcBef>
              <a:spcAft>
                <a:spcPts val="0"/>
              </a:spcAft>
              <a:buSzPts val="3200"/>
              <a:buNone/>
              <a:defRPr/>
            </a:lvl3pPr>
            <a:lvl4pPr lvl="3" rtl="0">
              <a:spcBef>
                <a:spcPts val="0"/>
              </a:spcBef>
              <a:spcAft>
                <a:spcPts val="0"/>
              </a:spcAft>
              <a:buSzPts val="3200"/>
              <a:buNone/>
              <a:defRPr/>
            </a:lvl4pPr>
            <a:lvl5pPr lvl="4" rtl="0">
              <a:spcBef>
                <a:spcPts val="0"/>
              </a:spcBef>
              <a:spcAft>
                <a:spcPts val="0"/>
              </a:spcAft>
              <a:buSzPts val="3200"/>
              <a:buNone/>
              <a:defRPr/>
            </a:lvl5pPr>
            <a:lvl6pPr lvl="5" rtl="0">
              <a:spcBef>
                <a:spcPts val="0"/>
              </a:spcBef>
              <a:spcAft>
                <a:spcPts val="0"/>
              </a:spcAft>
              <a:buSzPts val="3200"/>
              <a:buNone/>
              <a:defRPr/>
            </a:lvl6pPr>
            <a:lvl7pPr lvl="6" rtl="0">
              <a:spcBef>
                <a:spcPts val="0"/>
              </a:spcBef>
              <a:spcAft>
                <a:spcPts val="0"/>
              </a:spcAft>
              <a:buSzPts val="3200"/>
              <a:buNone/>
              <a:defRPr/>
            </a:lvl7pPr>
            <a:lvl8pPr lvl="7" rtl="0">
              <a:spcBef>
                <a:spcPts val="0"/>
              </a:spcBef>
              <a:spcAft>
                <a:spcPts val="0"/>
              </a:spcAft>
              <a:buSzPts val="3200"/>
              <a:buNone/>
              <a:defRPr/>
            </a:lvl8pPr>
            <a:lvl9pPr lvl="8" rtl="0">
              <a:spcBef>
                <a:spcPts val="0"/>
              </a:spcBef>
              <a:spcAft>
                <a:spcPts val="0"/>
              </a:spcAft>
              <a:buSzPts val="3200"/>
              <a:buNone/>
              <a:defRPr/>
            </a:lvl9pPr>
          </a:lstStyle>
          <a:p/>
        </p:txBody>
      </p:sp>
      <p:sp>
        <p:nvSpPr>
          <p:cNvPr id="842" name="Google Shape;842;p23"/>
          <p:cNvSpPr txBox="1"/>
          <p:nvPr>
            <p:ph idx="1" type="subTitle"/>
          </p:nvPr>
        </p:nvSpPr>
        <p:spPr>
          <a:xfrm>
            <a:off x="1755325" y="2204775"/>
            <a:ext cx="2595000" cy="4845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843" name="Google Shape;843;p23"/>
          <p:cNvSpPr txBox="1"/>
          <p:nvPr>
            <p:ph idx="2" type="subTitle"/>
          </p:nvPr>
        </p:nvSpPr>
        <p:spPr>
          <a:xfrm>
            <a:off x="4793684" y="2204775"/>
            <a:ext cx="2595000" cy="4845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844" name="Google Shape;844;p23"/>
          <p:cNvSpPr txBox="1"/>
          <p:nvPr>
            <p:ph idx="3" type="subTitle"/>
          </p:nvPr>
        </p:nvSpPr>
        <p:spPr>
          <a:xfrm>
            <a:off x="1755325" y="3638175"/>
            <a:ext cx="2595000" cy="4845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845" name="Google Shape;845;p23"/>
          <p:cNvSpPr txBox="1"/>
          <p:nvPr>
            <p:ph idx="4" type="subTitle"/>
          </p:nvPr>
        </p:nvSpPr>
        <p:spPr>
          <a:xfrm>
            <a:off x="4793684" y="3638175"/>
            <a:ext cx="2595000" cy="4845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846" name="Google Shape;846;p23"/>
          <p:cNvSpPr txBox="1"/>
          <p:nvPr>
            <p:ph idx="5" type="subTitle"/>
          </p:nvPr>
        </p:nvSpPr>
        <p:spPr>
          <a:xfrm>
            <a:off x="1755325" y="1747575"/>
            <a:ext cx="2595000" cy="4572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Bebas Neue"/>
              <a:buNone/>
              <a:defRPr sz="2100">
                <a:solidFill>
                  <a:schemeClr val="dk1"/>
                </a:solidFill>
                <a:latin typeface="Montserrat Black"/>
                <a:ea typeface="Montserrat Black"/>
                <a:cs typeface="Montserrat Black"/>
                <a:sym typeface="Montserrat Black"/>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847" name="Google Shape;847;p23"/>
          <p:cNvSpPr txBox="1"/>
          <p:nvPr>
            <p:ph idx="6" type="subTitle"/>
          </p:nvPr>
        </p:nvSpPr>
        <p:spPr>
          <a:xfrm>
            <a:off x="1755325" y="3180975"/>
            <a:ext cx="2595000" cy="4572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Bebas Neue"/>
              <a:buNone/>
              <a:defRPr sz="2100">
                <a:solidFill>
                  <a:schemeClr val="dk1"/>
                </a:solidFill>
                <a:latin typeface="Montserrat Black"/>
                <a:ea typeface="Montserrat Black"/>
                <a:cs typeface="Montserrat Black"/>
                <a:sym typeface="Montserrat Black"/>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848" name="Google Shape;848;p23"/>
          <p:cNvSpPr txBox="1"/>
          <p:nvPr>
            <p:ph idx="7" type="subTitle"/>
          </p:nvPr>
        </p:nvSpPr>
        <p:spPr>
          <a:xfrm>
            <a:off x="4793680" y="1747575"/>
            <a:ext cx="2595000" cy="4572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Bebas Neue"/>
              <a:buNone/>
              <a:defRPr sz="2100">
                <a:solidFill>
                  <a:schemeClr val="dk1"/>
                </a:solidFill>
                <a:latin typeface="Montserrat Black"/>
                <a:ea typeface="Montserrat Black"/>
                <a:cs typeface="Montserrat Black"/>
                <a:sym typeface="Montserrat Black"/>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849" name="Google Shape;849;p23"/>
          <p:cNvSpPr txBox="1"/>
          <p:nvPr>
            <p:ph idx="8" type="subTitle"/>
          </p:nvPr>
        </p:nvSpPr>
        <p:spPr>
          <a:xfrm>
            <a:off x="4793680" y="3180975"/>
            <a:ext cx="2595000" cy="4572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Bebas Neue"/>
              <a:buNone/>
              <a:defRPr sz="2100">
                <a:solidFill>
                  <a:schemeClr val="dk1"/>
                </a:solidFill>
                <a:latin typeface="Montserrat Black"/>
                <a:ea typeface="Montserrat Black"/>
                <a:cs typeface="Montserrat Black"/>
                <a:sym typeface="Montserrat Black"/>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grpSp>
        <p:nvGrpSpPr>
          <p:cNvPr id="850" name="Google Shape;850;p23"/>
          <p:cNvGrpSpPr/>
          <p:nvPr/>
        </p:nvGrpSpPr>
        <p:grpSpPr>
          <a:xfrm flipH="1">
            <a:off x="-884258" y="-507956"/>
            <a:ext cx="2532725" cy="1881750"/>
            <a:chOff x="7221517" y="-507956"/>
            <a:chExt cx="2532725" cy="1881750"/>
          </a:xfrm>
        </p:grpSpPr>
        <p:sp>
          <p:nvSpPr>
            <p:cNvPr id="851" name="Google Shape;851;p23"/>
            <p:cNvSpPr/>
            <p:nvPr/>
          </p:nvSpPr>
          <p:spPr>
            <a:xfrm flipH="1" rot="-157512">
              <a:off x="8467712" y="47987"/>
              <a:ext cx="57072" cy="57047"/>
            </a:xfrm>
            <a:custGeom>
              <a:rect b="b" l="l" r="r" t="t"/>
              <a:pathLst>
                <a:path extrusionOk="0" h="2282" w="2283">
                  <a:moveTo>
                    <a:pt x="1141" y="1"/>
                  </a:moveTo>
                  <a:cubicBezTo>
                    <a:pt x="511" y="1"/>
                    <a:pt x="0" y="512"/>
                    <a:pt x="0" y="1142"/>
                  </a:cubicBezTo>
                  <a:cubicBezTo>
                    <a:pt x="0" y="1771"/>
                    <a:pt x="511" y="2282"/>
                    <a:pt x="1141" y="2282"/>
                  </a:cubicBezTo>
                  <a:cubicBezTo>
                    <a:pt x="1771" y="2282"/>
                    <a:pt x="2282" y="1771"/>
                    <a:pt x="2282" y="1142"/>
                  </a:cubicBezTo>
                  <a:cubicBezTo>
                    <a:pt x="2282" y="512"/>
                    <a:pt x="1771" y="1"/>
                    <a:pt x="114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2" name="Google Shape;852;p23"/>
            <p:cNvSpPr/>
            <p:nvPr/>
          </p:nvSpPr>
          <p:spPr>
            <a:xfrm flipH="1" rot="-157512">
              <a:off x="8489459" y="-461709"/>
              <a:ext cx="650192" cy="721064"/>
            </a:xfrm>
            <a:custGeom>
              <a:rect b="b" l="l" r="r" t="t"/>
              <a:pathLst>
                <a:path extrusionOk="0" fill="none" h="28844" w="26009">
                  <a:moveTo>
                    <a:pt x="26008" y="20743"/>
                  </a:moveTo>
                  <a:lnTo>
                    <a:pt x="24980" y="6321"/>
                  </a:lnTo>
                  <a:lnTo>
                    <a:pt x="11976" y="0"/>
                  </a:lnTo>
                  <a:lnTo>
                    <a:pt x="0" y="8101"/>
                  </a:lnTo>
                  <a:lnTo>
                    <a:pt x="1028" y="22524"/>
                  </a:lnTo>
                  <a:lnTo>
                    <a:pt x="14033" y="28844"/>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3" name="Google Shape;853;p23"/>
            <p:cNvSpPr/>
            <p:nvPr/>
          </p:nvSpPr>
          <p:spPr>
            <a:xfrm flipH="1" rot="-157512">
              <a:off x="7863600" y="-477589"/>
              <a:ext cx="650167" cy="721114"/>
            </a:xfrm>
            <a:custGeom>
              <a:rect b="b" l="l" r="r" t="t"/>
              <a:pathLst>
                <a:path extrusionOk="0" fill="none" h="28846" w="26008">
                  <a:moveTo>
                    <a:pt x="26008" y="20743"/>
                  </a:moveTo>
                  <a:lnTo>
                    <a:pt x="24980" y="6321"/>
                  </a:lnTo>
                  <a:lnTo>
                    <a:pt x="11975" y="1"/>
                  </a:lnTo>
                  <a:lnTo>
                    <a:pt x="0" y="8103"/>
                  </a:lnTo>
                  <a:lnTo>
                    <a:pt x="1028" y="22525"/>
                  </a:lnTo>
                  <a:lnTo>
                    <a:pt x="14032"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4" name="Google Shape;854;p23"/>
            <p:cNvSpPr/>
            <p:nvPr/>
          </p:nvSpPr>
          <p:spPr>
            <a:xfrm flipH="1" rot="-157512">
              <a:off x="7237690" y="-493444"/>
              <a:ext cx="650217" cy="721114"/>
            </a:xfrm>
            <a:custGeom>
              <a:rect b="b" l="l" r="r" t="t"/>
              <a:pathLst>
                <a:path extrusionOk="0" fill="none" h="28846" w="26010">
                  <a:moveTo>
                    <a:pt x="26010" y="20743"/>
                  </a:moveTo>
                  <a:lnTo>
                    <a:pt x="24981" y="6321"/>
                  </a:lnTo>
                  <a:lnTo>
                    <a:pt x="11976" y="0"/>
                  </a:lnTo>
                  <a:lnTo>
                    <a:pt x="1" y="8102"/>
                  </a:lnTo>
                  <a:lnTo>
                    <a:pt x="1029" y="22524"/>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5" name="Google Shape;855;p23"/>
            <p:cNvSpPr/>
            <p:nvPr/>
          </p:nvSpPr>
          <p:spPr>
            <a:xfrm flipH="1" rot="-157512">
              <a:off x="8788681" y="88254"/>
              <a:ext cx="650192" cy="721064"/>
            </a:xfrm>
            <a:custGeom>
              <a:rect b="b" l="l" r="r" t="t"/>
              <a:pathLst>
                <a:path extrusionOk="0" fill="none" h="28844" w="26009">
                  <a:moveTo>
                    <a:pt x="26009" y="20743"/>
                  </a:moveTo>
                  <a:lnTo>
                    <a:pt x="24981" y="6320"/>
                  </a:lnTo>
                  <a:lnTo>
                    <a:pt x="11976" y="0"/>
                  </a:lnTo>
                  <a:lnTo>
                    <a:pt x="1" y="8101"/>
                  </a:lnTo>
                  <a:lnTo>
                    <a:pt x="1029" y="22523"/>
                  </a:lnTo>
                  <a:lnTo>
                    <a:pt x="14033" y="28844"/>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6" name="Google Shape;856;p23"/>
            <p:cNvSpPr/>
            <p:nvPr/>
          </p:nvSpPr>
          <p:spPr>
            <a:xfrm flipH="1" rot="-157512">
              <a:off x="8162796" y="72374"/>
              <a:ext cx="650192" cy="721114"/>
            </a:xfrm>
            <a:custGeom>
              <a:rect b="b" l="l" r="r" t="t"/>
              <a:pathLst>
                <a:path extrusionOk="0" fill="none" h="28846" w="26009">
                  <a:moveTo>
                    <a:pt x="26008" y="20743"/>
                  </a:moveTo>
                  <a:lnTo>
                    <a:pt x="24980" y="6321"/>
                  </a:lnTo>
                  <a:lnTo>
                    <a:pt x="11976" y="1"/>
                  </a:lnTo>
                  <a:lnTo>
                    <a:pt x="1" y="8102"/>
                  </a:lnTo>
                  <a:lnTo>
                    <a:pt x="1029" y="22525"/>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7" name="Google Shape;857;p23"/>
            <p:cNvSpPr/>
            <p:nvPr/>
          </p:nvSpPr>
          <p:spPr>
            <a:xfrm flipH="1" rot="-157512">
              <a:off x="9087877" y="638193"/>
              <a:ext cx="650192" cy="721089"/>
            </a:xfrm>
            <a:custGeom>
              <a:rect b="b" l="l" r="r" t="t"/>
              <a:pathLst>
                <a:path extrusionOk="0" fill="none" h="28845" w="26009">
                  <a:moveTo>
                    <a:pt x="26008" y="20744"/>
                  </a:moveTo>
                  <a:lnTo>
                    <a:pt x="24980" y="6321"/>
                  </a:lnTo>
                  <a:lnTo>
                    <a:pt x="11976" y="0"/>
                  </a:lnTo>
                  <a:lnTo>
                    <a:pt x="0" y="8102"/>
                  </a:lnTo>
                  <a:lnTo>
                    <a:pt x="1028" y="22524"/>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8" name="Google Shape;858;p23"/>
            <p:cNvSpPr/>
            <p:nvPr/>
          </p:nvSpPr>
          <p:spPr>
            <a:xfrm flipH="1" rot="-157512">
              <a:off x="7525463" y="193693"/>
              <a:ext cx="57047" cy="57047"/>
            </a:xfrm>
            <a:custGeom>
              <a:rect b="b" l="l" r="r" t="t"/>
              <a:pathLst>
                <a:path extrusionOk="0" h="2282" w="2282">
                  <a:moveTo>
                    <a:pt x="1140" y="0"/>
                  </a:moveTo>
                  <a:cubicBezTo>
                    <a:pt x="511" y="0"/>
                    <a:pt x="0" y="511"/>
                    <a:pt x="0" y="1141"/>
                  </a:cubicBezTo>
                  <a:cubicBezTo>
                    <a:pt x="0" y="1771"/>
                    <a:pt x="510" y="2281"/>
                    <a:pt x="1140" y="2281"/>
                  </a:cubicBezTo>
                  <a:cubicBezTo>
                    <a:pt x="1771" y="2281"/>
                    <a:pt x="2281" y="1771"/>
                    <a:pt x="2281" y="1141"/>
                  </a:cubicBezTo>
                  <a:cubicBezTo>
                    <a:pt x="2281" y="511"/>
                    <a:pt x="1771" y="0"/>
                    <a:pt x="114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9" name="Google Shape;859;p23"/>
            <p:cNvSpPr/>
            <p:nvPr/>
          </p:nvSpPr>
          <p:spPr>
            <a:xfrm flipH="1" rot="-157512">
              <a:off x="9076066" y="781639"/>
              <a:ext cx="57072" cy="57047"/>
            </a:xfrm>
            <a:custGeom>
              <a:rect b="b" l="l" r="r" t="t"/>
              <a:pathLst>
                <a:path extrusionOk="0" h="2282" w="2283">
                  <a:moveTo>
                    <a:pt x="1141" y="1"/>
                  </a:moveTo>
                  <a:cubicBezTo>
                    <a:pt x="511" y="1"/>
                    <a:pt x="0" y="511"/>
                    <a:pt x="0" y="1141"/>
                  </a:cubicBezTo>
                  <a:cubicBezTo>
                    <a:pt x="0" y="1771"/>
                    <a:pt x="511" y="2282"/>
                    <a:pt x="1141" y="2282"/>
                  </a:cubicBezTo>
                  <a:cubicBezTo>
                    <a:pt x="1771" y="2282"/>
                    <a:pt x="2282" y="1771"/>
                    <a:pt x="2282" y="1141"/>
                  </a:cubicBezTo>
                  <a:cubicBezTo>
                    <a:pt x="2282" y="511"/>
                    <a:pt x="1771" y="1"/>
                    <a:pt x="114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0" name="Google Shape;860;p23"/>
            <p:cNvSpPr/>
            <p:nvPr/>
          </p:nvSpPr>
          <p:spPr>
            <a:xfrm flipH="1" rot="-157512">
              <a:off x="9692804" y="1158867"/>
              <a:ext cx="57072" cy="57047"/>
            </a:xfrm>
            <a:custGeom>
              <a:rect b="b" l="l" r="r" t="t"/>
              <a:pathLst>
                <a:path extrusionOk="0" h="2282" w="2283">
                  <a:moveTo>
                    <a:pt x="1141" y="0"/>
                  </a:moveTo>
                  <a:cubicBezTo>
                    <a:pt x="511" y="0"/>
                    <a:pt x="0" y="510"/>
                    <a:pt x="0" y="1140"/>
                  </a:cubicBezTo>
                  <a:cubicBezTo>
                    <a:pt x="0" y="1770"/>
                    <a:pt x="511" y="2281"/>
                    <a:pt x="1141" y="2281"/>
                  </a:cubicBezTo>
                  <a:cubicBezTo>
                    <a:pt x="1771" y="2281"/>
                    <a:pt x="2282" y="1770"/>
                    <a:pt x="2282" y="1140"/>
                  </a:cubicBezTo>
                  <a:cubicBezTo>
                    <a:pt x="2282" y="510"/>
                    <a:pt x="1771" y="0"/>
                    <a:pt x="114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61" name="Google Shape;861;p23"/>
          <p:cNvGrpSpPr/>
          <p:nvPr/>
        </p:nvGrpSpPr>
        <p:grpSpPr>
          <a:xfrm flipH="1">
            <a:off x="7421542" y="4092619"/>
            <a:ext cx="2532725" cy="1881750"/>
            <a:chOff x="7221517" y="-507956"/>
            <a:chExt cx="2532725" cy="1881750"/>
          </a:xfrm>
        </p:grpSpPr>
        <p:sp>
          <p:nvSpPr>
            <p:cNvPr id="862" name="Google Shape;862;p23"/>
            <p:cNvSpPr/>
            <p:nvPr/>
          </p:nvSpPr>
          <p:spPr>
            <a:xfrm flipH="1" rot="-157512">
              <a:off x="8467712" y="47987"/>
              <a:ext cx="57072" cy="57047"/>
            </a:xfrm>
            <a:custGeom>
              <a:rect b="b" l="l" r="r" t="t"/>
              <a:pathLst>
                <a:path extrusionOk="0" h="2282" w="2283">
                  <a:moveTo>
                    <a:pt x="1141" y="1"/>
                  </a:moveTo>
                  <a:cubicBezTo>
                    <a:pt x="511" y="1"/>
                    <a:pt x="0" y="512"/>
                    <a:pt x="0" y="1142"/>
                  </a:cubicBezTo>
                  <a:cubicBezTo>
                    <a:pt x="0" y="1771"/>
                    <a:pt x="511" y="2282"/>
                    <a:pt x="1141" y="2282"/>
                  </a:cubicBezTo>
                  <a:cubicBezTo>
                    <a:pt x="1771" y="2282"/>
                    <a:pt x="2282" y="1771"/>
                    <a:pt x="2282" y="1142"/>
                  </a:cubicBezTo>
                  <a:cubicBezTo>
                    <a:pt x="2282" y="512"/>
                    <a:pt x="1771" y="1"/>
                    <a:pt x="114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3" name="Google Shape;863;p23"/>
            <p:cNvSpPr/>
            <p:nvPr/>
          </p:nvSpPr>
          <p:spPr>
            <a:xfrm flipH="1" rot="-157512">
              <a:off x="8489459" y="-461709"/>
              <a:ext cx="650192" cy="721064"/>
            </a:xfrm>
            <a:custGeom>
              <a:rect b="b" l="l" r="r" t="t"/>
              <a:pathLst>
                <a:path extrusionOk="0" fill="none" h="28844" w="26009">
                  <a:moveTo>
                    <a:pt x="26008" y="20743"/>
                  </a:moveTo>
                  <a:lnTo>
                    <a:pt x="24980" y="6321"/>
                  </a:lnTo>
                  <a:lnTo>
                    <a:pt x="11976" y="0"/>
                  </a:lnTo>
                  <a:lnTo>
                    <a:pt x="0" y="8101"/>
                  </a:lnTo>
                  <a:lnTo>
                    <a:pt x="1028" y="22524"/>
                  </a:lnTo>
                  <a:lnTo>
                    <a:pt x="14033" y="28844"/>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4" name="Google Shape;864;p23"/>
            <p:cNvSpPr/>
            <p:nvPr/>
          </p:nvSpPr>
          <p:spPr>
            <a:xfrm flipH="1" rot="-157512">
              <a:off x="7863600" y="-477589"/>
              <a:ext cx="650167" cy="721114"/>
            </a:xfrm>
            <a:custGeom>
              <a:rect b="b" l="l" r="r" t="t"/>
              <a:pathLst>
                <a:path extrusionOk="0" fill="none" h="28846" w="26008">
                  <a:moveTo>
                    <a:pt x="26008" y="20743"/>
                  </a:moveTo>
                  <a:lnTo>
                    <a:pt x="24980" y="6321"/>
                  </a:lnTo>
                  <a:lnTo>
                    <a:pt x="11975" y="1"/>
                  </a:lnTo>
                  <a:lnTo>
                    <a:pt x="0" y="8103"/>
                  </a:lnTo>
                  <a:lnTo>
                    <a:pt x="1028" y="22525"/>
                  </a:lnTo>
                  <a:lnTo>
                    <a:pt x="14032"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5" name="Google Shape;865;p23"/>
            <p:cNvSpPr/>
            <p:nvPr/>
          </p:nvSpPr>
          <p:spPr>
            <a:xfrm flipH="1" rot="-157512">
              <a:off x="7237690" y="-493444"/>
              <a:ext cx="650217" cy="721114"/>
            </a:xfrm>
            <a:custGeom>
              <a:rect b="b" l="l" r="r" t="t"/>
              <a:pathLst>
                <a:path extrusionOk="0" fill="none" h="28846" w="26010">
                  <a:moveTo>
                    <a:pt x="26010" y="20743"/>
                  </a:moveTo>
                  <a:lnTo>
                    <a:pt x="24981" y="6321"/>
                  </a:lnTo>
                  <a:lnTo>
                    <a:pt x="11976" y="0"/>
                  </a:lnTo>
                  <a:lnTo>
                    <a:pt x="1" y="8102"/>
                  </a:lnTo>
                  <a:lnTo>
                    <a:pt x="1029" y="22524"/>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6" name="Google Shape;866;p23"/>
            <p:cNvSpPr/>
            <p:nvPr/>
          </p:nvSpPr>
          <p:spPr>
            <a:xfrm flipH="1" rot="-157512">
              <a:off x="8788681" y="88254"/>
              <a:ext cx="650192" cy="721064"/>
            </a:xfrm>
            <a:custGeom>
              <a:rect b="b" l="l" r="r" t="t"/>
              <a:pathLst>
                <a:path extrusionOk="0" fill="none" h="28844" w="26009">
                  <a:moveTo>
                    <a:pt x="26009" y="20743"/>
                  </a:moveTo>
                  <a:lnTo>
                    <a:pt x="24981" y="6320"/>
                  </a:lnTo>
                  <a:lnTo>
                    <a:pt x="11976" y="0"/>
                  </a:lnTo>
                  <a:lnTo>
                    <a:pt x="1" y="8101"/>
                  </a:lnTo>
                  <a:lnTo>
                    <a:pt x="1029" y="22523"/>
                  </a:lnTo>
                  <a:lnTo>
                    <a:pt x="14033" y="28844"/>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7" name="Google Shape;867;p23"/>
            <p:cNvSpPr/>
            <p:nvPr/>
          </p:nvSpPr>
          <p:spPr>
            <a:xfrm flipH="1" rot="-157512">
              <a:off x="8162796" y="72374"/>
              <a:ext cx="650192" cy="721114"/>
            </a:xfrm>
            <a:custGeom>
              <a:rect b="b" l="l" r="r" t="t"/>
              <a:pathLst>
                <a:path extrusionOk="0" fill="none" h="28846" w="26009">
                  <a:moveTo>
                    <a:pt x="26008" y="20743"/>
                  </a:moveTo>
                  <a:lnTo>
                    <a:pt x="24980" y="6321"/>
                  </a:lnTo>
                  <a:lnTo>
                    <a:pt x="11976" y="1"/>
                  </a:lnTo>
                  <a:lnTo>
                    <a:pt x="1" y="8102"/>
                  </a:lnTo>
                  <a:lnTo>
                    <a:pt x="1029" y="22525"/>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8" name="Google Shape;868;p23"/>
            <p:cNvSpPr/>
            <p:nvPr/>
          </p:nvSpPr>
          <p:spPr>
            <a:xfrm flipH="1" rot="-157512">
              <a:off x="9087877" y="638193"/>
              <a:ext cx="650192" cy="721089"/>
            </a:xfrm>
            <a:custGeom>
              <a:rect b="b" l="l" r="r" t="t"/>
              <a:pathLst>
                <a:path extrusionOk="0" fill="none" h="28845" w="26009">
                  <a:moveTo>
                    <a:pt x="26008" y="20744"/>
                  </a:moveTo>
                  <a:lnTo>
                    <a:pt x="24980" y="6321"/>
                  </a:lnTo>
                  <a:lnTo>
                    <a:pt x="11976" y="0"/>
                  </a:lnTo>
                  <a:lnTo>
                    <a:pt x="0" y="8102"/>
                  </a:lnTo>
                  <a:lnTo>
                    <a:pt x="1028" y="22524"/>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9" name="Google Shape;869;p23"/>
            <p:cNvSpPr/>
            <p:nvPr/>
          </p:nvSpPr>
          <p:spPr>
            <a:xfrm flipH="1" rot="-157512">
              <a:off x="7525463" y="193693"/>
              <a:ext cx="57047" cy="57047"/>
            </a:xfrm>
            <a:custGeom>
              <a:rect b="b" l="l" r="r" t="t"/>
              <a:pathLst>
                <a:path extrusionOk="0" h="2282" w="2282">
                  <a:moveTo>
                    <a:pt x="1140" y="0"/>
                  </a:moveTo>
                  <a:cubicBezTo>
                    <a:pt x="511" y="0"/>
                    <a:pt x="0" y="511"/>
                    <a:pt x="0" y="1141"/>
                  </a:cubicBezTo>
                  <a:cubicBezTo>
                    <a:pt x="0" y="1771"/>
                    <a:pt x="510" y="2281"/>
                    <a:pt x="1140" y="2281"/>
                  </a:cubicBezTo>
                  <a:cubicBezTo>
                    <a:pt x="1771" y="2281"/>
                    <a:pt x="2281" y="1771"/>
                    <a:pt x="2281" y="1141"/>
                  </a:cubicBezTo>
                  <a:cubicBezTo>
                    <a:pt x="2281" y="511"/>
                    <a:pt x="1771" y="0"/>
                    <a:pt x="114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0" name="Google Shape;870;p23"/>
            <p:cNvSpPr/>
            <p:nvPr/>
          </p:nvSpPr>
          <p:spPr>
            <a:xfrm flipH="1" rot="-157512">
              <a:off x="9076066" y="781639"/>
              <a:ext cx="57072" cy="57047"/>
            </a:xfrm>
            <a:custGeom>
              <a:rect b="b" l="l" r="r" t="t"/>
              <a:pathLst>
                <a:path extrusionOk="0" h="2282" w="2283">
                  <a:moveTo>
                    <a:pt x="1141" y="1"/>
                  </a:moveTo>
                  <a:cubicBezTo>
                    <a:pt x="511" y="1"/>
                    <a:pt x="0" y="511"/>
                    <a:pt x="0" y="1141"/>
                  </a:cubicBezTo>
                  <a:cubicBezTo>
                    <a:pt x="0" y="1771"/>
                    <a:pt x="511" y="2282"/>
                    <a:pt x="1141" y="2282"/>
                  </a:cubicBezTo>
                  <a:cubicBezTo>
                    <a:pt x="1771" y="2282"/>
                    <a:pt x="2282" y="1771"/>
                    <a:pt x="2282" y="1141"/>
                  </a:cubicBezTo>
                  <a:cubicBezTo>
                    <a:pt x="2282" y="511"/>
                    <a:pt x="1771" y="1"/>
                    <a:pt x="114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1" name="Google Shape;871;p23"/>
            <p:cNvSpPr/>
            <p:nvPr/>
          </p:nvSpPr>
          <p:spPr>
            <a:xfrm flipH="1" rot="-157512">
              <a:off x="9692804" y="1158867"/>
              <a:ext cx="57072" cy="57047"/>
            </a:xfrm>
            <a:custGeom>
              <a:rect b="b" l="l" r="r" t="t"/>
              <a:pathLst>
                <a:path extrusionOk="0" h="2282" w="2283">
                  <a:moveTo>
                    <a:pt x="1141" y="0"/>
                  </a:moveTo>
                  <a:cubicBezTo>
                    <a:pt x="511" y="0"/>
                    <a:pt x="0" y="510"/>
                    <a:pt x="0" y="1140"/>
                  </a:cubicBezTo>
                  <a:cubicBezTo>
                    <a:pt x="0" y="1770"/>
                    <a:pt x="511" y="2281"/>
                    <a:pt x="1141" y="2281"/>
                  </a:cubicBezTo>
                  <a:cubicBezTo>
                    <a:pt x="1771" y="2281"/>
                    <a:pt x="2282" y="1770"/>
                    <a:pt x="2282" y="1140"/>
                  </a:cubicBezTo>
                  <a:cubicBezTo>
                    <a:pt x="2282" y="510"/>
                    <a:pt x="1771" y="0"/>
                    <a:pt x="114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CUSTOM_7">
    <p:spTree>
      <p:nvGrpSpPr>
        <p:cNvPr id="872" name="Shape 872"/>
        <p:cNvGrpSpPr/>
        <p:nvPr/>
      </p:nvGrpSpPr>
      <p:grpSpPr>
        <a:xfrm>
          <a:off x="0" y="0"/>
          <a:ext cx="0" cy="0"/>
          <a:chOff x="0" y="0"/>
          <a:chExt cx="0" cy="0"/>
        </a:xfrm>
      </p:grpSpPr>
      <p:pic>
        <p:nvPicPr>
          <p:cNvPr id="873" name="Google Shape;873;p24"/>
          <p:cNvPicPr preferRelativeResize="0"/>
          <p:nvPr/>
        </p:nvPicPr>
        <p:blipFill rotWithShape="1">
          <a:blip r:embed="rId2">
            <a:alphaModFix/>
          </a:blip>
          <a:srcRect b="4591" l="24331" r="23342" t="5721"/>
          <a:stretch/>
        </p:blipFill>
        <p:spPr>
          <a:xfrm rot="2268302">
            <a:off x="7595262" y="-436051"/>
            <a:ext cx="1857374" cy="1790699"/>
          </a:xfrm>
          <a:prstGeom prst="rect">
            <a:avLst/>
          </a:prstGeom>
          <a:noFill/>
          <a:ln>
            <a:noFill/>
          </a:ln>
        </p:spPr>
      </p:pic>
      <p:sp>
        <p:nvSpPr>
          <p:cNvPr id="874" name="Google Shape;874;p24"/>
          <p:cNvSpPr txBox="1"/>
          <p:nvPr>
            <p:ph type="title"/>
          </p:nvPr>
        </p:nvSpPr>
        <p:spPr>
          <a:xfrm>
            <a:off x="720000" y="539500"/>
            <a:ext cx="77040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200"/>
              <a:buNone/>
              <a:defRPr/>
            </a:lvl1pPr>
            <a:lvl2pPr lvl="1" rtl="0">
              <a:spcBef>
                <a:spcPts val="0"/>
              </a:spcBef>
              <a:spcAft>
                <a:spcPts val="0"/>
              </a:spcAft>
              <a:buSzPts val="3200"/>
              <a:buNone/>
              <a:defRPr/>
            </a:lvl2pPr>
            <a:lvl3pPr lvl="2" rtl="0">
              <a:spcBef>
                <a:spcPts val="0"/>
              </a:spcBef>
              <a:spcAft>
                <a:spcPts val="0"/>
              </a:spcAft>
              <a:buSzPts val="3200"/>
              <a:buNone/>
              <a:defRPr/>
            </a:lvl3pPr>
            <a:lvl4pPr lvl="3" rtl="0">
              <a:spcBef>
                <a:spcPts val="0"/>
              </a:spcBef>
              <a:spcAft>
                <a:spcPts val="0"/>
              </a:spcAft>
              <a:buSzPts val="3200"/>
              <a:buNone/>
              <a:defRPr/>
            </a:lvl4pPr>
            <a:lvl5pPr lvl="4" rtl="0">
              <a:spcBef>
                <a:spcPts val="0"/>
              </a:spcBef>
              <a:spcAft>
                <a:spcPts val="0"/>
              </a:spcAft>
              <a:buSzPts val="3200"/>
              <a:buNone/>
              <a:defRPr/>
            </a:lvl5pPr>
            <a:lvl6pPr lvl="5" rtl="0">
              <a:spcBef>
                <a:spcPts val="0"/>
              </a:spcBef>
              <a:spcAft>
                <a:spcPts val="0"/>
              </a:spcAft>
              <a:buSzPts val="3200"/>
              <a:buNone/>
              <a:defRPr/>
            </a:lvl6pPr>
            <a:lvl7pPr lvl="6" rtl="0">
              <a:spcBef>
                <a:spcPts val="0"/>
              </a:spcBef>
              <a:spcAft>
                <a:spcPts val="0"/>
              </a:spcAft>
              <a:buSzPts val="3200"/>
              <a:buNone/>
              <a:defRPr/>
            </a:lvl7pPr>
            <a:lvl8pPr lvl="7" rtl="0">
              <a:spcBef>
                <a:spcPts val="0"/>
              </a:spcBef>
              <a:spcAft>
                <a:spcPts val="0"/>
              </a:spcAft>
              <a:buSzPts val="3200"/>
              <a:buNone/>
              <a:defRPr/>
            </a:lvl8pPr>
            <a:lvl9pPr lvl="8" rtl="0">
              <a:spcBef>
                <a:spcPts val="0"/>
              </a:spcBef>
              <a:spcAft>
                <a:spcPts val="0"/>
              </a:spcAft>
              <a:buSzPts val="3200"/>
              <a:buNone/>
              <a:defRPr/>
            </a:lvl9pPr>
          </a:lstStyle>
          <a:p/>
        </p:txBody>
      </p:sp>
      <p:sp>
        <p:nvSpPr>
          <p:cNvPr id="875" name="Google Shape;875;p24"/>
          <p:cNvSpPr txBox="1"/>
          <p:nvPr>
            <p:ph idx="1" type="subTitle"/>
          </p:nvPr>
        </p:nvSpPr>
        <p:spPr>
          <a:xfrm>
            <a:off x="1110205" y="2193175"/>
            <a:ext cx="1986000" cy="484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876" name="Google Shape;876;p24"/>
          <p:cNvSpPr txBox="1"/>
          <p:nvPr>
            <p:ph idx="2" type="subTitle"/>
          </p:nvPr>
        </p:nvSpPr>
        <p:spPr>
          <a:xfrm>
            <a:off x="3580050" y="2193175"/>
            <a:ext cx="1986000" cy="484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877" name="Google Shape;877;p24"/>
          <p:cNvSpPr txBox="1"/>
          <p:nvPr>
            <p:ph idx="3" type="subTitle"/>
          </p:nvPr>
        </p:nvSpPr>
        <p:spPr>
          <a:xfrm>
            <a:off x="1110205" y="3702775"/>
            <a:ext cx="1986000" cy="484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878" name="Google Shape;878;p24"/>
          <p:cNvSpPr txBox="1"/>
          <p:nvPr>
            <p:ph idx="4" type="subTitle"/>
          </p:nvPr>
        </p:nvSpPr>
        <p:spPr>
          <a:xfrm>
            <a:off x="3580050" y="3702775"/>
            <a:ext cx="1986000" cy="484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879" name="Google Shape;879;p24"/>
          <p:cNvSpPr txBox="1"/>
          <p:nvPr>
            <p:ph idx="5" type="subTitle"/>
          </p:nvPr>
        </p:nvSpPr>
        <p:spPr>
          <a:xfrm>
            <a:off x="6049895" y="2193175"/>
            <a:ext cx="1986000" cy="484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880" name="Google Shape;880;p24"/>
          <p:cNvSpPr txBox="1"/>
          <p:nvPr>
            <p:ph idx="6" type="subTitle"/>
          </p:nvPr>
        </p:nvSpPr>
        <p:spPr>
          <a:xfrm>
            <a:off x="6049895" y="3702775"/>
            <a:ext cx="1986000" cy="484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881" name="Google Shape;881;p24"/>
          <p:cNvSpPr txBox="1"/>
          <p:nvPr>
            <p:ph idx="7" type="subTitle"/>
          </p:nvPr>
        </p:nvSpPr>
        <p:spPr>
          <a:xfrm>
            <a:off x="1111105" y="1735963"/>
            <a:ext cx="1984200" cy="4572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Bebas Neue"/>
              <a:buNone/>
              <a:defRPr sz="2100">
                <a:solidFill>
                  <a:schemeClr val="dk1"/>
                </a:solidFill>
                <a:latin typeface="Montserrat Black"/>
                <a:ea typeface="Montserrat Black"/>
                <a:cs typeface="Montserrat Black"/>
                <a:sym typeface="Montserrat Black"/>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882" name="Google Shape;882;p24"/>
          <p:cNvSpPr txBox="1"/>
          <p:nvPr>
            <p:ph idx="8" type="subTitle"/>
          </p:nvPr>
        </p:nvSpPr>
        <p:spPr>
          <a:xfrm>
            <a:off x="3580950" y="1735963"/>
            <a:ext cx="1984200" cy="4572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Bebas Neue"/>
              <a:buNone/>
              <a:defRPr sz="2100">
                <a:solidFill>
                  <a:schemeClr val="dk1"/>
                </a:solidFill>
                <a:latin typeface="Montserrat Black"/>
                <a:ea typeface="Montserrat Black"/>
                <a:cs typeface="Montserrat Black"/>
                <a:sym typeface="Montserrat Black"/>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883" name="Google Shape;883;p24"/>
          <p:cNvSpPr txBox="1"/>
          <p:nvPr>
            <p:ph idx="9" type="subTitle"/>
          </p:nvPr>
        </p:nvSpPr>
        <p:spPr>
          <a:xfrm>
            <a:off x="6050795" y="1735963"/>
            <a:ext cx="1984200" cy="4572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Bebas Neue"/>
              <a:buNone/>
              <a:defRPr sz="2100">
                <a:solidFill>
                  <a:schemeClr val="dk1"/>
                </a:solidFill>
                <a:latin typeface="Montserrat Black"/>
                <a:ea typeface="Montserrat Black"/>
                <a:cs typeface="Montserrat Black"/>
                <a:sym typeface="Montserrat Black"/>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884" name="Google Shape;884;p24"/>
          <p:cNvSpPr txBox="1"/>
          <p:nvPr>
            <p:ph idx="13" type="subTitle"/>
          </p:nvPr>
        </p:nvSpPr>
        <p:spPr>
          <a:xfrm>
            <a:off x="1111105" y="3245575"/>
            <a:ext cx="1984200" cy="4572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Bebas Neue"/>
              <a:buNone/>
              <a:defRPr sz="2100">
                <a:solidFill>
                  <a:schemeClr val="dk1"/>
                </a:solidFill>
                <a:latin typeface="Montserrat Black"/>
                <a:ea typeface="Montserrat Black"/>
                <a:cs typeface="Montserrat Black"/>
                <a:sym typeface="Montserrat Black"/>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885" name="Google Shape;885;p24"/>
          <p:cNvSpPr txBox="1"/>
          <p:nvPr>
            <p:ph idx="14" type="subTitle"/>
          </p:nvPr>
        </p:nvSpPr>
        <p:spPr>
          <a:xfrm>
            <a:off x="3580950" y="3245575"/>
            <a:ext cx="1984200" cy="4572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Bebas Neue"/>
              <a:buNone/>
              <a:defRPr sz="2100">
                <a:solidFill>
                  <a:schemeClr val="dk1"/>
                </a:solidFill>
                <a:latin typeface="Montserrat Black"/>
                <a:ea typeface="Montserrat Black"/>
                <a:cs typeface="Montserrat Black"/>
                <a:sym typeface="Montserrat Black"/>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886" name="Google Shape;886;p24"/>
          <p:cNvSpPr txBox="1"/>
          <p:nvPr>
            <p:ph idx="15" type="subTitle"/>
          </p:nvPr>
        </p:nvSpPr>
        <p:spPr>
          <a:xfrm>
            <a:off x="6050795" y="3245575"/>
            <a:ext cx="1984200" cy="4572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Bebas Neue"/>
              <a:buNone/>
              <a:defRPr sz="2100">
                <a:solidFill>
                  <a:schemeClr val="dk1"/>
                </a:solidFill>
                <a:latin typeface="Montserrat Black"/>
                <a:ea typeface="Montserrat Black"/>
                <a:cs typeface="Montserrat Black"/>
                <a:sym typeface="Montserrat Black"/>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grpSp>
        <p:nvGrpSpPr>
          <p:cNvPr id="887" name="Google Shape;887;p24"/>
          <p:cNvGrpSpPr/>
          <p:nvPr/>
        </p:nvGrpSpPr>
        <p:grpSpPr>
          <a:xfrm flipH="1">
            <a:off x="-884258" y="-507956"/>
            <a:ext cx="2532725" cy="1881750"/>
            <a:chOff x="7221517" y="-507956"/>
            <a:chExt cx="2532725" cy="1881750"/>
          </a:xfrm>
        </p:grpSpPr>
        <p:sp>
          <p:nvSpPr>
            <p:cNvPr id="888" name="Google Shape;888;p24"/>
            <p:cNvSpPr/>
            <p:nvPr/>
          </p:nvSpPr>
          <p:spPr>
            <a:xfrm flipH="1" rot="-157512">
              <a:off x="8467712" y="47987"/>
              <a:ext cx="57072" cy="57047"/>
            </a:xfrm>
            <a:custGeom>
              <a:rect b="b" l="l" r="r" t="t"/>
              <a:pathLst>
                <a:path extrusionOk="0" h="2282" w="2283">
                  <a:moveTo>
                    <a:pt x="1141" y="1"/>
                  </a:moveTo>
                  <a:cubicBezTo>
                    <a:pt x="511" y="1"/>
                    <a:pt x="0" y="512"/>
                    <a:pt x="0" y="1142"/>
                  </a:cubicBezTo>
                  <a:cubicBezTo>
                    <a:pt x="0" y="1771"/>
                    <a:pt x="511" y="2282"/>
                    <a:pt x="1141" y="2282"/>
                  </a:cubicBezTo>
                  <a:cubicBezTo>
                    <a:pt x="1771" y="2282"/>
                    <a:pt x="2282" y="1771"/>
                    <a:pt x="2282" y="1142"/>
                  </a:cubicBezTo>
                  <a:cubicBezTo>
                    <a:pt x="2282" y="512"/>
                    <a:pt x="1771" y="1"/>
                    <a:pt x="114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9" name="Google Shape;889;p24"/>
            <p:cNvSpPr/>
            <p:nvPr/>
          </p:nvSpPr>
          <p:spPr>
            <a:xfrm flipH="1" rot="-157512">
              <a:off x="8489459" y="-461709"/>
              <a:ext cx="650192" cy="721064"/>
            </a:xfrm>
            <a:custGeom>
              <a:rect b="b" l="l" r="r" t="t"/>
              <a:pathLst>
                <a:path extrusionOk="0" fill="none" h="28844" w="26009">
                  <a:moveTo>
                    <a:pt x="26008" y="20743"/>
                  </a:moveTo>
                  <a:lnTo>
                    <a:pt x="24980" y="6321"/>
                  </a:lnTo>
                  <a:lnTo>
                    <a:pt x="11976" y="0"/>
                  </a:lnTo>
                  <a:lnTo>
                    <a:pt x="0" y="8101"/>
                  </a:lnTo>
                  <a:lnTo>
                    <a:pt x="1028" y="22524"/>
                  </a:lnTo>
                  <a:lnTo>
                    <a:pt x="14033" y="28844"/>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0" name="Google Shape;890;p24"/>
            <p:cNvSpPr/>
            <p:nvPr/>
          </p:nvSpPr>
          <p:spPr>
            <a:xfrm flipH="1" rot="-157512">
              <a:off x="7863600" y="-477589"/>
              <a:ext cx="650167" cy="721114"/>
            </a:xfrm>
            <a:custGeom>
              <a:rect b="b" l="l" r="r" t="t"/>
              <a:pathLst>
                <a:path extrusionOk="0" fill="none" h="28846" w="26008">
                  <a:moveTo>
                    <a:pt x="26008" y="20743"/>
                  </a:moveTo>
                  <a:lnTo>
                    <a:pt x="24980" y="6321"/>
                  </a:lnTo>
                  <a:lnTo>
                    <a:pt x="11975" y="1"/>
                  </a:lnTo>
                  <a:lnTo>
                    <a:pt x="0" y="8103"/>
                  </a:lnTo>
                  <a:lnTo>
                    <a:pt x="1028" y="22525"/>
                  </a:lnTo>
                  <a:lnTo>
                    <a:pt x="14032"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1" name="Google Shape;891;p24"/>
            <p:cNvSpPr/>
            <p:nvPr/>
          </p:nvSpPr>
          <p:spPr>
            <a:xfrm flipH="1" rot="-157512">
              <a:off x="7237690" y="-493444"/>
              <a:ext cx="650217" cy="721114"/>
            </a:xfrm>
            <a:custGeom>
              <a:rect b="b" l="l" r="r" t="t"/>
              <a:pathLst>
                <a:path extrusionOk="0" fill="none" h="28846" w="26010">
                  <a:moveTo>
                    <a:pt x="26010" y="20743"/>
                  </a:moveTo>
                  <a:lnTo>
                    <a:pt x="24981" y="6321"/>
                  </a:lnTo>
                  <a:lnTo>
                    <a:pt x="11976" y="0"/>
                  </a:lnTo>
                  <a:lnTo>
                    <a:pt x="1" y="8102"/>
                  </a:lnTo>
                  <a:lnTo>
                    <a:pt x="1029" y="22524"/>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2" name="Google Shape;892;p24"/>
            <p:cNvSpPr/>
            <p:nvPr/>
          </p:nvSpPr>
          <p:spPr>
            <a:xfrm flipH="1" rot="-157512">
              <a:off x="8788681" y="88254"/>
              <a:ext cx="650192" cy="721064"/>
            </a:xfrm>
            <a:custGeom>
              <a:rect b="b" l="l" r="r" t="t"/>
              <a:pathLst>
                <a:path extrusionOk="0" fill="none" h="28844" w="26009">
                  <a:moveTo>
                    <a:pt x="26009" y="20743"/>
                  </a:moveTo>
                  <a:lnTo>
                    <a:pt x="24981" y="6320"/>
                  </a:lnTo>
                  <a:lnTo>
                    <a:pt x="11976" y="0"/>
                  </a:lnTo>
                  <a:lnTo>
                    <a:pt x="1" y="8101"/>
                  </a:lnTo>
                  <a:lnTo>
                    <a:pt x="1029" y="22523"/>
                  </a:lnTo>
                  <a:lnTo>
                    <a:pt x="14033" y="28844"/>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3" name="Google Shape;893;p24"/>
            <p:cNvSpPr/>
            <p:nvPr/>
          </p:nvSpPr>
          <p:spPr>
            <a:xfrm flipH="1" rot="-157512">
              <a:off x="8162796" y="72374"/>
              <a:ext cx="650192" cy="721114"/>
            </a:xfrm>
            <a:custGeom>
              <a:rect b="b" l="l" r="r" t="t"/>
              <a:pathLst>
                <a:path extrusionOk="0" fill="none" h="28846" w="26009">
                  <a:moveTo>
                    <a:pt x="26008" y="20743"/>
                  </a:moveTo>
                  <a:lnTo>
                    <a:pt x="24980" y="6321"/>
                  </a:lnTo>
                  <a:lnTo>
                    <a:pt x="11976" y="1"/>
                  </a:lnTo>
                  <a:lnTo>
                    <a:pt x="1" y="8102"/>
                  </a:lnTo>
                  <a:lnTo>
                    <a:pt x="1029" y="22525"/>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4" name="Google Shape;894;p24"/>
            <p:cNvSpPr/>
            <p:nvPr/>
          </p:nvSpPr>
          <p:spPr>
            <a:xfrm flipH="1" rot="-157512">
              <a:off x="9087877" y="638193"/>
              <a:ext cx="650192" cy="721089"/>
            </a:xfrm>
            <a:custGeom>
              <a:rect b="b" l="l" r="r" t="t"/>
              <a:pathLst>
                <a:path extrusionOk="0" fill="none" h="28845" w="26009">
                  <a:moveTo>
                    <a:pt x="26008" y="20744"/>
                  </a:moveTo>
                  <a:lnTo>
                    <a:pt x="24980" y="6321"/>
                  </a:lnTo>
                  <a:lnTo>
                    <a:pt x="11976" y="0"/>
                  </a:lnTo>
                  <a:lnTo>
                    <a:pt x="0" y="8102"/>
                  </a:lnTo>
                  <a:lnTo>
                    <a:pt x="1028" y="22524"/>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5" name="Google Shape;895;p24"/>
            <p:cNvSpPr/>
            <p:nvPr/>
          </p:nvSpPr>
          <p:spPr>
            <a:xfrm flipH="1" rot="-157512">
              <a:off x="7525463" y="193693"/>
              <a:ext cx="57047" cy="57047"/>
            </a:xfrm>
            <a:custGeom>
              <a:rect b="b" l="l" r="r" t="t"/>
              <a:pathLst>
                <a:path extrusionOk="0" h="2282" w="2282">
                  <a:moveTo>
                    <a:pt x="1140" y="0"/>
                  </a:moveTo>
                  <a:cubicBezTo>
                    <a:pt x="511" y="0"/>
                    <a:pt x="0" y="511"/>
                    <a:pt x="0" y="1141"/>
                  </a:cubicBezTo>
                  <a:cubicBezTo>
                    <a:pt x="0" y="1771"/>
                    <a:pt x="510" y="2281"/>
                    <a:pt x="1140" y="2281"/>
                  </a:cubicBezTo>
                  <a:cubicBezTo>
                    <a:pt x="1771" y="2281"/>
                    <a:pt x="2281" y="1771"/>
                    <a:pt x="2281" y="1141"/>
                  </a:cubicBezTo>
                  <a:cubicBezTo>
                    <a:pt x="2281" y="511"/>
                    <a:pt x="1771" y="0"/>
                    <a:pt x="114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6" name="Google Shape;896;p24"/>
            <p:cNvSpPr/>
            <p:nvPr/>
          </p:nvSpPr>
          <p:spPr>
            <a:xfrm flipH="1" rot="-157512">
              <a:off x="9076066" y="781639"/>
              <a:ext cx="57072" cy="57047"/>
            </a:xfrm>
            <a:custGeom>
              <a:rect b="b" l="l" r="r" t="t"/>
              <a:pathLst>
                <a:path extrusionOk="0" h="2282" w="2283">
                  <a:moveTo>
                    <a:pt x="1141" y="1"/>
                  </a:moveTo>
                  <a:cubicBezTo>
                    <a:pt x="511" y="1"/>
                    <a:pt x="0" y="511"/>
                    <a:pt x="0" y="1141"/>
                  </a:cubicBezTo>
                  <a:cubicBezTo>
                    <a:pt x="0" y="1771"/>
                    <a:pt x="511" y="2282"/>
                    <a:pt x="1141" y="2282"/>
                  </a:cubicBezTo>
                  <a:cubicBezTo>
                    <a:pt x="1771" y="2282"/>
                    <a:pt x="2282" y="1771"/>
                    <a:pt x="2282" y="1141"/>
                  </a:cubicBezTo>
                  <a:cubicBezTo>
                    <a:pt x="2282" y="511"/>
                    <a:pt x="1771" y="1"/>
                    <a:pt x="114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7" name="Google Shape;897;p24"/>
            <p:cNvSpPr/>
            <p:nvPr/>
          </p:nvSpPr>
          <p:spPr>
            <a:xfrm flipH="1" rot="-157512">
              <a:off x="9692804" y="1158867"/>
              <a:ext cx="57072" cy="57047"/>
            </a:xfrm>
            <a:custGeom>
              <a:rect b="b" l="l" r="r" t="t"/>
              <a:pathLst>
                <a:path extrusionOk="0" h="2282" w="2283">
                  <a:moveTo>
                    <a:pt x="1141" y="0"/>
                  </a:moveTo>
                  <a:cubicBezTo>
                    <a:pt x="511" y="0"/>
                    <a:pt x="0" y="510"/>
                    <a:pt x="0" y="1140"/>
                  </a:cubicBezTo>
                  <a:cubicBezTo>
                    <a:pt x="0" y="1770"/>
                    <a:pt x="511" y="2281"/>
                    <a:pt x="1141" y="2281"/>
                  </a:cubicBezTo>
                  <a:cubicBezTo>
                    <a:pt x="1771" y="2281"/>
                    <a:pt x="2282" y="1770"/>
                    <a:pt x="2282" y="1140"/>
                  </a:cubicBezTo>
                  <a:cubicBezTo>
                    <a:pt x="2282" y="510"/>
                    <a:pt x="1771" y="0"/>
                    <a:pt x="114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98" name="Google Shape;898;p24"/>
          <p:cNvGrpSpPr/>
          <p:nvPr/>
        </p:nvGrpSpPr>
        <p:grpSpPr>
          <a:xfrm flipH="1">
            <a:off x="7421542" y="4092619"/>
            <a:ext cx="2532725" cy="1881750"/>
            <a:chOff x="7221517" y="-507956"/>
            <a:chExt cx="2532725" cy="1881750"/>
          </a:xfrm>
        </p:grpSpPr>
        <p:sp>
          <p:nvSpPr>
            <p:cNvPr id="899" name="Google Shape;899;p24"/>
            <p:cNvSpPr/>
            <p:nvPr/>
          </p:nvSpPr>
          <p:spPr>
            <a:xfrm flipH="1" rot="-157512">
              <a:off x="8467712" y="47987"/>
              <a:ext cx="57072" cy="57047"/>
            </a:xfrm>
            <a:custGeom>
              <a:rect b="b" l="l" r="r" t="t"/>
              <a:pathLst>
                <a:path extrusionOk="0" h="2282" w="2283">
                  <a:moveTo>
                    <a:pt x="1141" y="1"/>
                  </a:moveTo>
                  <a:cubicBezTo>
                    <a:pt x="511" y="1"/>
                    <a:pt x="0" y="512"/>
                    <a:pt x="0" y="1142"/>
                  </a:cubicBezTo>
                  <a:cubicBezTo>
                    <a:pt x="0" y="1771"/>
                    <a:pt x="511" y="2282"/>
                    <a:pt x="1141" y="2282"/>
                  </a:cubicBezTo>
                  <a:cubicBezTo>
                    <a:pt x="1771" y="2282"/>
                    <a:pt x="2282" y="1771"/>
                    <a:pt x="2282" y="1142"/>
                  </a:cubicBezTo>
                  <a:cubicBezTo>
                    <a:pt x="2282" y="512"/>
                    <a:pt x="1771" y="1"/>
                    <a:pt x="114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0" name="Google Shape;900;p24"/>
            <p:cNvSpPr/>
            <p:nvPr/>
          </p:nvSpPr>
          <p:spPr>
            <a:xfrm flipH="1" rot="-157512">
              <a:off x="8489459" y="-461709"/>
              <a:ext cx="650192" cy="721064"/>
            </a:xfrm>
            <a:custGeom>
              <a:rect b="b" l="l" r="r" t="t"/>
              <a:pathLst>
                <a:path extrusionOk="0" fill="none" h="28844" w="26009">
                  <a:moveTo>
                    <a:pt x="26008" y="20743"/>
                  </a:moveTo>
                  <a:lnTo>
                    <a:pt x="24980" y="6321"/>
                  </a:lnTo>
                  <a:lnTo>
                    <a:pt x="11976" y="0"/>
                  </a:lnTo>
                  <a:lnTo>
                    <a:pt x="0" y="8101"/>
                  </a:lnTo>
                  <a:lnTo>
                    <a:pt x="1028" y="22524"/>
                  </a:lnTo>
                  <a:lnTo>
                    <a:pt x="14033" y="28844"/>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1" name="Google Shape;901;p24"/>
            <p:cNvSpPr/>
            <p:nvPr/>
          </p:nvSpPr>
          <p:spPr>
            <a:xfrm flipH="1" rot="-157512">
              <a:off x="7863600" y="-477589"/>
              <a:ext cx="650167" cy="721114"/>
            </a:xfrm>
            <a:custGeom>
              <a:rect b="b" l="l" r="r" t="t"/>
              <a:pathLst>
                <a:path extrusionOk="0" fill="none" h="28846" w="26008">
                  <a:moveTo>
                    <a:pt x="26008" y="20743"/>
                  </a:moveTo>
                  <a:lnTo>
                    <a:pt x="24980" y="6321"/>
                  </a:lnTo>
                  <a:lnTo>
                    <a:pt x="11975" y="1"/>
                  </a:lnTo>
                  <a:lnTo>
                    <a:pt x="0" y="8103"/>
                  </a:lnTo>
                  <a:lnTo>
                    <a:pt x="1028" y="22525"/>
                  </a:lnTo>
                  <a:lnTo>
                    <a:pt x="14032"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2" name="Google Shape;902;p24"/>
            <p:cNvSpPr/>
            <p:nvPr/>
          </p:nvSpPr>
          <p:spPr>
            <a:xfrm flipH="1" rot="-157512">
              <a:off x="7237690" y="-493444"/>
              <a:ext cx="650217" cy="721114"/>
            </a:xfrm>
            <a:custGeom>
              <a:rect b="b" l="l" r="r" t="t"/>
              <a:pathLst>
                <a:path extrusionOk="0" fill="none" h="28846" w="26010">
                  <a:moveTo>
                    <a:pt x="26010" y="20743"/>
                  </a:moveTo>
                  <a:lnTo>
                    <a:pt x="24981" y="6321"/>
                  </a:lnTo>
                  <a:lnTo>
                    <a:pt x="11976" y="0"/>
                  </a:lnTo>
                  <a:lnTo>
                    <a:pt x="1" y="8102"/>
                  </a:lnTo>
                  <a:lnTo>
                    <a:pt x="1029" y="22524"/>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3" name="Google Shape;903;p24"/>
            <p:cNvSpPr/>
            <p:nvPr/>
          </p:nvSpPr>
          <p:spPr>
            <a:xfrm flipH="1" rot="-157512">
              <a:off x="8788681" y="88254"/>
              <a:ext cx="650192" cy="721064"/>
            </a:xfrm>
            <a:custGeom>
              <a:rect b="b" l="l" r="r" t="t"/>
              <a:pathLst>
                <a:path extrusionOk="0" fill="none" h="28844" w="26009">
                  <a:moveTo>
                    <a:pt x="26009" y="20743"/>
                  </a:moveTo>
                  <a:lnTo>
                    <a:pt x="24981" y="6320"/>
                  </a:lnTo>
                  <a:lnTo>
                    <a:pt x="11976" y="0"/>
                  </a:lnTo>
                  <a:lnTo>
                    <a:pt x="1" y="8101"/>
                  </a:lnTo>
                  <a:lnTo>
                    <a:pt x="1029" y="22523"/>
                  </a:lnTo>
                  <a:lnTo>
                    <a:pt x="14033" y="28844"/>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4" name="Google Shape;904;p24"/>
            <p:cNvSpPr/>
            <p:nvPr/>
          </p:nvSpPr>
          <p:spPr>
            <a:xfrm flipH="1" rot="-157512">
              <a:off x="8162796" y="72374"/>
              <a:ext cx="650192" cy="721114"/>
            </a:xfrm>
            <a:custGeom>
              <a:rect b="b" l="l" r="r" t="t"/>
              <a:pathLst>
                <a:path extrusionOk="0" fill="none" h="28846" w="26009">
                  <a:moveTo>
                    <a:pt x="26008" y="20743"/>
                  </a:moveTo>
                  <a:lnTo>
                    <a:pt x="24980" y="6321"/>
                  </a:lnTo>
                  <a:lnTo>
                    <a:pt x="11976" y="1"/>
                  </a:lnTo>
                  <a:lnTo>
                    <a:pt x="1" y="8102"/>
                  </a:lnTo>
                  <a:lnTo>
                    <a:pt x="1029" y="22525"/>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5" name="Google Shape;905;p24"/>
            <p:cNvSpPr/>
            <p:nvPr/>
          </p:nvSpPr>
          <p:spPr>
            <a:xfrm flipH="1" rot="-157512">
              <a:off x="9087877" y="638193"/>
              <a:ext cx="650192" cy="721089"/>
            </a:xfrm>
            <a:custGeom>
              <a:rect b="b" l="l" r="r" t="t"/>
              <a:pathLst>
                <a:path extrusionOk="0" fill="none" h="28845" w="26009">
                  <a:moveTo>
                    <a:pt x="26008" y="20744"/>
                  </a:moveTo>
                  <a:lnTo>
                    <a:pt x="24980" y="6321"/>
                  </a:lnTo>
                  <a:lnTo>
                    <a:pt x="11976" y="0"/>
                  </a:lnTo>
                  <a:lnTo>
                    <a:pt x="0" y="8102"/>
                  </a:lnTo>
                  <a:lnTo>
                    <a:pt x="1028" y="22524"/>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6" name="Google Shape;906;p24"/>
            <p:cNvSpPr/>
            <p:nvPr/>
          </p:nvSpPr>
          <p:spPr>
            <a:xfrm flipH="1" rot="-157512">
              <a:off x="7525463" y="193693"/>
              <a:ext cx="57047" cy="57047"/>
            </a:xfrm>
            <a:custGeom>
              <a:rect b="b" l="l" r="r" t="t"/>
              <a:pathLst>
                <a:path extrusionOk="0" h="2282" w="2282">
                  <a:moveTo>
                    <a:pt x="1140" y="0"/>
                  </a:moveTo>
                  <a:cubicBezTo>
                    <a:pt x="511" y="0"/>
                    <a:pt x="0" y="511"/>
                    <a:pt x="0" y="1141"/>
                  </a:cubicBezTo>
                  <a:cubicBezTo>
                    <a:pt x="0" y="1771"/>
                    <a:pt x="510" y="2281"/>
                    <a:pt x="1140" y="2281"/>
                  </a:cubicBezTo>
                  <a:cubicBezTo>
                    <a:pt x="1771" y="2281"/>
                    <a:pt x="2281" y="1771"/>
                    <a:pt x="2281" y="1141"/>
                  </a:cubicBezTo>
                  <a:cubicBezTo>
                    <a:pt x="2281" y="511"/>
                    <a:pt x="1771" y="0"/>
                    <a:pt x="114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7" name="Google Shape;907;p24"/>
            <p:cNvSpPr/>
            <p:nvPr/>
          </p:nvSpPr>
          <p:spPr>
            <a:xfrm flipH="1" rot="-157512">
              <a:off x="9076066" y="781639"/>
              <a:ext cx="57072" cy="57047"/>
            </a:xfrm>
            <a:custGeom>
              <a:rect b="b" l="l" r="r" t="t"/>
              <a:pathLst>
                <a:path extrusionOk="0" h="2282" w="2283">
                  <a:moveTo>
                    <a:pt x="1141" y="1"/>
                  </a:moveTo>
                  <a:cubicBezTo>
                    <a:pt x="511" y="1"/>
                    <a:pt x="0" y="511"/>
                    <a:pt x="0" y="1141"/>
                  </a:cubicBezTo>
                  <a:cubicBezTo>
                    <a:pt x="0" y="1771"/>
                    <a:pt x="511" y="2282"/>
                    <a:pt x="1141" y="2282"/>
                  </a:cubicBezTo>
                  <a:cubicBezTo>
                    <a:pt x="1771" y="2282"/>
                    <a:pt x="2282" y="1771"/>
                    <a:pt x="2282" y="1141"/>
                  </a:cubicBezTo>
                  <a:cubicBezTo>
                    <a:pt x="2282" y="511"/>
                    <a:pt x="1771" y="1"/>
                    <a:pt x="114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8" name="Google Shape;908;p24"/>
            <p:cNvSpPr/>
            <p:nvPr/>
          </p:nvSpPr>
          <p:spPr>
            <a:xfrm flipH="1" rot="-157512">
              <a:off x="9692804" y="1158867"/>
              <a:ext cx="57072" cy="57047"/>
            </a:xfrm>
            <a:custGeom>
              <a:rect b="b" l="l" r="r" t="t"/>
              <a:pathLst>
                <a:path extrusionOk="0" h="2282" w="2283">
                  <a:moveTo>
                    <a:pt x="1141" y="0"/>
                  </a:moveTo>
                  <a:cubicBezTo>
                    <a:pt x="511" y="0"/>
                    <a:pt x="0" y="510"/>
                    <a:pt x="0" y="1140"/>
                  </a:cubicBezTo>
                  <a:cubicBezTo>
                    <a:pt x="0" y="1770"/>
                    <a:pt x="511" y="2281"/>
                    <a:pt x="1141" y="2281"/>
                  </a:cubicBezTo>
                  <a:cubicBezTo>
                    <a:pt x="1771" y="2281"/>
                    <a:pt x="2282" y="1770"/>
                    <a:pt x="2282" y="1140"/>
                  </a:cubicBezTo>
                  <a:cubicBezTo>
                    <a:pt x="2282" y="510"/>
                    <a:pt x="1771" y="0"/>
                    <a:pt x="114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CUSTOM_10">
    <p:spTree>
      <p:nvGrpSpPr>
        <p:cNvPr id="909" name="Shape 909"/>
        <p:cNvGrpSpPr/>
        <p:nvPr/>
      </p:nvGrpSpPr>
      <p:grpSpPr>
        <a:xfrm>
          <a:off x="0" y="0"/>
          <a:ext cx="0" cy="0"/>
          <a:chOff x="0" y="0"/>
          <a:chExt cx="0" cy="0"/>
        </a:xfrm>
      </p:grpSpPr>
      <p:sp>
        <p:nvSpPr>
          <p:cNvPr id="910" name="Google Shape;910;p25"/>
          <p:cNvSpPr txBox="1"/>
          <p:nvPr>
            <p:ph type="title"/>
          </p:nvPr>
        </p:nvSpPr>
        <p:spPr>
          <a:xfrm>
            <a:off x="713225" y="539500"/>
            <a:ext cx="7717500" cy="572700"/>
          </a:xfrm>
          <a:prstGeom prst="rect">
            <a:avLst/>
          </a:prstGeom>
        </p:spPr>
        <p:txBody>
          <a:bodyPr anchorCtr="0" anchor="t" bIns="91425" lIns="91425" spcFirstLastPara="1" rIns="91425" wrap="square" tIns="91425">
            <a:noAutofit/>
          </a:bodyPr>
          <a:lstStyle>
            <a:lvl1pPr lvl="0" algn="ctr">
              <a:spcBef>
                <a:spcPts val="0"/>
              </a:spcBef>
              <a:spcAft>
                <a:spcPts val="0"/>
              </a:spcAft>
              <a:buSzPts val="3200"/>
              <a:buNone/>
              <a:defRPr/>
            </a:lvl1pPr>
            <a:lvl2pPr lvl="1">
              <a:spcBef>
                <a:spcPts val="0"/>
              </a:spcBef>
              <a:spcAft>
                <a:spcPts val="0"/>
              </a:spcAft>
              <a:buSzPts val="3200"/>
              <a:buNone/>
              <a:defRPr>
                <a:latin typeface="Montserrat"/>
                <a:ea typeface="Montserrat"/>
                <a:cs typeface="Montserrat"/>
                <a:sym typeface="Montserrat"/>
              </a:defRPr>
            </a:lvl2pPr>
            <a:lvl3pPr lvl="2">
              <a:spcBef>
                <a:spcPts val="0"/>
              </a:spcBef>
              <a:spcAft>
                <a:spcPts val="0"/>
              </a:spcAft>
              <a:buSzPts val="3200"/>
              <a:buNone/>
              <a:defRPr>
                <a:latin typeface="Montserrat"/>
                <a:ea typeface="Montserrat"/>
                <a:cs typeface="Montserrat"/>
                <a:sym typeface="Montserrat"/>
              </a:defRPr>
            </a:lvl3pPr>
            <a:lvl4pPr lvl="3">
              <a:spcBef>
                <a:spcPts val="0"/>
              </a:spcBef>
              <a:spcAft>
                <a:spcPts val="0"/>
              </a:spcAft>
              <a:buSzPts val="3200"/>
              <a:buNone/>
              <a:defRPr>
                <a:latin typeface="Montserrat"/>
                <a:ea typeface="Montserrat"/>
                <a:cs typeface="Montserrat"/>
                <a:sym typeface="Montserrat"/>
              </a:defRPr>
            </a:lvl4pPr>
            <a:lvl5pPr lvl="4">
              <a:spcBef>
                <a:spcPts val="0"/>
              </a:spcBef>
              <a:spcAft>
                <a:spcPts val="0"/>
              </a:spcAft>
              <a:buSzPts val="3200"/>
              <a:buNone/>
              <a:defRPr>
                <a:latin typeface="Montserrat"/>
                <a:ea typeface="Montserrat"/>
                <a:cs typeface="Montserrat"/>
                <a:sym typeface="Montserrat"/>
              </a:defRPr>
            </a:lvl5pPr>
            <a:lvl6pPr lvl="5">
              <a:spcBef>
                <a:spcPts val="0"/>
              </a:spcBef>
              <a:spcAft>
                <a:spcPts val="0"/>
              </a:spcAft>
              <a:buSzPts val="3200"/>
              <a:buNone/>
              <a:defRPr>
                <a:latin typeface="Montserrat"/>
                <a:ea typeface="Montserrat"/>
                <a:cs typeface="Montserrat"/>
                <a:sym typeface="Montserrat"/>
              </a:defRPr>
            </a:lvl6pPr>
            <a:lvl7pPr lvl="6">
              <a:spcBef>
                <a:spcPts val="0"/>
              </a:spcBef>
              <a:spcAft>
                <a:spcPts val="0"/>
              </a:spcAft>
              <a:buSzPts val="3200"/>
              <a:buNone/>
              <a:defRPr>
                <a:latin typeface="Montserrat"/>
                <a:ea typeface="Montserrat"/>
                <a:cs typeface="Montserrat"/>
                <a:sym typeface="Montserrat"/>
              </a:defRPr>
            </a:lvl7pPr>
            <a:lvl8pPr lvl="7">
              <a:spcBef>
                <a:spcPts val="0"/>
              </a:spcBef>
              <a:spcAft>
                <a:spcPts val="0"/>
              </a:spcAft>
              <a:buSzPts val="3200"/>
              <a:buNone/>
              <a:defRPr>
                <a:latin typeface="Montserrat"/>
                <a:ea typeface="Montserrat"/>
                <a:cs typeface="Montserrat"/>
                <a:sym typeface="Montserrat"/>
              </a:defRPr>
            </a:lvl8pPr>
            <a:lvl9pPr lvl="8">
              <a:spcBef>
                <a:spcPts val="0"/>
              </a:spcBef>
              <a:spcAft>
                <a:spcPts val="0"/>
              </a:spcAft>
              <a:buSzPts val="3200"/>
              <a:buNone/>
              <a:defRPr>
                <a:latin typeface="Montserrat"/>
                <a:ea typeface="Montserrat"/>
                <a:cs typeface="Montserrat"/>
                <a:sym typeface="Montserrat"/>
              </a:defRPr>
            </a:lvl9pPr>
          </a:lstStyle>
          <a:p/>
        </p:txBody>
      </p:sp>
      <p:grpSp>
        <p:nvGrpSpPr>
          <p:cNvPr id="911" name="Google Shape;911;p25"/>
          <p:cNvGrpSpPr/>
          <p:nvPr/>
        </p:nvGrpSpPr>
        <p:grpSpPr>
          <a:xfrm>
            <a:off x="7488217" y="-507956"/>
            <a:ext cx="2532725" cy="1881750"/>
            <a:chOff x="7221517" y="-507956"/>
            <a:chExt cx="2532725" cy="1881750"/>
          </a:xfrm>
        </p:grpSpPr>
        <p:sp>
          <p:nvSpPr>
            <p:cNvPr id="912" name="Google Shape;912;p25"/>
            <p:cNvSpPr/>
            <p:nvPr/>
          </p:nvSpPr>
          <p:spPr>
            <a:xfrm flipH="1" rot="-157512">
              <a:off x="8467712" y="47987"/>
              <a:ext cx="57072" cy="57047"/>
            </a:xfrm>
            <a:custGeom>
              <a:rect b="b" l="l" r="r" t="t"/>
              <a:pathLst>
                <a:path extrusionOk="0" h="2282" w="2283">
                  <a:moveTo>
                    <a:pt x="1141" y="1"/>
                  </a:moveTo>
                  <a:cubicBezTo>
                    <a:pt x="511" y="1"/>
                    <a:pt x="0" y="512"/>
                    <a:pt x="0" y="1142"/>
                  </a:cubicBezTo>
                  <a:cubicBezTo>
                    <a:pt x="0" y="1771"/>
                    <a:pt x="511" y="2282"/>
                    <a:pt x="1141" y="2282"/>
                  </a:cubicBezTo>
                  <a:cubicBezTo>
                    <a:pt x="1771" y="2282"/>
                    <a:pt x="2282" y="1771"/>
                    <a:pt x="2282" y="1142"/>
                  </a:cubicBezTo>
                  <a:cubicBezTo>
                    <a:pt x="2282" y="512"/>
                    <a:pt x="1771" y="1"/>
                    <a:pt x="114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3" name="Google Shape;913;p25"/>
            <p:cNvSpPr/>
            <p:nvPr/>
          </p:nvSpPr>
          <p:spPr>
            <a:xfrm flipH="1" rot="-157512">
              <a:off x="8489459" y="-461709"/>
              <a:ext cx="650192" cy="721064"/>
            </a:xfrm>
            <a:custGeom>
              <a:rect b="b" l="l" r="r" t="t"/>
              <a:pathLst>
                <a:path extrusionOk="0" fill="none" h="28844" w="26009">
                  <a:moveTo>
                    <a:pt x="26008" y="20743"/>
                  </a:moveTo>
                  <a:lnTo>
                    <a:pt x="24980" y="6321"/>
                  </a:lnTo>
                  <a:lnTo>
                    <a:pt x="11976" y="0"/>
                  </a:lnTo>
                  <a:lnTo>
                    <a:pt x="0" y="8101"/>
                  </a:lnTo>
                  <a:lnTo>
                    <a:pt x="1028" y="22524"/>
                  </a:lnTo>
                  <a:lnTo>
                    <a:pt x="14033" y="28844"/>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4" name="Google Shape;914;p25"/>
            <p:cNvSpPr/>
            <p:nvPr/>
          </p:nvSpPr>
          <p:spPr>
            <a:xfrm flipH="1" rot="-157512">
              <a:off x="7863600" y="-477589"/>
              <a:ext cx="650167" cy="721114"/>
            </a:xfrm>
            <a:custGeom>
              <a:rect b="b" l="l" r="r" t="t"/>
              <a:pathLst>
                <a:path extrusionOk="0" fill="none" h="28846" w="26008">
                  <a:moveTo>
                    <a:pt x="26008" y="20743"/>
                  </a:moveTo>
                  <a:lnTo>
                    <a:pt x="24980" y="6321"/>
                  </a:lnTo>
                  <a:lnTo>
                    <a:pt x="11975" y="1"/>
                  </a:lnTo>
                  <a:lnTo>
                    <a:pt x="0" y="8103"/>
                  </a:lnTo>
                  <a:lnTo>
                    <a:pt x="1028" y="22525"/>
                  </a:lnTo>
                  <a:lnTo>
                    <a:pt x="14032"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5" name="Google Shape;915;p25"/>
            <p:cNvSpPr/>
            <p:nvPr/>
          </p:nvSpPr>
          <p:spPr>
            <a:xfrm flipH="1" rot="-157512">
              <a:off x="7237690" y="-493444"/>
              <a:ext cx="650217" cy="721114"/>
            </a:xfrm>
            <a:custGeom>
              <a:rect b="b" l="l" r="r" t="t"/>
              <a:pathLst>
                <a:path extrusionOk="0" fill="none" h="28846" w="26010">
                  <a:moveTo>
                    <a:pt x="26010" y="20743"/>
                  </a:moveTo>
                  <a:lnTo>
                    <a:pt x="24981" y="6321"/>
                  </a:lnTo>
                  <a:lnTo>
                    <a:pt x="11976" y="0"/>
                  </a:lnTo>
                  <a:lnTo>
                    <a:pt x="1" y="8102"/>
                  </a:lnTo>
                  <a:lnTo>
                    <a:pt x="1029" y="22524"/>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6" name="Google Shape;916;p25"/>
            <p:cNvSpPr/>
            <p:nvPr/>
          </p:nvSpPr>
          <p:spPr>
            <a:xfrm flipH="1" rot="-157512">
              <a:off x="8788681" y="88254"/>
              <a:ext cx="650192" cy="721064"/>
            </a:xfrm>
            <a:custGeom>
              <a:rect b="b" l="l" r="r" t="t"/>
              <a:pathLst>
                <a:path extrusionOk="0" fill="none" h="28844" w="26009">
                  <a:moveTo>
                    <a:pt x="26009" y="20743"/>
                  </a:moveTo>
                  <a:lnTo>
                    <a:pt x="24981" y="6320"/>
                  </a:lnTo>
                  <a:lnTo>
                    <a:pt x="11976" y="0"/>
                  </a:lnTo>
                  <a:lnTo>
                    <a:pt x="1" y="8101"/>
                  </a:lnTo>
                  <a:lnTo>
                    <a:pt x="1029" y="22523"/>
                  </a:lnTo>
                  <a:lnTo>
                    <a:pt x="14033" y="28844"/>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7" name="Google Shape;917;p25"/>
            <p:cNvSpPr/>
            <p:nvPr/>
          </p:nvSpPr>
          <p:spPr>
            <a:xfrm flipH="1" rot="-157512">
              <a:off x="8162796" y="72374"/>
              <a:ext cx="650192" cy="721114"/>
            </a:xfrm>
            <a:custGeom>
              <a:rect b="b" l="l" r="r" t="t"/>
              <a:pathLst>
                <a:path extrusionOk="0" fill="none" h="28846" w="26009">
                  <a:moveTo>
                    <a:pt x="26008" y="20743"/>
                  </a:moveTo>
                  <a:lnTo>
                    <a:pt x="24980" y="6321"/>
                  </a:lnTo>
                  <a:lnTo>
                    <a:pt x="11976" y="1"/>
                  </a:lnTo>
                  <a:lnTo>
                    <a:pt x="1" y="8102"/>
                  </a:lnTo>
                  <a:lnTo>
                    <a:pt x="1029" y="22525"/>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8" name="Google Shape;918;p25"/>
            <p:cNvSpPr/>
            <p:nvPr/>
          </p:nvSpPr>
          <p:spPr>
            <a:xfrm flipH="1" rot="-157512">
              <a:off x="9087877" y="638193"/>
              <a:ext cx="650192" cy="721089"/>
            </a:xfrm>
            <a:custGeom>
              <a:rect b="b" l="l" r="r" t="t"/>
              <a:pathLst>
                <a:path extrusionOk="0" fill="none" h="28845" w="26009">
                  <a:moveTo>
                    <a:pt x="26008" y="20744"/>
                  </a:moveTo>
                  <a:lnTo>
                    <a:pt x="24980" y="6321"/>
                  </a:lnTo>
                  <a:lnTo>
                    <a:pt x="11976" y="0"/>
                  </a:lnTo>
                  <a:lnTo>
                    <a:pt x="0" y="8102"/>
                  </a:lnTo>
                  <a:lnTo>
                    <a:pt x="1028" y="22524"/>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9" name="Google Shape;919;p25"/>
            <p:cNvSpPr/>
            <p:nvPr/>
          </p:nvSpPr>
          <p:spPr>
            <a:xfrm flipH="1" rot="-157512">
              <a:off x="7525463" y="193693"/>
              <a:ext cx="57047" cy="57047"/>
            </a:xfrm>
            <a:custGeom>
              <a:rect b="b" l="l" r="r" t="t"/>
              <a:pathLst>
                <a:path extrusionOk="0" h="2282" w="2282">
                  <a:moveTo>
                    <a:pt x="1140" y="0"/>
                  </a:moveTo>
                  <a:cubicBezTo>
                    <a:pt x="511" y="0"/>
                    <a:pt x="0" y="511"/>
                    <a:pt x="0" y="1141"/>
                  </a:cubicBezTo>
                  <a:cubicBezTo>
                    <a:pt x="0" y="1771"/>
                    <a:pt x="510" y="2281"/>
                    <a:pt x="1140" y="2281"/>
                  </a:cubicBezTo>
                  <a:cubicBezTo>
                    <a:pt x="1771" y="2281"/>
                    <a:pt x="2281" y="1771"/>
                    <a:pt x="2281" y="1141"/>
                  </a:cubicBezTo>
                  <a:cubicBezTo>
                    <a:pt x="2281" y="511"/>
                    <a:pt x="1771" y="0"/>
                    <a:pt x="114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0" name="Google Shape;920;p25"/>
            <p:cNvSpPr/>
            <p:nvPr/>
          </p:nvSpPr>
          <p:spPr>
            <a:xfrm flipH="1" rot="-157512">
              <a:off x="9076066" y="781639"/>
              <a:ext cx="57072" cy="57047"/>
            </a:xfrm>
            <a:custGeom>
              <a:rect b="b" l="l" r="r" t="t"/>
              <a:pathLst>
                <a:path extrusionOk="0" h="2282" w="2283">
                  <a:moveTo>
                    <a:pt x="1141" y="1"/>
                  </a:moveTo>
                  <a:cubicBezTo>
                    <a:pt x="511" y="1"/>
                    <a:pt x="0" y="511"/>
                    <a:pt x="0" y="1141"/>
                  </a:cubicBezTo>
                  <a:cubicBezTo>
                    <a:pt x="0" y="1771"/>
                    <a:pt x="511" y="2282"/>
                    <a:pt x="1141" y="2282"/>
                  </a:cubicBezTo>
                  <a:cubicBezTo>
                    <a:pt x="1771" y="2282"/>
                    <a:pt x="2282" y="1771"/>
                    <a:pt x="2282" y="1141"/>
                  </a:cubicBezTo>
                  <a:cubicBezTo>
                    <a:pt x="2282" y="511"/>
                    <a:pt x="1771" y="1"/>
                    <a:pt x="114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1" name="Google Shape;921;p25"/>
            <p:cNvSpPr/>
            <p:nvPr/>
          </p:nvSpPr>
          <p:spPr>
            <a:xfrm flipH="1" rot="-157512">
              <a:off x="9692804" y="1158867"/>
              <a:ext cx="57072" cy="57047"/>
            </a:xfrm>
            <a:custGeom>
              <a:rect b="b" l="l" r="r" t="t"/>
              <a:pathLst>
                <a:path extrusionOk="0" h="2282" w="2283">
                  <a:moveTo>
                    <a:pt x="1141" y="0"/>
                  </a:moveTo>
                  <a:cubicBezTo>
                    <a:pt x="511" y="0"/>
                    <a:pt x="0" y="510"/>
                    <a:pt x="0" y="1140"/>
                  </a:cubicBezTo>
                  <a:cubicBezTo>
                    <a:pt x="0" y="1770"/>
                    <a:pt x="511" y="2281"/>
                    <a:pt x="1141" y="2281"/>
                  </a:cubicBezTo>
                  <a:cubicBezTo>
                    <a:pt x="1771" y="2281"/>
                    <a:pt x="2282" y="1770"/>
                    <a:pt x="2282" y="1140"/>
                  </a:cubicBezTo>
                  <a:cubicBezTo>
                    <a:pt x="2282" y="510"/>
                    <a:pt x="1771" y="0"/>
                    <a:pt x="114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p:cSld name="CUSTOM_11">
    <p:spTree>
      <p:nvGrpSpPr>
        <p:cNvPr id="922" name="Shape 922"/>
        <p:cNvGrpSpPr/>
        <p:nvPr/>
      </p:nvGrpSpPr>
      <p:grpSpPr>
        <a:xfrm>
          <a:off x="0" y="0"/>
          <a:ext cx="0" cy="0"/>
          <a:chOff x="0" y="0"/>
          <a:chExt cx="0" cy="0"/>
        </a:xfrm>
      </p:grpSpPr>
      <p:sp>
        <p:nvSpPr>
          <p:cNvPr id="923" name="Google Shape;923;p26"/>
          <p:cNvSpPr txBox="1"/>
          <p:nvPr>
            <p:ph type="title"/>
          </p:nvPr>
        </p:nvSpPr>
        <p:spPr>
          <a:xfrm>
            <a:off x="713225" y="539500"/>
            <a:ext cx="7717500" cy="572700"/>
          </a:xfrm>
          <a:prstGeom prst="rect">
            <a:avLst/>
          </a:prstGeom>
        </p:spPr>
        <p:txBody>
          <a:bodyPr anchorCtr="0" anchor="t" bIns="91425" lIns="91425" spcFirstLastPara="1" rIns="91425" wrap="square" tIns="91425">
            <a:noAutofit/>
          </a:bodyPr>
          <a:lstStyle>
            <a:lvl1pPr lvl="0" algn="ctr">
              <a:spcBef>
                <a:spcPts val="0"/>
              </a:spcBef>
              <a:spcAft>
                <a:spcPts val="0"/>
              </a:spcAft>
              <a:buSzPts val="3200"/>
              <a:buNone/>
              <a:defRPr/>
            </a:lvl1pPr>
            <a:lvl2pPr lvl="1" algn="ctr">
              <a:spcBef>
                <a:spcPts val="0"/>
              </a:spcBef>
              <a:spcAft>
                <a:spcPts val="0"/>
              </a:spcAft>
              <a:buSzPts val="3200"/>
              <a:buFont typeface="Montserrat Black"/>
              <a:buNone/>
              <a:defRPr>
                <a:latin typeface="Montserrat Black"/>
                <a:ea typeface="Montserrat Black"/>
                <a:cs typeface="Montserrat Black"/>
                <a:sym typeface="Montserrat Black"/>
              </a:defRPr>
            </a:lvl2pPr>
            <a:lvl3pPr lvl="2" algn="ctr">
              <a:spcBef>
                <a:spcPts val="0"/>
              </a:spcBef>
              <a:spcAft>
                <a:spcPts val="0"/>
              </a:spcAft>
              <a:buSzPts val="3200"/>
              <a:buFont typeface="Montserrat Black"/>
              <a:buNone/>
              <a:defRPr>
                <a:latin typeface="Montserrat Black"/>
                <a:ea typeface="Montserrat Black"/>
                <a:cs typeface="Montserrat Black"/>
                <a:sym typeface="Montserrat Black"/>
              </a:defRPr>
            </a:lvl3pPr>
            <a:lvl4pPr lvl="3" algn="ctr">
              <a:spcBef>
                <a:spcPts val="0"/>
              </a:spcBef>
              <a:spcAft>
                <a:spcPts val="0"/>
              </a:spcAft>
              <a:buSzPts val="3200"/>
              <a:buFont typeface="Montserrat Black"/>
              <a:buNone/>
              <a:defRPr>
                <a:latin typeface="Montserrat Black"/>
                <a:ea typeface="Montserrat Black"/>
                <a:cs typeface="Montserrat Black"/>
                <a:sym typeface="Montserrat Black"/>
              </a:defRPr>
            </a:lvl4pPr>
            <a:lvl5pPr lvl="4" algn="ctr">
              <a:spcBef>
                <a:spcPts val="0"/>
              </a:spcBef>
              <a:spcAft>
                <a:spcPts val="0"/>
              </a:spcAft>
              <a:buSzPts val="3200"/>
              <a:buFont typeface="Montserrat Black"/>
              <a:buNone/>
              <a:defRPr>
                <a:latin typeface="Montserrat Black"/>
                <a:ea typeface="Montserrat Black"/>
                <a:cs typeface="Montserrat Black"/>
                <a:sym typeface="Montserrat Black"/>
              </a:defRPr>
            </a:lvl5pPr>
            <a:lvl6pPr lvl="5" algn="ctr">
              <a:spcBef>
                <a:spcPts val="0"/>
              </a:spcBef>
              <a:spcAft>
                <a:spcPts val="0"/>
              </a:spcAft>
              <a:buSzPts val="3200"/>
              <a:buFont typeface="Montserrat Black"/>
              <a:buNone/>
              <a:defRPr>
                <a:latin typeface="Montserrat Black"/>
                <a:ea typeface="Montserrat Black"/>
                <a:cs typeface="Montserrat Black"/>
                <a:sym typeface="Montserrat Black"/>
              </a:defRPr>
            </a:lvl6pPr>
            <a:lvl7pPr lvl="6" algn="ctr">
              <a:spcBef>
                <a:spcPts val="0"/>
              </a:spcBef>
              <a:spcAft>
                <a:spcPts val="0"/>
              </a:spcAft>
              <a:buSzPts val="3200"/>
              <a:buFont typeface="Montserrat Black"/>
              <a:buNone/>
              <a:defRPr>
                <a:latin typeface="Montserrat Black"/>
                <a:ea typeface="Montserrat Black"/>
                <a:cs typeface="Montserrat Black"/>
                <a:sym typeface="Montserrat Black"/>
              </a:defRPr>
            </a:lvl7pPr>
            <a:lvl8pPr lvl="7" algn="ctr">
              <a:spcBef>
                <a:spcPts val="0"/>
              </a:spcBef>
              <a:spcAft>
                <a:spcPts val="0"/>
              </a:spcAft>
              <a:buSzPts val="3200"/>
              <a:buFont typeface="Montserrat Black"/>
              <a:buNone/>
              <a:defRPr>
                <a:latin typeface="Montserrat Black"/>
                <a:ea typeface="Montserrat Black"/>
                <a:cs typeface="Montserrat Black"/>
                <a:sym typeface="Montserrat Black"/>
              </a:defRPr>
            </a:lvl8pPr>
            <a:lvl9pPr lvl="8" algn="ctr">
              <a:spcBef>
                <a:spcPts val="0"/>
              </a:spcBef>
              <a:spcAft>
                <a:spcPts val="0"/>
              </a:spcAft>
              <a:buSzPts val="3200"/>
              <a:buFont typeface="Montserrat Black"/>
              <a:buNone/>
              <a:defRPr>
                <a:latin typeface="Montserrat Black"/>
                <a:ea typeface="Montserrat Black"/>
                <a:cs typeface="Montserrat Black"/>
                <a:sym typeface="Montserrat Black"/>
              </a:defRPr>
            </a:lvl9pPr>
          </a:lstStyle>
          <a:p/>
        </p:txBody>
      </p:sp>
      <p:grpSp>
        <p:nvGrpSpPr>
          <p:cNvPr id="924" name="Google Shape;924;p26"/>
          <p:cNvGrpSpPr/>
          <p:nvPr/>
        </p:nvGrpSpPr>
        <p:grpSpPr>
          <a:xfrm rot="10800000">
            <a:off x="7221517" y="-1342256"/>
            <a:ext cx="2532725" cy="1881750"/>
            <a:chOff x="7221517" y="-507956"/>
            <a:chExt cx="2532725" cy="1881750"/>
          </a:xfrm>
        </p:grpSpPr>
        <p:sp>
          <p:nvSpPr>
            <p:cNvPr id="925" name="Google Shape;925;p26"/>
            <p:cNvSpPr/>
            <p:nvPr/>
          </p:nvSpPr>
          <p:spPr>
            <a:xfrm flipH="1" rot="-157512">
              <a:off x="8467712" y="47987"/>
              <a:ext cx="57072" cy="57047"/>
            </a:xfrm>
            <a:custGeom>
              <a:rect b="b" l="l" r="r" t="t"/>
              <a:pathLst>
                <a:path extrusionOk="0" h="2282" w="2283">
                  <a:moveTo>
                    <a:pt x="1141" y="1"/>
                  </a:moveTo>
                  <a:cubicBezTo>
                    <a:pt x="511" y="1"/>
                    <a:pt x="0" y="512"/>
                    <a:pt x="0" y="1142"/>
                  </a:cubicBezTo>
                  <a:cubicBezTo>
                    <a:pt x="0" y="1771"/>
                    <a:pt x="511" y="2282"/>
                    <a:pt x="1141" y="2282"/>
                  </a:cubicBezTo>
                  <a:cubicBezTo>
                    <a:pt x="1771" y="2282"/>
                    <a:pt x="2282" y="1771"/>
                    <a:pt x="2282" y="1142"/>
                  </a:cubicBezTo>
                  <a:cubicBezTo>
                    <a:pt x="2282" y="512"/>
                    <a:pt x="1771" y="1"/>
                    <a:pt x="114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6" name="Google Shape;926;p26"/>
            <p:cNvSpPr/>
            <p:nvPr/>
          </p:nvSpPr>
          <p:spPr>
            <a:xfrm flipH="1" rot="-157512">
              <a:off x="8489459" y="-461709"/>
              <a:ext cx="650192" cy="721064"/>
            </a:xfrm>
            <a:custGeom>
              <a:rect b="b" l="l" r="r" t="t"/>
              <a:pathLst>
                <a:path extrusionOk="0" fill="none" h="28844" w="26009">
                  <a:moveTo>
                    <a:pt x="26008" y="20743"/>
                  </a:moveTo>
                  <a:lnTo>
                    <a:pt x="24980" y="6321"/>
                  </a:lnTo>
                  <a:lnTo>
                    <a:pt x="11976" y="0"/>
                  </a:lnTo>
                  <a:lnTo>
                    <a:pt x="0" y="8101"/>
                  </a:lnTo>
                  <a:lnTo>
                    <a:pt x="1028" y="22524"/>
                  </a:lnTo>
                  <a:lnTo>
                    <a:pt x="14033" y="28844"/>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7" name="Google Shape;927;p26"/>
            <p:cNvSpPr/>
            <p:nvPr/>
          </p:nvSpPr>
          <p:spPr>
            <a:xfrm flipH="1" rot="-157512">
              <a:off x="7863600" y="-477589"/>
              <a:ext cx="650167" cy="721114"/>
            </a:xfrm>
            <a:custGeom>
              <a:rect b="b" l="l" r="r" t="t"/>
              <a:pathLst>
                <a:path extrusionOk="0" fill="none" h="28846" w="26008">
                  <a:moveTo>
                    <a:pt x="26008" y="20743"/>
                  </a:moveTo>
                  <a:lnTo>
                    <a:pt x="24980" y="6321"/>
                  </a:lnTo>
                  <a:lnTo>
                    <a:pt x="11975" y="1"/>
                  </a:lnTo>
                  <a:lnTo>
                    <a:pt x="0" y="8103"/>
                  </a:lnTo>
                  <a:lnTo>
                    <a:pt x="1028" y="22525"/>
                  </a:lnTo>
                  <a:lnTo>
                    <a:pt x="14032"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8" name="Google Shape;928;p26"/>
            <p:cNvSpPr/>
            <p:nvPr/>
          </p:nvSpPr>
          <p:spPr>
            <a:xfrm flipH="1" rot="-157512">
              <a:off x="7237690" y="-493444"/>
              <a:ext cx="650217" cy="721114"/>
            </a:xfrm>
            <a:custGeom>
              <a:rect b="b" l="l" r="r" t="t"/>
              <a:pathLst>
                <a:path extrusionOk="0" fill="none" h="28846" w="26010">
                  <a:moveTo>
                    <a:pt x="26010" y="20743"/>
                  </a:moveTo>
                  <a:lnTo>
                    <a:pt x="24981" y="6321"/>
                  </a:lnTo>
                  <a:lnTo>
                    <a:pt x="11976" y="0"/>
                  </a:lnTo>
                  <a:lnTo>
                    <a:pt x="1" y="8102"/>
                  </a:lnTo>
                  <a:lnTo>
                    <a:pt x="1029" y="22524"/>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9" name="Google Shape;929;p26"/>
            <p:cNvSpPr/>
            <p:nvPr/>
          </p:nvSpPr>
          <p:spPr>
            <a:xfrm flipH="1" rot="-157512">
              <a:off x="8788681" y="88254"/>
              <a:ext cx="650192" cy="721064"/>
            </a:xfrm>
            <a:custGeom>
              <a:rect b="b" l="l" r="r" t="t"/>
              <a:pathLst>
                <a:path extrusionOk="0" fill="none" h="28844" w="26009">
                  <a:moveTo>
                    <a:pt x="26009" y="20743"/>
                  </a:moveTo>
                  <a:lnTo>
                    <a:pt x="24981" y="6320"/>
                  </a:lnTo>
                  <a:lnTo>
                    <a:pt x="11976" y="0"/>
                  </a:lnTo>
                  <a:lnTo>
                    <a:pt x="1" y="8101"/>
                  </a:lnTo>
                  <a:lnTo>
                    <a:pt x="1029" y="22523"/>
                  </a:lnTo>
                  <a:lnTo>
                    <a:pt x="14033" y="28844"/>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0" name="Google Shape;930;p26"/>
            <p:cNvSpPr/>
            <p:nvPr/>
          </p:nvSpPr>
          <p:spPr>
            <a:xfrm flipH="1" rot="-157512">
              <a:off x="8162796" y="72374"/>
              <a:ext cx="650192" cy="721114"/>
            </a:xfrm>
            <a:custGeom>
              <a:rect b="b" l="l" r="r" t="t"/>
              <a:pathLst>
                <a:path extrusionOk="0" fill="none" h="28846" w="26009">
                  <a:moveTo>
                    <a:pt x="26008" y="20743"/>
                  </a:moveTo>
                  <a:lnTo>
                    <a:pt x="24980" y="6321"/>
                  </a:lnTo>
                  <a:lnTo>
                    <a:pt x="11976" y="1"/>
                  </a:lnTo>
                  <a:lnTo>
                    <a:pt x="1" y="8102"/>
                  </a:lnTo>
                  <a:lnTo>
                    <a:pt x="1029" y="22525"/>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1" name="Google Shape;931;p26"/>
            <p:cNvSpPr/>
            <p:nvPr/>
          </p:nvSpPr>
          <p:spPr>
            <a:xfrm flipH="1" rot="-157512">
              <a:off x="9087877" y="638193"/>
              <a:ext cx="650192" cy="721089"/>
            </a:xfrm>
            <a:custGeom>
              <a:rect b="b" l="l" r="r" t="t"/>
              <a:pathLst>
                <a:path extrusionOk="0" fill="none" h="28845" w="26009">
                  <a:moveTo>
                    <a:pt x="26008" y="20744"/>
                  </a:moveTo>
                  <a:lnTo>
                    <a:pt x="24980" y="6321"/>
                  </a:lnTo>
                  <a:lnTo>
                    <a:pt x="11976" y="0"/>
                  </a:lnTo>
                  <a:lnTo>
                    <a:pt x="0" y="8102"/>
                  </a:lnTo>
                  <a:lnTo>
                    <a:pt x="1028" y="22524"/>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2" name="Google Shape;932;p26"/>
            <p:cNvSpPr/>
            <p:nvPr/>
          </p:nvSpPr>
          <p:spPr>
            <a:xfrm flipH="1" rot="-157512">
              <a:off x="7525463" y="193693"/>
              <a:ext cx="57047" cy="57047"/>
            </a:xfrm>
            <a:custGeom>
              <a:rect b="b" l="l" r="r" t="t"/>
              <a:pathLst>
                <a:path extrusionOk="0" h="2282" w="2282">
                  <a:moveTo>
                    <a:pt x="1140" y="0"/>
                  </a:moveTo>
                  <a:cubicBezTo>
                    <a:pt x="511" y="0"/>
                    <a:pt x="0" y="511"/>
                    <a:pt x="0" y="1141"/>
                  </a:cubicBezTo>
                  <a:cubicBezTo>
                    <a:pt x="0" y="1771"/>
                    <a:pt x="510" y="2281"/>
                    <a:pt x="1140" y="2281"/>
                  </a:cubicBezTo>
                  <a:cubicBezTo>
                    <a:pt x="1771" y="2281"/>
                    <a:pt x="2281" y="1771"/>
                    <a:pt x="2281" y="1141"/>
                  </a:cubicBezTo>
                  <a:cubicBezTo>
                    <a:pt x="2281" y="511"/>
                    <a:pt x="1771" y="0"/>
                    <a:pt x="114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3" name="Google Shape;933;p26"/>
            <p:cNvSpPr/>
            <p:nvPr/>
          </p:nvSpPr>
          <p:spPr>
            <a:xfrm flipH="1" rot="-157512">
              <a:off x="9076066" y="781639"/>
              <a:ext cx="57072" cy="57047"/>
            </a:xfrm>
            <a:custGeom>
              <a:rect b="b" l="l" r="r" t="t"/>
              <a:pathLst>
                <a:path extrusionOk="0" h="2282" w="2283">
                  <a:moveTo>
                    <a:pt x="1141" y="1"/>
                  </a:moveTo>
                  <a:cubicBezTo>
                    <a:pt x="511" y="1"/>
                    <a:pt x="0" y="511"/>
                    <a:pt x="0" y="1141"/>
                  </a:cubicBezTo>
                  <a:cubicBezTo>
                    <a:pt x="0" y="1771"/>
                    <a:pt x="511" y="2282"/>
                    <a:pt x="1141" y="2282"/>
                  </a:cubicBezTo>
                  <a:cubicBezTo>
                    <a:pt x="1771" y="2282"/>
                    <a:pt x="2282" y="1771"/>
                    <a:pt x="2282" y="1141"/>
                  </a:cubicBezTo>
                  <a:cubicBezTo>
                    <a:pt x="2282" y="511"/>
                    <a:pt x="1771" y="1"/>
                    <a:pt x="114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4" name="Google Shape;934;p26"/>
            <p:cNvSpPr/>
            <p:nvPr/>
          </p:nvSpPr>
          <p:spPr>
            <a:xfrm flipH="1" rot="-157512">
              <a:off x="9692804" y="1158867"/>
              <a:ext cx="57072" cy="57047"/>
            </a:xfrm>
            <a:custGeom>
              <a:rect b="b" l="l" r="r" t="t"/>
              <a:pathLst>
                <a:path extrusionOk="0" h="2282" w="2283">
                  <a:moveTo>
                    <a:pt x="1141" y="0"/>
                  </a:moveTo>
                  <a:cubicBezTo>
                    <a:pt x="511" y="0"/>
                    <a:pt x="0" y="510"/>
                    <a:pt x="0" y="1140"/>
                  </a:cubicBezTo>
                  <a:cubicBezTo>
                    <a:pt x="0" y="1770"/>
                    <a:pt x="511" y="2281"/>
                    <a:pt x="1141" y="2281"/>
                  </a:cubicBezTo>
                  <a:cubicBezTo>
                    <a:pt x="1771" y="2281"/>
                    <a:pt x="2282" y="1770"/>
                    <a:pt x="2282" y="1140"/>
                  </a:cubicBezTo>
                  <a:cubicBezTo>
                    <a:pt x="2282" y="510"/>
                    <a:pt x="1771" y="0"/>
                    <a:pt x="114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35" name="Google Shape;935;p26"/>
          <p:cNvGrpSpPr/>
          <p:nvPr/>
        </p:nvGrpSpPr>
        <p:grpSpPr>
          <a:xfrm flipH="1" rot="10800000">
            <a:off x="-465158" y="-1342256"/>
            <a:ext cx="2532725" cy="1881750"/>
            <a:chOff x="7221517" y="-507956"/>
            <a:chExt cx="2532725" cy="1881750"/>
          </a:xfrm>
        </p:grpSpPr>
        <p:sp>
          <p:nvSpPr>
            <p:cNvPr id="936" name="Google Shape;936;p26"/>
            <p:cNvSpPr/>
            <p:nvPr/>
          </p:nvSpPr>
          <p:spPr>
            <a:xfrm flipH="1" rot="-157512">
              <a:off x="8467712" y="47987"/>
              <a:ext cx="57072" cy="57047"/>
            </a:xfrm>
            <a:custGeom>
              <a:rect b="b" l="l" r="r" t="t"/>
              <a:pathLst>
                <a:path extrusionOk="0" h="2282" w="2283">
                  <a:moveTo>
                    <a:pt x="1141" y="1"/>
                  </a:moveTo>
                  <a:cubicBezTo>
                    <a:pt x="511" y="1"/>
                    <a:pt x="0" y="512"/>
                    <a:pt x="0" y="1142"/>
                  </a:cubicBezTo>
                  <a:cubicBezTo>
                    <a:pt x="0" y="1771"/>
                    <a:pt x="511" y="2282"/>
                    <a:pt x="1141" y="2282"/>
                  </a:cubicBezTo>
                  <a:cubicBezTo>
                    <a:pt x="1771" y="2282"/>
                    <a:pt x="2282" y="1771"/>
                    <a:pt x="2282" y="1142"/>
                  </a:cubicBezTo>
                  <a:cubicBezTo>
                    <a:pt x="2282" y="512"/>
                    <a:pt x="1771" y="1"/>
                    <a:pt x="114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7" name="Google Shape;937;p26"/>
            <p:cNvSpPr/>
            <p:nvPr/>
          </p:nvSpPr>
          <p:spPr>
            <a:xfrm flipH="1" rot="-157512">
              <a:off x="8489459" y="-461709"/>
              <a:ext cx="650192" cy="721064"/>
            </a:xfrm>
            <a:custGeom>
              <a:rect b="b" l="l" r="r" t="t"/>
              <a:pathLst>
                <a:path extrusionOk="0" fill="none" h="28844" w="26009">
                  <a:moveTo>
                    <a:pt x="26008" y="20743"/>
                  </a:moveTo>
                  <a:lnTo>
                    <a:pt x="24980" y="6321"/>
                  </a:lnTo>
                  <a:lnTo>
                    <a:pt x="11976" y="0"/>
                  </a:lnTo>
                  <a:lnTo>
                    <a:pt x="0" y="8101"/>
                  </a:lnTo>
                  <a:lnTo>
                    <a:pt x="1028" y="22524"/>
                  </a:lnTo>
                  <a:lnTo>
                    <a:pt x="14033" y="28844"/>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8" name="Google Shape;938;p26"/>
            <p:cNvSpPr/>
            <p:nvPr/>
          </p:nvSpPr>
          <p:spPr>
            <a:xfrm flipH="1" rot="-157512">
              <a:off x="7863600" y="-477589"/>
              <a:ext cx="650167" cy="721114"/>
            </a:xfrm>
            <a:custGeom>
              <a:rect b="b" l="l" r="r" t="t"/>
              <a:pathLst>
                <a:path extrusionOk="0" fill="none" h="28846" w="26008">
                  <a:moveTo>
                    <a:pt x="26008" y="20743"/>
                  </a:moveTo>
                  <a:lnTo>
                    <a:pt x="24980" y="6321"/>
                  </a:lnTo>
                  <a:lnTo>
                    <a:pt x="11975" y="1"/>
                  </a:lnTo>
                  <a:lnTo>
                    <a:pt x="0" y="8103"/>
                  </a:lnTo>
                  <a:lnTo>
                    <a:pt x="1028" y="22525"/>
                  </a:lnTo>
                  <a:lnTo>
                    <a:pt x="14032"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9" name="Google Shape;939;p26"/>
            <p:cNvSpPr/>
            <p:nvPr/>
          </p:nvSpPr>
          <p:spPr>
            <a:xfrm flipH="1" rot="-157512">
              <a:off x="7237690" y="-493444"/>
              <a:ext cx="650217" cy="721114"/>
            </a:xfrm>
            <a:custGeom>
              <a:rect b="b" l="l" r="r" t="t"/>
              <a:pathLst>
                <a:path extrusionOk="0" fill="none" h="28846" w="26010">
                  <a:moveTo>
                    <a:pt x="26010" y="20743"/>
                  </a:moveTo>
                  <a:lnTo>
                    <a:pt x="24981" y="6321"/>
                  </a:lnTo>
                  <a:lnTo>
                    <a:pt x="11976" y="0"/>
                  </a:lnTo>
                  <a:lnTo>
                    <a:pt x="1" y="8102"/>
                  </a:lnTo>
                  <a:lnTo>
                    <a:pt x="1029" y="22524"/>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0" name="Google Shape;940;p26"/>
            <p:cNvSpPr/>
            <p:nvPr/>
          </p:nvSpPr>
          <p:spPr>
            <a:xfrm flipH="1" rot="-157512">
              <a:off x="8788681" y="88254"/>
              <a:ext cx="650192" cy="721064"/>
            </a:xfrm>
            <a:custGeom>
              <a:rect b="b" l="l" r="r" t="t"/>
              <a:pathLst>
                <a:path extrusionOk="0" fill="none" h="28844" w="26009">
                  <a:moveTo>
                    <a:pt x="26009" y="20743"/>
                  </a:moveTo>
                  <a:lnTo>
                    <a:pt x="24981" y="6320"/>
                  </a:lnTo>
                  <a:lnTo>
                    <a:pt x="11976" y="0"/>
                  </a:lnTo>
                  <a:lnTo>
                    <a:pt x="1" y="8101"/>
                  </a:lnTo>
                  <a:lnTo>
                    <a:pt x="1029" y="22523"/>
                  </a:lnTo>
                  <a:lnTo>
                    <a:pt x="14033" y="28844"/>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1" name="Google Shape;941;p26"/>
            <p:cNvSpPr/>
            <p:nvPr/>
          </p:nvSpPr>
          <p:spPr>
            <a:xfrm flipH="1" rot="-157512">
              <a:off x="8162796" y="72374"/>
              <a:ext cx="650192" cy="721114"/>
            </a:xfrm>
            <a:custGeom>
              <a:rect b="b" l="l" r="r" t="t"/>
              <a:pathLst>
                <a:path extrusionOk="0" fill="none" h="28846" w="26009">
                  <a:moveTo>
                    <a:pt x="26008" y="20743"/>
                  </a:moveTo>
                  <a:lnTo>
                    <a:pt x="24980" y="6321"/>
                  </a:lnTo>
                  <a:lnTo>
                    <a:pt x="11976" y="1"/>
                  </a:lnTo>
                  <a:lnTo>
                    <a:pt x="1" y="8102"/>
                  </a:lnTo>
                  <a:lnTo>
                    <a:pt x="1029" y="22525"/>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2" name="Google Shape;942;p26"/>
            <p:cNvSpPr/>
            <p:nvPr/>
          </p:nvSpPr>
          <p:spPr>
            <a:xfrm flipH="1" rot="-157512">
              <a:off x="9087877" y="638193"/>
              <a:ext cx="650192" cy="721089"/>
            </a:xfrm>
            <a:custGeom>
              <a:rect b="b" l="l" r="r" t="t"/>
              <a:pathLst>
                <a:path extrusionOk="0" fill="none" h="28845" w="26009">
                  <a:moveTo>
                    <a:pt x="26008" y="20744"/>
                  </a:moveTo>
                  <a:lnTo>
                    <a:pt x="24980" y="6321"/>
                  </a:lnTo>
                  <a:lnTo>
                    <a:pt x="11976" y="0"/>
                  </a:lnTo>
                  <a:lnTo>
                    <a:pt x="0" y="8102"/>
                  </a:lnTo>
                  <a:lnTo>
                    <a:pt x="1028" y="22524"/>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3" name="Google Shape;943;p26"/>
            <p:cNvSpPr/>
            <p:nvPr/>
          </p:nvSpPr>
          <p:spPr>
            <a:xfrm flipH="1" rot="-157512">
              <a:off x="7525463" y="193693"/>
              <a:ext cx="57047" cy="57047"/>
            </a:xfrm>
            <a:custGeom>
              <a:rect b="b" l="l" r="r" t="t"/>
              <a:pathLst>
                <a:path extrusionOk="0" h="2282" w="2282">
                  <a:moveTo>
                    <a:pt x="1140" y="0"/>
                  </a:moveTo>
                  <a:cubicBezTo>
                    <a:pt x="511" y="0"/>
                    <a:pt x="0" y="511"/>
                    <a:pt x="0" y="1141"/>
                  </a:cubicBezTo>
                  <a:cubicBezTo>
                    <a:pt x="0" y="1771"/>
                    <a:pt x="510" y="2281"/>
                    <a:pt x="1140" y="2281"/>
                  </a:cubicBezTo>
                  <a:cubicBezTo>
                    <a:pt x="1771" y="2281"/>
                    <a:pt x="2281" y="1771"/>
                    <a:pt x="2281" y="1141"/>
                  </a:cubicBezTo>
                  <a:cubicBezTo>
                    <a:pt x="2281" y="511"/>
                    <a:pt x="1771" y="0"/>
                    <a:pt x="114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4" name="Google Shape;944;p26"/>
            <p:cNvSpPr/>
            <p:nvPr/>
          </p:nvSpPr>
          <p:spPr>
            <a:xfrm flipH="1" rot="-157512">
              <a:off x="9076066" y="781639"/>
              <a:ext cx="57072" cy="57047"/>
            </a:xfrm>
            <a:custGeom>
              <a:rect b="b" l="l" r="r" t="t"/>
              <a:pathLst>
                <a:path extrusionOk="0" h="2282" w="2283">
                  <a:moveTo>
                    <a:pt x="1141" y="1"/>
                  </a:moveTo>
                  <a:cubicBezTo>
                    <a:pt x="511" y="1"/>
                    <a:pt x="0" y="511"/>
                    <a:pt x="0" y="1141"/>
                  </a:cubicBezTo>
                  <a:cubicBezTo>
                    <a:pt x="0" y="1771"/>
                    <a:pt x="511" y="2282"/>
                    <a:pt x="1141" y="2282"/>
                  </a:cubicBezTo>
                  <a:cubicBezTo>
                    <a:pt x="1771" y="2282"/>
                    <a:pt x="2282" y="1771"/>
                    <a:pt x="2282" y="1141"/>
                  </a:cubicBezTo>
                  <a:cubicBezTo>
                    <a:pt x="2282" y="511"/>
                    <a:pt x="1771" y="1"/>
                    <a:pt x="114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5" name="Google Shape;945;p26"/>
            <p:cNvSpPr/>
            <p:nvPr/>
          </p:nvSpPr>
          <p:spPr>
            <a:xfrm flipH="1" rot="-157512">
              <a:off x="9692804" y="1158867"/>
              <a:ext cx="57072" cy="57047"/>
            </a:xfrm>
            <a:custGeom>
              <a:rect b="b" l="l" r="r" t="t"/>
              <a:pathLst>
                <a:path extrusionOk="0" h="2282" w="2283">
                  <a:moveTo>
                    <a:pt x="1141" y="0"/>
                  </a:moveTo>
                  <a:cubicBezTo>
                    <a:pt x="511" y="0"/>
                    <a:pt x="0" y="510"/>
                    <a:pt x="0" y="1140"/>
                  </a:cubicBezTo>
                  <a:cubicBezTo>
                    <a:pt x="0" y="1770"/>
                    <a:pt x="511" y="2281"/>
                    <a:pt x="1141" y="2281"/>
                  </a:cubicBezTo>
                  <a:cubicBezTo>
                    <a:pt x="1771" y="2281"/>
                    <a:pt x="2282" y="1770"/>
                    <a:pt x="2282" y="1140"/>
                  </a:cubicBezTo>
                  <a:cubicBezTo>
                    <a:pt x="2282" y="510"/>
                    <a:pt x="1771" y="0"/>
                    <a:pt x="114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p:cSld name="CUSTOM_8">
    <p:spTree>
      <p:nvGrpSpPr>
        <p:cNvPr id="946" name="Shape 946"/>
        <p:cNvGrpSpPr/>
        <p:nvPr/>
      </p:nvGrpSpPr>
      <p:grpSpPr>
        <a:xfrm>
          <a:off x="0" y="0"/>
          <a:ext cx="0" cy="0"/>
          <a:chOff x="0" y="0"/>
          <a:chExt cx="0" cy="0"/>
        </a:xfrm>
      </p:grpSpPr>
      <p:sp>
        <p:nvSpPr>
          <p:cNvPr id="947" name="Google Shape;947;p27"/>
          <p:cNvSpPr txBox="1"/>
          <p:nvPr>
            <p:ph hasCustomPrompt="1" type="title"/>
          </p:nvPr>
        </p:nvSpPr>
        <p:spPr>
          <a:xfrm>
            <a:off x="713213" y="670225"/>
            <a:ext cx="4696800" cy="7689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Clr>
                <a:schemeClr val="lt1"/>
              </a:buClr>
              <a:buSzPts val="6000"/>
              <a:buNone/>
              <a:defRPr sz="4500"/>
            </a:lvl1pPr>
            <a:lvl2pPr lvl="1" rtl="0" algn="ctr">
              <a:spcBef>
                <a:spcPts val="0"/>
              </a:spcBef>
              <a:spcAft>
                <a:spcPts val="0"/>
              </a:spcAft>
              <a:buClr>
                <a:schemeClr val="lt1"/>
              </a:buClr>
              <a:buSzPts val="6000"/>
              <a:buNone/>
              <a:defRPr sz="6000">
                <a:solidFill>
                  <a:schemeClr val="lt1"/>
                </a:solidFill>
              </a:defRPr>
            </a:lvl2pPr>
            <a:lvl3pPr lvl="2" rtl="0" algn="ctr">
              <a:spcBef>
                <a:spcPts val="0"/>
              </a:spcBef>
              <a:spcAft>
                <a:spcPts val="0"/>
              </a:spcAft>
              <a:buClr>
                <a:schemeClr val="lt1"/>
              </a:buClr>
              <a:buSzPts val="6000"/>
              <a:buNone/>
              <a:defRPr sz="6000">
                <a:solidFill>
                  <a:schemeClr val="lt1"/>
                </a:solidFill>
              </a:defRPr>
            </a:lvl3pPr>
            <a:lvl4pPr lvl="3" rtl="0" algn="ctr">
              <a:spcBef>
                <a:spcPts val="0"/>
              </a:spcBef>
              <a:spcAft>
                <a:spcPts val="0"/>
              </a:spcAft>
              <a:buClr>
                <a:schemeClr val="lt1"/>
              </a:buClr>
              <a:buSzPts val="6000"/>
              <a:buNone/>
              <a:defRPr sz="6000">
                <a:solidFill>
                  <a:schemeClr val="lt1"/>
                </a:solidFill>
              </a:defRPr>
            </a:lvl4pPr>
            <a:lvl5pPr lvl="4" rtl="0" algn="ctr">
              <a:spcBef>
                <a:spcPts val="0"/>
              </a:spcBef>
              <a:spcAft>
                <a:spcPts val="0"/>
              </a:spcAft>
              <a:buClr>
                <a:schemeClr val="lt1"/>
              </a:buClr>
              <a:buSzPts val="6000"/>
              <a:buNone/>
              <a:defRPr sz="6000">
                <a:solidFill>
                  <a:schemeClr val="lt1"/>
                </a:solidFill>
              </a:defRPr>
            </a:lvl5pPr>
            <a:lvl6pPr lvl="5" rtl="0" algn="ctr">
              <a:spcBef>
                <a:spcPts val="0"/>
              </a:spcBef>
              <a:spcAft>
                <a:spcPts val="0"/>
              </a:spcAft>
              <a:buClr>
                <a:schemeClr val="lt1"/>
              </a:buClr>
              <a:buSzPts val="6000"/>
              <a:buNone/>
              <a:defRPr sz="6000">
                <a:solidFill>
                  <a:schemeClr val="lt1"/>
                </a:solidFill>
              </a:defRPr>
            </a:lvl6pPr>
            <a:lvl7pPr lvl="6" rtl="0" algn="ctr">
              <a:spcBef>
                <a:spcPts val="0"/>
              </a:spcBef>
              <a:spcAft>
                <a:spcPts val="0"/>
              </a:spcAft>
              <a:buClr>
                <a:schemeClr val="lt1"/>
              </a:buClr>
              <a:buSzPts val="6000"/>
              <a:buNone/>
              <a:defRPr sz="6000">
                <a:solidFill>
                  <a:schemeClr val="lt1"/>
                </a:solidFill>
              </a:defRPr>
            </a:lvl7pPr>
            <a:lvl8pPr lvl="7" rtl="0" algn="ctr">
              <a:spcBef>
                <a:spcPts val="0"/>
              </a:spcBef>
              <a:spcAft>
                <a:spcPts val="0"/>
              </a:spcAft>
              <a:buClr>
                <a:schemeClr val="lt1"/>
              </a:buClr>
              <a:buSzPts val="6000"/>
              <a:buNone/>
              <a:defRPr sz="6000">
                <a:solidFill>
                  <a:schemeClr val="lt1"/>
                </a:solidFill>
              </a:defRPr>
            </a:lvl8pPr>
            <a:lvl9pPr lvl="8" rtl="0" algn="ctr">
              <a:spcBef>
                <a:spcPts val="0"/>
              </a:spcBef>
              <a:spcAft>
                <a:spcPts val="0"/>
              </a:spcAft>
              <a:buClr>
                <a:schemeClr val="lt1"/>
              </a:buClr>
              <a:buSzPts val="6000"/>
              <a:buNone/>
              <a:defRPr sz="6000">
                <a:solidFill>
                  <a:schemeClr val="lt1"/>
                </a:solidFill>
              </a:defRPr>
            </a:lvl9pPr>
          </a:lstStyle>
          <a:p>
            <a:r>
              <a:t>xx%</a:t>
            </a:r>
          </a:p>
        </p:txBody>
      </p:sp>
      <p:sp>
        <p:nvSpPr>
          <p:cNvPr id="948" name="Google Shape;948;p27"/>
          <p:cNvSpPr txBox="1"/>
          <p:nvPr>
            <p:ph idx="1" type="subTitle"/>
          </p:nvPr>
        </p:nvSpPr>
        <p:spPr>
          <a:xfrm>
            <a:off x="713213" y="1439127"/>
            <a:ext cx="4696800" cy="365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PT Sans"/>
              <a:buNone/>
              <a:defRPr sz="1500">
                <a:solidFill>
                  <a:schemeClr val="dk1"/>
                </a:solidFill>
              </a:defRPr>
            </a:lvl1pPr>
            <a:lvl2pPr lvl="1" rtl="0" algn="ctr">
              <a:lnSpc>
                <a:spcPct val="100000"/>
              </a:lnSpc>
              <a:spcBef>
                <a:spcPts val="0"/>
              </a:spcBef>
              <a:spcAft>
                <a:spcPts val="0"/>
              </a:spcAft>
              <a:buClr>
                <a:schemeClr val="dk1"/>
              </a:buClr>
              <a:buSzPts val="2100"/>
              <a:buNone/>
              <a:defRPr sz="2100">
                <a:solidFill>
                  <a:schemeClr val="dk1"/>
                </a:solidFill>
              </a:defRPr>
            </a:lvl2pPr>
            <a:lvl3pPr lvl="2" rtl="0" algn="ctr">
              <a:lnSpc>
                <a:spcPct val="100000"/>
              </a:lnSpc>
              <a:spcBef>
                <a:spcPts val="0"/>
              </a:spcBef>
              <a:spcAft>
                <a:spcPts val="0"/>
              </a:spcAft>
              <a:buClr>
                <a:schemeClr val="dk1"/>
              </a:buClr>
              <a:buSzPts val="2100"/>
              <a:buNone/>
              <a:defRPr sz="2100">
                <a:solidFill>
                  <a:schemeClr val="dk1"/>
                </a:solidFill>
              </a:defRPr>
            </a:lvl3pPr>
            <a:lvl4pPr lvl="3"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4pPr>
            <a:lvl5pPr lvl="4"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5pPr>
            <a:lvl6pPr lvl="5"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6pPr>
            <a:lvl7pPr lvl="6"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7pPr>
            <a:lvl8pPr lvl="7"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8pPr>
            <a:lvl9pPr lvl="8"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9pPr>
          </a:lstStyle>
          <a:p/>
        </p:txBody>
      </p:sp>
      <p:sp>
        <p:nvSpPr>
          <p:cNvPr id="949" name="Google Shape;949;p27"/>
          <p:cNvSpPr txBox="1"/>
          <p:nvPr>
            <p:ph hasCustomPrompt="1" idx="2" type="title"/>
          </p:nvPr>
        </p:nvSpPr>
        <p:spPr>
          <a:xfrm>
            <a:off x="3733963" y="2069800"/>
            <a:ext cx="4696800" cy="7689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Clr>
                <a:schemeClr val="lt1"/>
              </a:buClr>
              <a:buSzPts val="6000"/>
              <a:buNone/>
              <a:defRPr sz="4500"/>
            </a:lvl1pPr>
            <a:lvl2pPr lvl="1" rtl="0" algn="ctr">
              <a:spcBef>
                <a:spcPts val="0"/>
              </a:spcBef>
              <a:spcAft>
                <a:spcPts val="0"/>
              </a:spcAft>
              <a:buClr>
                <a:schemeClr val="lt1"/>
              </a:buClr>
              <a:buSzPts val="6000"/>
              <a:buNone/>
              <a:defRPr sz="6000">
                <a:solidFill>
                  <a:schemeClr val="lt1"/>
                </a:solidFill>
              </a:defRPr>
            </a:lvl2pPr>
            <a:lvl3pPr lvl="2" rtl="0" algn="ctr">
              <a:spcBef>
                <a:spcPts val="0"/>
              </a:spcBef>
              <a:spcAft>
                <a:spcPts val="0"/>
              </a:spcAft>
              <a:buClr>
                <a:schemeClr val="lt1"/>
              </a:buClr>
              <a:buSzPts val="6000"/>
              <a:buNone/>
              <a:defRPr sz="6000">
                <a:solidFill>
                  <a:schemeClr val="lt1"/>
                </a:solidFill>
              </a:defRPr>
            </a:lvl3pPr>
            <a:lvl4pPr lvl="3" rtl="0" algn="ctr">
              <a:spcBef>
                <a:spcPts val="0"/>
              </a:spcBef>
              <a:spcAft>
                <a:spcPts val="0"/>
              </a:spcAft>
              <a:buClr>
                <a:schemeClr val="lt1"/>
              </a:buClr>
              <a:buSzPts val="6000"/>
              <a:buNone/>
              <a:defRPr sz="6000">
                <a:solidFill>
                  <a:schemeClr val="lt1"/>
                </a:solidFill>
              </a:defRPr>
            </a:lvl4pPr>
            <a:lvl5pPr lvl="4" rtl="0" algn="ctr">
              <a:spcBef>
                <a:spcPts val="0"/>
              </a:spcBef>
              <a:spcAft>
                <a:spcPts val="0"/>
              </a:spcAft>
              <a:buClr>
                <a:schemeClr val="lt1"/>
              </a:buClr>
              <a:buSzPts val="6000"/>
              <a:buNone/>
              <a:defRPr sz="6000">
                <a:solidFill>
                  <a:schemeClr val="lt1"/>
                </a:solidFill>
              </a:defRPr>
            </a:lvl5pPr>
            <a:lvl6pPr lvl="5" rtl="0" algn="ctr">
              <a:spcBef>
                <a:spcPts val="0"/>
              </a:spcBef>
              <a:spcAft>
                <a:spcPts val="0"/>
              </a:spcAft>
              <a:buClr>
                <a:schemeClr val="lt1"/>
              </a:buClr>
              <a:buSzPts val="6000"/>
              <a:buNone/>
              <a:defRPr sz="6000">
                <a:solidFill>
                  <a:schemeClr val="lt1"/>
                </a:solidFill>
              </a:defRPr>
            </a:lvl6pPr>
            <a:lvl7pPr lvl="6" rtl="0" algn="ctr">
              <a:spcBef>
                <a:spcPts val="0"/>
              </a:spcBef>
              <a:spcAft>
                <a:spcPts val="0"/>
              </a:spcAft>
              <a:buClr>
                <a:schemeClr val="lt1"/>
              </a:buClr>
              <a:buSzPts val="6000"/>
              <a:buNone/>
              <a:defRPr sz="6000">
                <a:solidFill>
                  <a:schemeClr val="lt1"/>
                </a:solidFill>
              </a:defRPr>
            </a:lvl7pPr>
            <a:lvl8pPr lvl="7" rtl="0" algn="ctr">
              <a:spcBef>
                <a:spcPts val="0"/>
              </a:spcBef>
              <a:spcAft>
                <a:spcPts val="0"/>
              </a:spcAft>
              <a:buClr>
                <a:schemeClr val="lt1"/>
              </a:buClr>
              <a:buSzPts val="6000"/>
              <a:buNone/>
              <a:defRPr sz="6000">
                <a:solidFill>
                  <a:schemeClr val="lt1"/>
                </a:solidFill>
              </a:defRPr>
            </a:lvl8pPr>
            <a:lvl9pPr lvl="8" rtl="0" algn="ctr">
              <a:spcBef>
                <a:spcPts val="0"/>
              </a:spcBef>
              <a:spcAft>
                <a:spcPts val="0"/>
              </a:spcAft>
              <a:buClr>
                <a:schemeClr val="lt1"/>
              </a:buClr>
              <a:buSzPts val="6000"/>
              <a:buNone/>
              <a:defRPr sz="6000">
                <a:solidFill>
                  <a:schemeClr val="lt1"/>
                </a:solidFill>
              </a:defRPr>
            </a:lvl9pPr>
          </a:lstStyle>
          <a:p>
            <a:r>
              <a:t>xx%</a:t>
            </a:r>
          </a:p>
        </p:txBody>
      </p:sp>
      <p:sp>
        <p:nvSpPr>
          <p:cNvPr id="950" name="Google Shape;950;p27"/>
          <p:cNvSpPr txBox="1"/>
          <p:nvPr>
            <p:ph idx="3" type="subTitle"/>
          </p:nvPr>
        </p:nvSpPr>
        <p:spPr>
          <a:xfrm>
            <a:off x="3733963" y="2838708"/>
            <a:ext cx="4696800" cy="365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PT Sans"/>
              <a:buNone/>
              <a:defRPr sz="1500">
                <a:solidFill>
                  <a:schemeClr val="dk1"/>
                </a:solidFill>
              </a:defRPr>
            </a:lvl1pPr>
            <a:lvl2pPr lvl="1" rtl="0" algn="ctr">
              <a:lnSpc>
                <a:spcPct val="100000"/>
              </a:lnSpc>
              <a:spcBef>
                <a:spcPts val="0"/>
              </a:spcBef>
              <a:spcAft>
                <a:spcPts val="0"/>
              </a:spcAft>
              <a:buClr>
                <a:schemeClr val="dk1"/>
              </a:buClr>
              <a:buSzPts val="2100"/>
              <a:buNone/>
              <a:defRPr sz="2100">
                <a:solidFill>
                  <a:schemeClr val="dk1"/>
                </a:solidFill>
              </a:defRPr>
            </a:lvl2pPr>
            <a:lvl3pPr lvl="2" rtl="0" algn="ctr">
              <a:lnSpc>
                <a:spcPct val="100000"/>
              </a:lnSpc>
              <a:spcBef>
                <a:spcPts val="0"/>
              </a:spcBef>
              <a:spcAft>
                <a:spcPts val="0"/>
              </a:spcAft>
              <a:buClr>
                <a:schemeClr val="dk1"/>
              </a:buClr>
              <a:buSzPts val="2100"/>
              <a:buNone/>
              <a:defRPr sz="2100">
                <a:solidFill>
                  <a:schemeClr val="dk1"/>
                </a:solidFill>
              </a:defRPr>
            </a:lvl3pPr>
            <a:lvl4pPr lvl="3"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4pPr>
            <a:lvl5pPr lvl="4"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5pPr>
            <a:lvl6pPr lvl="5"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6pPr>
            <a:lvl7pPr lvl="6"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7pPr>
            <a:lvl8pPr lvl="7"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8pPr>
            <a:lvl9pPr lvl="8"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9pPr>
          </a:lstStyle>
          <a:p/>
        </p:txBody>
      </p:sp>
      <p:sp>
        <p:nvSpPr>
          <p:cNvPr id="951" name="Google Shape;951;p27"/>
          <p:cNvSpPr txBox="1"/>
          <p:nvPr>
            <p:ph hasCustomPrompt="1" idx="4" type="title"/>
          </p:nvPr>
        </p:nvSpPr>
        <p:spPr>
          <a:xfrm>
            <a:off x="713213" y="3469375"/>
            <a:ext cx="4696800" cy="7689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Clr>
                <a:schemeClr val="lt1"/>
              </a:buClr>
              <a:buSzPts val="6000"/>
              <a:buNone/>
              <a:defRPr sz="4500"/>
            </a:lvl1pPr>
            <a:lvl2pPr lvl="1" rtl="0" algn="ctr">
              <a:spcBef>
                <a:spcPts val="0"/>
              </a:spcBef>
              <a:spcAft>
                <a:spcPts val="0"/>
              </a:spcAft>
              <a:buClr>
                <a:schemeClr val="lt1"/>
              </a:buClr>
              <a:buSzPts val="6000"/>
              <a:buNone/>
              <a:defRPr sz="6000">
                <a:solidFill>
                  <a:schemeClr val="lt1"/>
                </a:solidFill>
              </a:defRPr>
            </a:lvl2pPr>
            <a:lvl3pPr lvl="2" rtl="0" algn="ctr">
              <a:spcBef>
                <a:spcPts val="0"/>
              </a:spcBef>
              <a:spcAft>
                <a:spcPts val="0"/>
              </a:spcAft>
              <a:buClr>
                <a:schemeClr val="lt1"/>
              </a:buClr>
              <a:buSzPts val="6000"/>
              <a:buNone/>
              <a:defRPr sz="6000">
                <a:solidFill>
                  <a:schemeClr val="lt1"/>
                </a:solidFill>
              </a:defRPr>
            </a:lvl3pPr>
            <a:lvl4pPr lvl="3" rtl="0" algn="ctr">
              <a:spcBef>
                <a:spcPts val="0"/>
              </a:spcBef>
              <a:spcAft>
                <a:spcPts val="0"/>
              </a:spcAft>
              <a:buClr>
                <a:schemeClr val="lt1"/>
              </a:buClr>
              <a:buSzPts val="6000"/>
              <a:buNone/>
              <a:defRPr sz="6000">
                <a:solidFill>
                  <a:schemeClr val="lt1"/>
                </a:solidFill>
              </a:defRPr>
            </a:lvl4pPr>
            <a:lvl5pPr lvl="4" rtl="0" algn="ctr">
              <a:spcBef>
                <a:spcPts val="0"/>
              </a:spcBef>
              <a:spcAft>
                <a:spcPts val="0"/>
              </a:spcAft>
              <a:buClr>
                <a:schemeClr val="lt1"/>
              </a:buClr>
              <a:buSzPts val="6000"/>
              <a:buNone/>
              <a:defRPr sz="6000">
                <a:solidFill>
                  <a:schemeClr val="lt1"/>
                </a:solidFill>
              </a:defRPr>
            </a:lvl5pPr>
            <a:lvl6pPr lvl="5" rtl="0" algn="ctr">
              <a:spcBef>
                <a:spcPts val="0"/>
              </a:spcBef>
              <a:spcAft>
                <a:spcPts val="0"/>
              </a:spcAft>
              <a:buClr>
                <a:schemeClr val="lt1"/>
              </a:buClr>
              <a:buSzPts val="6000"/>
              <a:buNone/>
              <a:defRPr sz="6000">
                <a:solidFill>
                  <a:schemeClr val="lt1"/>
                </a:solidFill>
              </a:defRPr>
            </a:lvl6pPr>
            <a:lvl7pPr lvl="6" rtl="0" algn="ctr">
              <a:spcBef>
                <a:spcPts val="0"/>
              </a:spcBef>
              <a:spcAft>
                <a:spcPts val="0"/>
              </a:spcAft>
              <a:buClr>
                <a:schemeClr val="lt1"/>
              </a:buClr>
              <a:buSzPts val="6000"/>
              <a:buNone/>
              <a:defRPr sz="6000">
                <a:solidFill>
                  <a:schemeClr val="lt1"/>
                </a:solidFill>
              </a:defRPr>
            </a:lvl7pPr>
            <a:lvl8pPr lvl="7" rtl="0" algn="ctr">
              <a:spcBef>
                <a:spcPts val="0"/>
              </a:spcBef>
              <a:spcAft>
                <a:spcPts val="0"/>
              </a:spcAft>
              <a:buClr>
                <a:schemeClr val="lt1"/>
              </a:buClr>
              <a:buSzPts val="6000"/>
              <a:buNone/>
              <a:defRPr sz="6000">
                <a:solidFill>
                  <a:schemeClr val="lt1"/>
                </a:solidFill>
              </a:defRPr>
            </a:lvl8pPr>
            <a:lvl9pPr lvl="8" rtl="0" algn="ctr">
              <a:spcBef>
                <a:spcPts val="0"/>
              </a:spcBef>
              <a:spcAft>
                <a:spcPts val="0"/>
              </a:spcAft>
              <a:buClr>
                <a:schemeClr val="lt1"/>
              </a:buClr>
              <a:buSzPts val="6000"/>
              <a:buNone/>
              <a:defRPr sz="6000">
                <a:solidFill>
                  <a:schemeClr val="lt1"/>
                </a:solidFill>
              </a:defRPr>
            </a:lvl9pPr>
          </a:lstStyle>
          <a:p>
            <a:r>
              <a:t>xx%</a:t>
            </a:r>
          </a:p>
        </p:txBody>
      </p:sp>
      <p:sp>
        <p:nvSpPr>
          <p:cNvPr id="952" name="Google Shape;952;p27"/>
          <p:cNvSpPr txBox="1"/>
          <p:nvPr>
            <p:ph idx="5" type="subTitle"/>
          </p:nvPr>
        </p:nvSpPr>
        <p:spPr>
          <a:xfrm>
            <a:off x="713213" y="4238290"/>
            <a:ext cx="4696800" cy="365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PT Sans"/>
              <a:buNone/>
              <a:defRPr sz="1500">
                <a:solidFill>
                  <a:schemeClr val="dk1"/>
                </a:solidFill>
              </a:defRPr>
            </a:lvl1pPr>
            <a:lvl2pPr lvl="1" rtl="0" algn="ctr">
              <a:lnSpc>
                <a:spcPct val="100000"/>
              </a:lnSpc>
              <a:spcBef>
                <a:spcPts val="0"/>
              </a:spcBef>
              <a:spcAft>
                <a:spcPts val="0"/>
              </a:spcAft>
              <a:buClr>
                <a:schemeClr val="dk1"/>
              </a:buClr>
              <a:buSzPts val="2100"/>
              <a:buNone/>
              <a:defRPr sz="2100">
                <a:solidFill>
                  <a:schemeClr val="dk1"/>
                </a:solidFill>
              </a:defRPr>
            </a:lvl2pPr>
            <a:lvl3pPr lvl="2" rtl="0" algn="ctr">
              <a:lnSpc>
                <a:spcPct val="100000"/>
              </a:lnSpc>
              <a:spcBef>
                <a:spcPts val="0"/>
              </a:spcBef>
              <a:spcAft>
                <a:spcPts val="0"/>
              </a:spcAft>
              <a:buClr>
                <a:schemeClr val="dk1"/>
              </a:buClr>
              <a:buSzPts val="2100"/>
              <a:buNone/>
              <a:defRPr sz="2100">
                <a:solidFill>
                  <a:schemeClr val="dk1"/>
                </a:solidFill>
              </a:defRPr>
            </a:lvl3pPr>
            <a:lvl4pPr lvl="3"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4pPr>
            <a:lvl5pPr lvl="4"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5pPr>
            <a:lvl6pPr lvl="5"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6pPr>
            <a:lvl7pPr lvl="6"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7pPr>
            <a:lvl8pPr lvl="7"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8pPr>
            <a:lvl9pPr lvl="8"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9pPr>
          </a:lstStyle>
          <a:p/>
        </p:txBody>
      </p:sp>
      <p:grpSp>
        <p:nvGrpSpPr>
          <p:cNvPr id="953" name="Google Shape;953;p27"/>
          <p:cNvGrpSpPr/>
          <p:nvPr/>
        </p:nvGrpSpPr>
        <p:grpSpPr>
          <a:xfrm rot="10800000">
            <a:off x="6611267" y="3525019"/>
            <a:ext cx="2532725" cy="1881750"/>
            <a:chOff x="7221517" y="-507956"/>
            <a:chExt cx="2532725" cy="1881750"/>
          </a:xfrm>
        </p:grpSpPr>
        <p:sp>
          <p:nvSpPr>
            <p:cNvPr id="954" name="Google Shape;954;p27"/>
            <p:cNvSpPr/>
            <p:nvPr/>
          </p:nvSpPr>
          <p:spPr>
            <a:xfrm flipH="1" rot="-157512">
              <a:off x="8467712" y="47987"/>
              <a:ext cx="57072" cy="57047"/>
            </a:xfrm>
            <a:custGeom>
              <a:rect b="b" l="l" r="r" t="t"/>
              <a:pathLst>
                <a:path extrusionOk="0" h="2282" w="2283">
                  <a:moveTo>
                    <a:pt x="1141" y="1"/>
                  </a:moveTo>
                  <a:cubicBezTo>
                    <a:pt x="511" y="1"/>
                    <a:pt x="0" y="512"/>
                    <a:pt x="0" y="1142"/>
                  </a:cubicBezTo>
                  <a:cubicBezTo>
                    <a:pt x="0" y="1771"/>
                    <a:pt x="511" y="2282"/>
                    <a:pt x="1141" y="2282"/>
                  </a:cubicBezTo>
                  <a:cubicBezTo>
                    <a:pt x="1771" y="2282"/>
                    <a:pt x="2282" y="1771"/>
                    <a:pt x="2282" y="1142"/>
                  </a:cubicBezTo>
                  <a:cubicBezTo>
                    <a:pt x="2282" y="512"/>
                    <a:pt x="1771" y="1"/>
                    <a:pt x="114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5" name="Google Shape;955;p27"/>
            <p:cNvSpPr/>
            <p:nvPr/>
          </p:nvSpPr>
          <p:spPr>
            <a:xfrm flipH="1" rot="-157512">
              <a:off x="8489459" y="-461709"/>
              <a:ext cx="650192" cy="721064"/>
            </a:xfrm>
            <a:custGeom>
              <a:rect b="b" l="l" r="r" t="t"/>
              <a:pathLst>
                <a:path extrusionOk="0" fill="none" h="28844" w="26009">
                  <a:moveTo>
                    <a:pt x="26008" y="20743"/>
                  </a:moveTo>
                  <a:lnTo>
                    <a:pt x="24980" y="6321"/>
                  </a:lnTo>
                  <a:lnTo>
                    <a:pt x="11976" y="0"/>
                  </a:lnTo>
                  <a:lnTo>
                    <a:pt x="0" y="8101"/>
                  </a:lnTo>
                  <a:lnTo>
                    <a:pt x="1028" y="22524"/>
                  </a:lnTo>
                  <a:lnTo>
                    <a:pt x="14033" y="28844"/>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6" name="Google Shape;956;p27"/>
            <p:cNvSpPr/>
            <p:nvPr/>
          </p:nvSpPr>
          <p:spPr>
            <a:xfrm flipH="1" rot="-157512">
              <a:off x="7863600" y="-477589"/>
              <a:ext cx="650167" cy="721114"/>
            </a:xfrm>
            <a:custGeom>
              <a:rect b="b" l="l" r="r" t="t"/>
              <a:pathLst>
                <a:path extrusionOk="0" fill="none" h="28846" w="26008">
                  <a:moveTo>
                    <a:pt x="26008" y="20743"/>
                  </a:moveTo>
                  <a:lnTo>
                    <a:pt x="24980" y="6321"/>
                  </a:lnTo>
                  <a:lnTo>
                    <a:pt x="11975" y="1"/>
                  </a:lnTo>
                  <a:lnTo>
                    <a:pt x="0" y="8103"/>
                  </a:lnTo>
                  <a:lnTo>
                    <a:pt x="1028" y="22525"/>
                  </a:lnTo>
                  <a:lnTo>
                    <a:pt x="14032"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7" name="Google Shape;957;p27"/>
            <p:cNvSpPr/>
            <p:nvPr/>
          </p:nvSpPr>
          <p:spPr>
            <a:xfrm flipH="1" rot="-157512">
              <a:off x="7237690" y="-493444"/>
              <a:ext cx="650217" cy="721114"/>
            </a:xfrm>
            <a:custGeom>
              <a:rect b="b" l="l" r="r" t="t"/>
              <a:pathLst>
                <a:path extrusionOk="0" fill="none" h="28846" w="26010">
                  <a:moveTo>
                    <a:pt x="26010" y="20743"/>
                  </a:moveTo>
                  <a:lnTo>
                    <a:pt x="24981" y="6321"/>
                  </a:lnTo>
                  <a:lnTo>
                    <a:pt x="11976" y="0"/>
                  </a:lnTo>
                  <a:lnTo>
                    <a:pt x="1" y="8102"/>
                  </a:lnTo>
                  <a:lnTo>
                    <a:pt x="1029" y="22524"/>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8" name="Google Shape;958;p27"/>
            <p:cNvSpPr/>
            <p:nvPr/>
          </p:nvSpPr>
          <p:spPr>
            <a:xfrm flipH="1" rot="-157512">
              <a:off x="8788681" y="88254"/>
              <a:ext cx="650192" cy="721064"/>
            </a:xfrm>
            <a:custGeom>
              <a:rect b="b" l="l" r="r" t="t"/>
              <a:pathLst>
                <a:path extrusionOk="0" fill="none" h="28844" w="26009">
                  <a:moveTo>
                    <a:pt x="26009" y="20743"/>
                  </a:moveTo>
                  <a:lnTo>
                    <a:pt x="24981" y="6320"/>
                  </a:lnTo>
                  <a:lnTo>
                    <a:pt x="11976" y="0"/>
                  </a:lnTo>
                  <a:lnTo>
                    <a:pt x="1" y="8101"/>
                  </a:lnTo>
                  <a:lnTo>
                    <a:pt x="1029" y="22523"/>
                  </a:lnTo>
                  <a:lnTo>
                    <a:pt x="14033" y="28844"/>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9" name="Google Shape;959;p27"/>
            <p:cNvSpPr/>
            <p:nvPr/>
          </p:nvSpPr>
          <p:spPr>
            <a:xfrm flipH="1" rot="-157512">
              <a:off x="8162796" y="72374"/>
              <a:ext cx="650192" cy="721114"/>
            </a:xfrm>
            <a:custGeom>
              <a:rect b="b" l="l" r="r" t="t"/>
              <a:pathLst>
                <a:path extrusionOk="0" fill="none" h="28846" w="26009">
                  <a:moveTo>
                    <a:pt x="26008" y="20743"/>
                  </a:moveTo>
                  <a:lnTo>
                    <a:pt x="24980" y="6321"/>
                  </a:lnTo>
                  <a:lnTo>
                    <a:pt x="11976" y="1"/>
                  </a:lnTo>
                  <a:lnTo>
                    <a:pt x="1" y="8102"/>
                  </a:lnTo>
                  <a:lnTo>
                    <a:pt x="1029" y="22525"/>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0" name="Google Shape;960;p27"/>
            <p:cNvSpPr/>
            <p:nvPr/>
          </p:nvSpPr>
          <p:spPr>
            <a:xfrm flipH="1" rot="-157512">
              <a:off x="9087877" y="638193"/>
              <a:ext cx="650192" cy="721089"/>
            </a:xfrm>
            <a:custGeom>
              <a:rect b="b" l="l" r="r" t="t"/>
              <a:pathLst>
                <a:path extrusionOk="0" fill="none" h="28845" w="26009">
                  <a:moveTo>
                    <a:pt x="26008" y="20744"/>
                  </a:moveTo>
                  <a:lnTo>
                    <a:pt x="24980" y="6321"/>
                  </a:lnTo>
                  <a:lnTo>
                    <a:pt x="11976" y="0"/>
                  </a:lnTo>
                  <a:lnTo>
                    <a:pt x="0" y="8102"/>
                  </a:lnTo>
                  <a:lnTo>
                    <a:pt x="1028" y="22524"/>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1" name="Google Shape;961;p27"/>
            <p:cNvSpPr/>
            <p:nvPr/>
          </p:nvSpPr>
          <p:spPr>
            <a:xfrm flipH="1" rot="-157512">
              <a:off x="7525463" y="193693"/>
              <a:ext cx="57047" cy="57047"/>
            </a:xfrm>
            <a:custGeom>
              <a:rect b="b" l="l" r="r" t="t"/>
              <a:pathLst>
                <a:path extrusionOk="0" h="2282" w="2282">
                  <a:moveTo>
                    <a:pt x="1140" y="0"/>
                  </a:moveTo>
                  <a:cubicBezTo>
                    <a:pt x="511" y="0"/>
                    <a:pt x="0" y="511"/>
                    <a:pt x="0" y="1141"/>
                  </a:cubicBezTo>
                  <a:cubicBezTo>
                    <a:pt x="0" y="1771"/>
                    <a:pt x="510" y="2281"/>
                    <a:pt x="1140" y="2281"/>
                  </a:cubicBezTo>
                  <a:cubicBezTo>
                    <a:pt x="1771" y="2281"/>
                    <a:pt x="2281" y="1771"/>
                    <a:pt x="2281" y="1141"/>
                  </a:cubicBezTo>
                  <a:cubicBezTo>
                    <a:pt x="2281" y="511"/>
                    <a:pt x="1771" y="0"/>
                    <a:pt x="114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2" name="Google Shape;962;p27"/>
            <p:cNvSpPr/>
            <p:nvPr/>
          </p:nvSpPr>
          <p:spPr>
            <a:xfrm flipH="1" rot="-157512">
              <a:off x="9076066" y="781639"/>
              <a:ext cx="57072" cy="57047"/>
            </a:xfrm>
            <a:custGeom>
              <a:rect b="b" l="l" r="r" t="t"/>
              <a:pathLst>
                <a:path extrusionOk="0" h="2282" w="2283">
                  <a:moveTo>
                    <a:pt x="1141" y="1"/>
                  </a:moveTo>
                  <a:cubicBezTo>
                    <a:pt x="511" y="1"/>
                    <a:pt x="0" y="511"/>
                    <a:pt x="0" y="1141"/>
                  </a:cubicBezTo>
                  <a:cubicBezTo>
                    <a:pt x="0" y="1771"/>
                    <a:pt x="511" y="2282"/>
                    <a:pt x="1141" y="2282"/>
                  </a:cubicBezTo>
                  <a:cubicBezTo>
                    <a:pt x="1771" y="2282"/>
                    <a:pt x="2282" y="1771"/>
                    <a:pt x="2282" y="1141"/>
                  </a:cubicBezTo>
                  <a:cubicBezTo>
                    <a:pt x="2282" y="511"/>
                    <a:pt x="1771" y="1"/>
                    <a:pt x="114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3" name="Google Shape;963;p27"/>
            <p:cNvSpPr/>
            <p:nvPr/>
          </p:nvSpPr>
          <p:spPr>
            <a:xfrm flipH="1" rot="-157512">
              <a:off x="9692804" y="1158867"/>
              <a:ext cx="57072" cy="57047"/>
            </a:xfrm>
            <a:custGeom>
              <a:rect b="b" l="l" r="r" t="t"/>
              <a:pathLst>
                <a:path extrusionOk="0" h="2282" w="2283">
                  <a:moveTo>
                    <a:pt x="1141" y="0"/>
                  </a:moveTo>
                  <a:cubicBezTo>
                    <a:pt x="511" y="0"/>
                    <a:pt x="0" y="510"/>
                    <a:pt x="0" y="1140"/>
                  </a:cubicBezTo>
                  <a:cubicBezTo>
                    <a:pt x="0" y="1770"/>
                    <a:pt x="511" y="2281"/>
                    <a:pt x="1141" y="2281"/>
                  </a:cubicBezTo>
                  <a:cubicBezTo>
                    <a:pt x="1771" y="2281"/>
                    <a:pt x="2282" y="1770"/>
                    <a:pt x="2282" y="1140"/>
                  </a:cubicBezTo>
                  <a:cubicBezTo>
                    <a:pt x="2282" y="510"/>
                    <a:pt x="1771" y="0"/>
                    <a:pt x="114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64" name="Google Shape;964;p27"/>
          <p:cNvGrpSpPr/>
          <p:nvPr/>
        </p:nvGrpSpPr>
        <p:grpSpPr>
          <a:xfrm>
            <a:off x="7078642" y="-256406"/>
            <a:ext cx="2532725" cy="1881750"/>
            <a:chOff x="7221517" y="-507956"/>
            <a:chExt cx="2532725" cy="1881750"/>
          </a:xfrm>
        </p:grpSpPr>
        <p:sp>
          <p:nvSpPr>
            <p:cNvPr id="965" name="Google Shape;965;p27"/>
            <p:cNvSpPr/>
            <p:nvPr/>
          </p:nvSpPr>
          <p:spPr>
            <a:xfrm flipH="1" rot="-157512">
              <a:off x="8467712" y="47987"/>
              <a:ext cx="57072" cy="57047"/>
            </a:xfrm>
            <a:custGeom>
              <a:rect b="b" l="l" r="r" t="t"/>
              <a:pathLst>
                <a:path extrusionOk="0" h="2282" w="2283">
                  <a:moveTo>
                    <a:pt x="1141" y="1"/>
                  </a:moveTo>
                  <a:cubicBezTo>
                    <a:pt x="511" y="1"/>
                    <a:pt x="0" y="512"/>
                    <a:pt x="0" y="1142"/>
                  </a:cubicBezTo>
                  <a:cubicBezTo>
                    <a:pt x="0" y="1771"/>
                    <a:pt x="511" y="2282"/>
                    <a:pt x="1141" y="2282"/>
                  </a:cubicBezTo>
                  <a:cubicBezTo>
                    <a:pt x="1771" y="2282"/>
                    <a:pt x="2282" y="1771"/>
                    <a:pt x="2282" y="1142"/>
                  </a:cubicBezTo>
                  <a:cubicBezTo>
                    <a:pt x="2282" y="512"/>
                    <a:pt x="1771" y="1"/>
                    <a:pt x="114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6" name="Google Shape;966;p27"/>
            <p:cNvSpPr/>
            <p:nvPr/>
          </p:nvSpPr>
          <p:spPr>
            <a:xfrm flipH="1" rot="-157512">
              <a:off x="8489459" y="-461709"/>
              <a:ext cx="650192" cy="721064"/>
            </a:xfrm>
            <a:custGeom>
              <a:rect b="b" l="l" r="r" t="t"/>
              <a:pathLst>
                <a:path extrusionOk="0" fill="none" h="28844" w="26009">
                  <a:moveTo>
                    <a:pt x="26008" y="20743"/>
                  </a:moveTo>
                  <a:lnTo>
                    <a:pt x="24980" y="6321"/>
                  </a:lnTo>
                  <a:lnTo>
                    <a:pt x="11976" y="0"/>
                  </a:lnTo>
                  <a:lnTo>
                    <a:pt x="0" y="8101"/>
                  </a:lnTo>
                  <a:lnTo>
                    <a:pt x="1028" y="22524"/>
                  </a:lnTo>
                  <a:lnTo>
                    <a:pt x="14033" y="28844"/>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7" name="Google Shape;967;p27"/>
            <p:cNvSpPr/>
            <p:nvPr/>
          </p:nvSpPr>
          <p:spPr>
            <a:xfrm flipH="1" rot="-157512">
              <a:off x="7863600" y="-477589"/>
              <a:ext cx="650167" cy="721114"/>
            </a:xfrm>
            <a:custGeom>
              <a:rect b="b" l="l" r="r" t="t"/>
              <a:pathLst>
                <a:path extrusionOk="0" fill="none" h="28846" w="26008">
                  <a:moveTo>
                    <a:pt x="26008" y="20743"/>
                  </a:moveTo>
                  <a:lnTo>
                    <a:pt x="24980" y="6321"/>
                  </a:lnTo>
                  <a:lnTo>
                    <a:pt x="11975" y="1"/>
                  </a:lnTo>
                  <a:lnTo>
                    <a:pt x="0" y="8103"/>
                  </a:lnTo>
                  <a:lnTo>
                    <a:pt x="1028" y="22525"/>
                  </a:lnTo>
                  <a:lnTo>
                    <a:pt x="14032"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8" name="Google Shape;968;p27"/>
            <p:cNvSpPr/>
            <p:nvPr/>
          </p:nvSpPr>
          <p:spPr>
            <a:xfrm flipH="1" rot="-157512">
              <a:off x="7237690" y="-493444"/>
              <a:ext cx="650217" cy="721114"/>
            </a:xfrm>
            <a:custGeom>
              <a:rect b="b" l="l" r="r" t="t"/>
              <a:pathLst>
                <a:path extrusionOk="0" fill="none" h="28846" w="26010">
                  <a:moveTo>
                    <a:pt x="26010" y="20743"/>
                  </a:moveTo>
                  <a:lnTo>
                    <a:pt x="24981" y="6321"/>
                  </a:lnTo>
                  <a:lnTo>
                    <a:pt x="11976" y="0"/>
                  </a:lnTo>
                  <a:lnTo>
                    <a:pt x="1" y="8102"/>
                  </a:lnTo>
                  <a:lnTo>
                    <a:pt x="1029" y="22524"/>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9" name="Google Shape;969;p27"/>
            <p:cNvSpPr/>
            <p:nvPr/>
          </p:nvSpPr>
          <p:spPr>
            <a:xfrm flipH="1" rot="-157512">
              <a:off x="8788681" y="88254"/>
              <a:ext cx="650192" cy="721064"/>
            </a:xfrm>
            <a:custGeom>
              <a:rect b="b" l="l" r="r" t="t"/>
              <a:pathLst>
                <a:path extrusionOk="0" fill="none" h="28844" w="26009">
                  <a:moveTo>
                    <a:pt x="26009" y="20743"/>
                  </a:moveTo>
                  <a:lnTo>
                    <a:pt x="24981" y="6320"/>
                  </a:lnTo>
                  <a:lnTo>
                    <a:pt x="11976" y="0"/>
                  </a:lnTo>
                  <a:lnTo>
                    <a:pt x="1" y="8101"/>
                  </a:lnTo>
                  <a:lnTo>
                    <a:pt x="1029" y="22523"/>
                  </a:lnTo>
                  <a:lnTo>
                    <a:pt x="14033" y="28844"/>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0" name="Google Shape;970;p27"/>
            <p:cNvSpPr/>
            <p:nvPr/>
          </p:nvSpPr>
          <p:spPr>
            <a:xfrm flipH="1" rot="-157512">
              <a:off x="8162796" y="72374"/>
              <a:ext cx="650192" cy="721114"/>
            </a:xfrm>
            <a:custGeom>
              <a:rect b="b" l="l" r="r" t="t"/>
              <a:pathLst>
                <a:path extrusionOk="0" fill="none" h="28846" w="26009">
                  <a:moveTo>
                    <a:pt x="26008" y="20743"/>
                  </a:moveTo>
                  <a:lnTo>
                    <a:pt x="24980" y="6321"/>
                  </a:lnTo>
                  <a:lnTo>
                    <a:pt x="11976" y="1"/>
                  </a:lnTo>
                  <a:lnTo>
                    <a:pt x="1" y="8102"/>
                  </a:lnTo>
                  <a:lnTo>
                    <a:pt x="1029" y="22525"/>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1" name="Google Shape;971;p27"/>
            <p:cNvSpPr/>
            <p:nvPr/>
          </p:nvSpPr>
          <p:spPr>
            <a:xfrm flipH="1" rot="-157512">
              <a:off x="9087877" y="638193"/>
              <a:ext cx="650192" cy="721089"/>
            </a:xfrm>
            <a:custGeom>
              <a:rect b="b" l="l" r="r" t="t"/>
              <a:pathLst>
                <a:path extrusionOk="0" fill="none" h="28845" w="26009">
                  <a:moveTo>
                    <a:pt x="26008" y="20744"/>
                  </a:moveTo>
                  <a:lnTo>
                    <a:pt x="24980" y="6321"/>
                  </a:lnTo>
                  <a:lnTo>
                    <a:pt x="11976" y="0"/>
                  </a:lnTo>
                  <a:lnTo>
                    <a:pt x="0" y="8102"/>
                  </a:lnTo>
                  <a:lnTo>
                    <a:pt x="1028" y="22524"/>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2" name="Google Shape;972;p27"/>
            <p:cNvSpPr/>
            <p:nvPr/>
          </p:nvSpPr>
          <p:spPr>
            <a:xfrm flipH="1" rot="-157512">
              <a:off x="7525463" y="193693"/>
              <a:ext cx="57047" cy="57047"/>
            </a:xfrm>
            <a:custGeom>
              <a:rect b="b" l="l" r="r" t="t"/>
              <a:pathLst>
                <a:path extrusionOk="0" h="2282" w="2282">
                  <a:moveTo>
                    <a:pt x="1140" y="0"/>
                  </a:moveTo>
                  <a:cubicBezTo>
                    <a:pt x="511" y="0"/>
                    <a:pt x="0" y="511"/>
                    <a:pt x="0" y="1141"/>
                  </a:cubicBezTo>
                  <a:cubicBezTo>
                    <a:pt x="0" y="1771"/>
                    <a:pt x="510" y="2281"/>
                    <a:pt x="1140" y="2281"/>
                  </a:cubicBezTo>
                  <a:cubicBezTo>
                    <a:pt x="1771" y="2281"/>
                    <a:pt x="2281" y="1771"/>
                    <a:pt x="2281" y="1141"/>
                  </a:cubicBezTo>
                  <a:cubicBezTo>
                    <a:pt x="2281" y="511"/>
                    <a:pt x="1771" y="0"/>
                    <a:pt x="114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3" name="Google Shape;973;p27"/>
            <p:cNvSpPr/>
            <p:nvPr/>
          </p:nvSpPr>
          <p:spPr>
            <a:xfrm flipH="1" rot="-157512">
              <a:off x="9076066" y="781639"/>
              <a:ext cx="57072" cy="57047"/>
            </a:xfrm>
            <a:custGeom>
              <a:rect b="b" l="l" r="r" t="t"/>
              <a:pathLst>
                <a:path extrusionOk="0" h="2282" w="2283">
                  <a:moveTo>
                    <a:pt x="1141" y="1"/>
                  </a:moveTo>
                  <a:cubicBezTo>
                    <a:pt x="511" y="1"/>
                    <a:pt x="0" y="511"/>
                    <a:pt x="0" y="1141"/>
                  </a:cubicBezTo>
                  <a:cubicBezTo>
                    <a:pt x="0" y="1771"/>
                    <a:pt x="511" y="2282"/>
                    <a:pt x="1141" y="2282"/>
                  </a:cubicBezTo>
                  <a:cubicBezTo>
                    <a:pt x="1771" y="2282"/>
                    <a:pt x="2282" y="1771"/>
                    <a:pt x="2282" y="1141"/>
                  </a:cubicBezTo>
                  <a:cubicBezTo>
                    <a:pt x="2282" y="511"/>
                    <a:pt x="1771" y="1"/>
                    <a:pt x="114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4" name="Google Shape;974;p27"/>
            <p:cNvSpPr/>
            <p:nvPr/>
          </p:nvSpPr>
          <p:spPr>
            <a:xfrm flipH="1" rot="-157512">
              <a:off x="9692804" y="1158867"/>
              <a:ext cx="57072" cy="57047"/>
            </a:xfrm>
            <a:custGeom>
              <a:rect b="b" l="l" r="r" t="t"/>
              <a:pathLst>
                <a:path extrusionOk="0" h="2282" w="2283">
                  <a:moveTo>
                    <a:pt x="1141" y="0"/>
                  </a:moveTo>
                  <a:cubicBezTo>
                    <a:pt x="511" y="0"/>
                    <a:pt x="0" y="510"/>
                    <a:pt x="0" y="1140"/>
                  </a:cubicBezTo>
                  <a:cubicBezTo>
                    <a:pt x="0" y="1770"/>
                    <a:pt x="511" y="2281"/>
                    <a:pt x="1141" y="2281"/>
                  </a:cubicBezTo>
                  <a:cubicBezTo>
                    <a:pt x="1771" y="2281"/>
                    <a:pt x="2282" y="1770"/>
                    <a:pt x="2282" y="1140"/>
                  </a:cubicBezTo>
                  <a:cubicBezTo>
                    <a:pt x="2282" y="510"/>
                    <a:pt x="1771" y="0"/>
                    <a:pt x="114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1">
  <p:cSld name="CUSTOM_8_1">
    <p:spTree>
      <p:nvGrpSpPr>
        <p:cNvPr id="975" name="Shape 975"/>
        <p:cNvGrpSpPr/>
        <p:nvPr/>
      </p:nvGrpSpPr>
      <p:grpSpPr>
        <a:xfrm>
          <a:off x="0" y="0"/>
          <a:ext cx="0" cy="0"/>
          <a:chOff x="0" y="0"/>
          <a:chExt cx="0" cy="0"/>
        </a:xfrm>
      </p:grpSpPr>
      <p:sp>
        <p:nvSpPr>
          <p:cNvPr id="976" name="Google Shape;976;p28"/>
          <p:cNvSpPr txBox="1"/>
          <p:nvPr>
            <p:ph hasCustomPrompt="1" type="title"/>
          </p:nvPr>
        </p:nvSpPr>
        <p:spPr>
          <a:xfrm>
            <a:off x="1200575" y="2456174"/>
            <a:ext cx="1398900" cy="4572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Clr>
                <a:schemeClr val="lt1"/>
              </a:buClr>
              <a:buSzPts val="6000"/>
              <a:buNone/>
              <a:defRPr sz="3000"/>
            </a:lvl1pPr>
            <a:lvl2pPr lvl="1" rtl="0" algn="ctr">
              <a:spcBef>
                <a:spcPts val="0"/>
              </a:spcBef>
              <a:spcAft>
                <a:spcPts val="0"/>
              </a:spcAft>
              <a:buClr>
                <a:schemeClr val="lt1"/>
              </a:buClr>
              <a:buSzPts val="6000"/>
              <a:buNone/>
              <a:defRPr sz="6000">
                <a:solidFill>
                  <a:schemeClr val="lt1"/>
                </a:solidFill>
              </a:defRPr>
            </a:lvl2pPr>
            <a:lvl3pPr lvl="2" rtl="0" algn="ctr">
              <a:spcBef>
                <a:spcPts val="0"/>
              </a:spcBef>
              <a:spcAft>
                <a:spcPts val="0"/>
              </a:spcAft>
              <a:buClr>
                <a:schemeClr val="lt1"/>
              </a:buClr>
              <a:buSzPts val="6000"/>
              <a:buNone/>
              <a:defRPr sz="6000">
                <a:solidFill>
                  <a:schemeClr val="lt1"/>
                </a:solidFill>
              </a:defRPr>
            </a:lvl3pPr>
            <a:lvl4pPr lvl="3" rtl="0" algn="ctr">
              <a:spcBef>
                <a:spcPts val="0"/>
              </a:spcBef>
              <a:spcAft>
                <a:spcPts val="0"/>
              </a:spcAft>
              <a:buClr>
                <a:schemeClr val="lt1"/>
              </a:buClr>
              <a:buSzPts val="6000"/>
              <a:buNone/>
              <a:defRPr sz="6000">
                <a:solidFill>
                  <a:schemeClr val="lt1"/>
                </a:solidFill>
              </a:defRPr>
            </a:lvl4pPr>
            <a:lvl5pPr lvl="4" rtl="0" algn="ctr">
              <a:spcBef>
                <a:spcPts val="0"/>
              </a:spcBef>
              <a:spcAft>
                <a:spcPts val="0"/>
              </a:spcAft>
              <a:buClr>
                <a:schemeClr val="lt1"/>
              </a:buClr>
              <a:buSzPts val="6000"/>
              <a:buNone/>
              <a:defRPr sz="6000">
                <a:solidFill>
                  <a:schemeClr val="lt1"/>
                </a:solidFill>
              </a:defRPr>
            </a:lvl5pPr>
            <a:lvl6pPr lvl="5" rtl="0" algn="ctr">
              <a:spcBef>
                <a:spcPts val="0"/>
              </a:spcBef>
              <a:spcAft>
                <a:spcPts val="0"/>
              </a:spcAft>
              <a:buClr>
                <a:schemeClr val="lt1"/>
              </a:buClr>
              <a:buSzPts val="6000"/>
              <a:buNone/>
              <a:defRPr sz="6000">
                <a:solidFill>
                  <a:schemeClr val="lt1"/>
                </a:solidFill>
              </a:defRPr>
            </a:lvl6pPr>
            <a:lvl7pPr lvl="6" rtl="0" algn="ctr">
              <a:spcBef>
                <a:spcPts val="0"/>
              </a:spcBef>
              <a:spcAft>
                <a:spcPts val="0"/>
              </a:spcAft>
              <a:buClr>
                <a:schemeClr val="lt1"/>
              </a:buClr>
              <a:buSzPts val="6000"/>
              <a:buNone/>
              <a:defRPr sz="6000">
                <a:solidFill>
                  <a:schemeClr val="lt1"/>
                </a:solidFill>
              </a:defRPr>
            </a:lvl7pPr>
            <a:lvl8pPr lvl="7" rtl="0" algn="ctr">
              <a:spcBef>
                <a:spcPts val="0"/>
              </a:spcBef>
              <a:spcAft>
                <a:spcPts val="0"/>
              </a:spcAft>
              <a:buClr>
                <a:schemeClr val="lt1"/>
              </a:buClr>
              <a:buSzPts val="6000"/>
              <a:buNone/>
              <a:defRPr sz="6000">
                <a:solidFill>
                  <a:schemeClr val="lt1"/>
                </a:solidFill>
              </a:defRPr>
            </a:lvl8pPr>
            <a:lvl9pPr lvl="8" rtl="0" algn="ctr">
              <a:spcBef>
                <a:spcPts val="0"/>
              </a:spcBef>
              <a:spcAft>
                <a:spcPts val="0"/>
              </a:spcAft>
              <a:buClr>
                <a:schemeClr val="lt1"/>
              </a:buClr>
              <a:buSzPts val="6000"/>
              <a:buNone/>
              <a:defRPr sz="6000">
                <a:solidFill>
                  <a:schemeClr val="lt1"/>
                </a:solidFill>
              </a:defRPr>
            </a:lvl9pPr>
          </a:lstStyle>
          <a:p>
            <a:r>
              <a:t>xx%</a:t>
            </a:r>
          </a:p>
        </p:txBody>
      </p:sp>
      <p:sp>
        <p:nvSpPr>
          <p:cNvPr id="977" name="Google Shape;977;p28"/>
          <p:cNvSpPr txBox="1"/>
          <p:nvPr>
            <p:ph idx="1" type="subTitle"/>
          </p:nvPr>
        </p:nvSpPr>
        <p:spPr>
          <a:xfrm>
            <a:off x="713225" y="3812476"/>
            <a:ext cx="2373600" cy="679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400"/>
              <a:buFont typeface="PT Sans"/>
              <a:buNone/>
              <a:defRPr/>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Font typeface="PT Sans"/>
              <a:buNone/>
              <a:defRPr sz="2100">
                <a:latin typeface="PT Sans"/>
                <a:ea typeface="PT Sans"/>
                <a:cs typeface="PT Sans"/>
                <a:sym typeface="PT Sans"/>
              </a:defRPr>
            </a:lvl4pPr>
            <a:lvl5pPr lvl="4" rtl="0" algn="ctr">
              <a:lnSpc>
                <a:spcPct val="100000"/>
              </a:lnSpc>
              <a:spcBef>
                <a:spcPts val="0"/>
              </a:spcBef>
              <a:spcAft>
                <a:spcPts val="0"/>
              </a:spcAft>
              <a:buSzPts val="2100"/>
              <a:buFont typeface="PT Sans"/>
              <a:buNone/>
              <a:defRPr sz="2100">
                <a:latin typeface="PT Sans"/>
                <a:ea typeface="PT Sans"/>
                <a:cs typeface="PT Sans"/>
                <a:sym typeface="PT Sans"/>
              </a:defRPr>
            </a:lvl5pPr>
            <a:lvl6pPr lvl="5" rtl="0" algn="ctr">
              <a:lnSpc>
                <a:spcPct val="100000"/>
              </a:lnSpc>
              <a:spcBef>
                <a:spcPts val="0"/>
              </a:spcBef>
              <a:spcAft>
                <a:spcPts val="0"/>
              </a:spcAft>
              <a:buSzPts val="2100"/>
              <a:buFont typeface="PT Sans"/>
              <a:buNone/>
              <a:defRPr sz="2100">
                <a:latin typeface="PT Sans"/>
                <a:ea typeface="PT Sans"/>
                <a:cs typeface="PT Sans"/>
                <a:sym typeface="PT Sans"/>
              </a:defRPr>
            </a:lvl6pPr>
            <a:lvl7pPr lvl="6" rtl="0" algn="ctr">
              <a:lnSpc>
                <a:spcPct val="100000"/>
              </a:lnSpc>
              <a:spcBef>
                <a:spcPts val="0"/>
              </a:spcBef>
              <a:spcAft>
                <a:spcPts val="0"/>
              </a:spcAft>
              <a:buSzPts val="2100"/>
              <a:buFont typeface="PT Sans"/>
              <a:buNone/>
              <a:defRPr sz="2100">
                <a:latin typeface="PT Sans"/>
                <a:ea typeface="PT Sans"/>
                <a:cs typeface="PT Sans"/>
                <a:sym typeface="PT Sans"/>
              </a:defRPr>
            </a:lvl7pPr>
            <a:lvl8pPr lvl="7" rtl="0" algn="ctr">
              <a:lnSpc>
                <a:spcPct val="100000"/>
              </a:lnSpc>
              <a:spcBef>
                <a:spcPts val="0"/>
              </a:spcBef>
              <a:spcAft>
                <a:spcPts val="0"/>
              </a:spcAft>
              <a:buSzPts val="2100"/>
              <a:buFont typeface="PT Sans"/>
              <a:buNone/>
              <a:defRPr sz="2100">
                <a:latin typeface="PT Sans"/>
                <a:ea typeface="PT Sans"/>
                <a:cs typeface="PT Sans"/>
                <a:sym typeface="PT Sans"/>
              </a:defRPr>
            </a:lvl8pPr>
            <a:lvl9pPr lvl="8" rtl="0" algn="ctr">
              <a:lnSpc>
                <a:spcPct val="100000"/>
              </a:lnSpc>
              <a:spcBef>
                <a:spcPts val="0"/>
              </a:spcBef>
              <a:spcAft>
                <a:spcPts val="0"/>
              </a:spcAft>
              <a:buSzPts val="2100"/>
              <a:buFont typeface="PT Sans"/>
              <a:buNone/>
              <a:defRPr sz="2100">
                <a:latin typeface="PT Sans"/>
                <a:ea typeface="PT Sans"/>
                <a:cs typeface="PT Sans"/>
                <a:sym typeface="PT Sans"/>
              </a:defRPr>
            </a:lvl9pPr>
          </a:lstStyle>
          <a:p/>
        </p:txBody>
      </p:sp>
      <p:sp>
        <p:nvSpPr>
          <p:cNvPr id="978" name="Google Shape;978;p28"/>
          <p:cNvSpPr txBox="1"/>
          <p:nvPr>
            <p:ph idx="2" type="subTitle"/>
          </p:nvPr>
        </p:nvSpPr>
        <p:spPr>
          <a:xfrm>
            <a:off x="713225" y="3411134"/>
            <a:ext cx="2373600" cy="4572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Bebas Neue"/>
              <a:buNone/>
              <a:defRPr sz="2100">
                <a:solidFill>
                  <a:schemeClr val="dk1"/>
                </a:solidFill>
                <a:latin typeface="Montserrat Black"/>
                <a:ea typeface="Montserrat Black"/>
                <a:cs typeface="Montserrat Black"/>
                <a:sym typeface="Montserrat Black"/>
              </a:defRPr>
            </a:lvl1pPr>
            <a:lvl2pPr lvl="1"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
        <p:nvSpPr>
          <p:cNvPr id="979" name="Google Shape;979;p28"/>
          <p:cNvSpPr txBox="1"/>
          <p:nvPr>
            <p:ph hasCustomPrompt="1" idx="3" type="title"/>
          </p:nvPr>
        </p:nvSpPr>
        <p:spPr>
          <a:xfrm>
            <a:off x="3869735" y="2456174"/>
            <a:ext cx="1397700" cy="4572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Clr>
                <a:schemeClr val="lt1"/>
              </a:buClr>
              <a:buSzPts val="6000"/>
              <a:buNone/>
              <a:defRPr sz="3000"/>
            </a:lvl1pPr>
            <a:lvl2pPr lvl="1" rtl="0" algn="ctr">
              <a:spcBef>
                <a:spcPts val="0"/>
              </a:spcBef>
              <a:spcAft>
                <a:spcPts val="0"/>
              </a:spcAft>
              <a:buClr>
                <a:schemeClr val="lt1"/>
              </a:buClr>
              <a:buSzPts val="6000"/>
              <a:buNone/>
              <a:defRPr sz="6000">
                <a:solidFill>
                  <a:schemeClr val="lt1"/>
                </a:solidFill>
              </a:defRPr>
            </a:lvl2pPr>
            <a:lvl3pPr lvl="2" rtl="0" algn="ctr">
              <a:spcBef>
                <a:spcPts val="0"/>
              </a:spcBef>
              <a:spcAft>
                <a:spcPts val="0"/>
              </a:spcAft>
              <a:buClr>
                <a:schemeClr val="lt1"/>
              </a:buClr>
              <a:buSzPts val="6000"/>
              <a:buNone/>
              <a:defRPr sz="6000">
                <a:solidFill>
                  <a:schemeClr val="lt1"/>
                </a:solidFill>
              </a:defRPr>
            </a:lvl3pPr>
            <a:lvl4pPr lvl="3" rtl="0" algn="ctr">
              <a:spcBef>
                <a:spcPts val="0"/>
              </a:spcBef>
              <a:spcAft>
                <a:spcPts val="0"/>
              </a:spcAft>
              <a:buClr>
                <a:schemeClr val="lt1"/>
              </a:buClr>
              <a:buSzPts val="6000"/>
              <a:buNone/>
              <a:defRPr sz="6000">
                <a:solidFill>
                  <a:schemeClr val="lt1"/>
                </a:solidFill>
              </a:defRPr>
            </a:lvl4pPr>
            <a:lvl5pPr lvl="4" rtl="0" algn="ctr">
              <a:spcBef>
                <a:spcPts val="0"/>
              </a:spcBef>
              <a:spcAft>
                <a:spcPts val="0"/>
              </a:spcAft>
              <a:buClr>
                <a:schemeClr val="lt1"/>
              </a:buClr>
              <a:buSzPts val="6000"/>
              <a:buNone/>
              <a:defRPr sz="6000">
                <a:solidFill>
                  <a:schemeClr val="lt1"/>
                </a:solidFill>
              </a:defRPr>
            </a:lvl5pPr>
            <a:lvl6pPr lvl="5" rtl="0" algn="ctr">
              <a:spcBef>
                <a:spcPts val="0"/>
              </a:spcBef>
              <a:spcAft>
                <a:spcPts val="0"/>
              </a:spcAft>
              <a:buClr>
                <a:schemeClr val="lt1"/>
              </a:buClr>
              <a:buSzPts val="6000"/>
              <a:buNone/>
              <a:defRPr sz="6000">
                <a:solidFill>
                  <a:schemeClr val="lt1"/>
                </a:solidFill>
              </a:defRPr>
            </a:lvl6pPr>
            <a:lvl7pPr lvl="6" rtl="0" algn="ctr">
              <a:spcBef>
                <a:spcPts val="0"/>
              </a:spcBef>
              <a:spcAft>
                <a:spcPts val="0"/>
              </a:spcAft>
              <a:buClr>
                <a:schemeClr val="lt1"/>
              </a:buClr>
              <a:buSzPts val="6000"/>
              <a:buNone/>
              <a:defRPr sz="6000">
                <a:solidFill>
                  <a:schemeClr val="lt1"/>
                </a:solidFill>
              </a:defRPr>
            </a:lvl7pPr>
            <a:lvl8pPr lvl="7" rtl="0" algn="ctr">
              <a:spcBef>
                <a:spcPts val="0"/>
              </a:spcBef>
              <a:spcAft>
                <a:spcPts val="0"/>
              </a:spcAft>
              <a:buClr>
                <a:schemeClr val="lt1"/>
              </a:buClr>
              <a:buSzPts val="6000"/>
              <a:buNone/>
              <a:defRPr sz="6000">
                <a:solidFill>
                  <a:schemeClr val="lt1"/>
                </a:solidFill>
              </a:defRPr>
            </a:lvl8pPr>
            <a:lvl9pPr lvl="8" rtl="0" algn="ctr">
              <a:spcBef>
                <a:spcPts val="0"/>
              </a:spcBef>
              <a:spcAft>
                <a:spcPts val="0"/>
              </a:spcAft>
              <a:buClr>
                <a:schemeClr val="lt1"/>
              </a:buClr>
              <a:buSzPts val="6000"/>
              <a:buNone/>
              <a:defRPr sz="6000">
                <a:solidFill>
                  <a:schemeClr val="lt1"/>
                </a:solidFill>
              </a:defRPr>
            </a:lvl9pPr>
          </a:lstStyle>
          <a:p>
            <a:r>
              <a:t>xx%</a:t>
            </a:r>
          </a:p>
        </p:txBody>
      </p:sp>
      <p:sp>
        <p:nvSpPr>
          <p:cNvPr id="980" name="Google Shape;980;p28"/>
          <p:cNvSpPr txBox="1"/>
          <p:nvPr>
            <p:ph idx="4" type="subTitle"/>
          </p:nvPr>
        </p:nvSpPr>
        <p:spPr>
          <a:xfrm>
            <a:off x="3381787" y="3812476"/>
            <a:ext cx="2373600" cy="679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400"/>
              <a:buFont typeface="PT Sans"/>
              <a:buNone/>
              <a:defRPr/>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Font typeface="PT Sans"/>
              <a:buNone/>
              <a:defRPr sz="2100">
                <a:latin typeface="PT Sans"/>
                <a:ea typeface="PT Sans"/>
                <a:cs typeface="PT Sans"/>
                <a:sym typeface="PT Sans"/>
              </a:defRPr>
            </a:lvl4pPr>
            <a:lvl5pPr lvl="4" rtl="0" algn="ctr">
              <a:lnSpc>
                <a:spcPct val="100000"/>
              </a:lnSpc>
              <a:spcBef>
                <a:spcPts val="0"/>
              </a:spcBef>
              <a:spcAft>
                <a:spcPts val="0"/>
              </a:spcAft>
              <a:buSzPts val="2100"/>
              <a:buFont typeface="PT Sans"/>
              <a:buNone/>
              <a:defRPr sz="2100">
                <a:latin typeface="PT Sans"/>
                <a:ea typeface="PT Sans"/>
                <a:cs typeface="PT Sans"/>
                <a:sym typeface="PT Sans"/>
              </a:defRPr>
            </a:lvl5pPr>
            <a:lvl6pPr lvl="5" rtl="0" algn="ctr">
              <a:lnSpc>
                <a:spcPct val="100000"/>
              </a:lnSpc>
              <a:spcBef>
                <a:spcPts val="0"/>
              </a:spcBef>
              <a:spcAft>
                <a:spcPts val="0"/>
              </a:spcAft>
              <a:buSzPts val="2100"/>
              <a:buFont typeface="PT Sans"/>
              <a:buNone/>
              <a:defRPr sz="2100">
                <a:latin typeface="PT Sans"/>
                <a:ea typeface="PT Sans"/>
                <a:cs typeface="PT Sans"/>
                <a:sym typeface="PT Sans"/>
              </a:defRPr>
            </a:lvl6pPr>
            <a:lvl7pPr lvl="6" rtl="0" algn="ctr">
              <a:lnSpc>
                <a:spcPct val="100000"/>
              </a:lnSpc>
              <a:spcBef>
                <a:spcPts val="0"/>
              </a:spcBef>
              <a:spcAft>
                <a:spcPts val="0"/>
              </a:spcAft>
              <a:buSzPts val="2100"/>
              <a:buFont typeface="PT Sans"/>
              <a:buNone/>
              <a:defRPr sz="2100">
                <a:latin typeface="PT Sans"/>
                <a:ea typeface="PT Sans"/>
                <a:cs typeface="PT Sans"/>
                <a:sym typeface="PT Sans"/>
              </a:defRPr>
            </a:lvl7pPr>
            <a:lvl8pPr lvl="7" rtl="0" algn="ctr">
              <a:lnSpc>
                <a:spcPct val="100000"/>
              </a:lnSpc>
              <a:spcBef>
                <a:spcPts val="0"/>
              </a:spcBef>
              <a:spcAft>
                <a:spcPts val="0"/>
              </a:spcAft>
              <a:buSzPts val="2100"/>
              <a:buFont typeface="PT Sans"/>
              <a:buNone/>
              <a:defRPr sz="2100">
                <a:latin typeface="PT Sans"/>
                <a:ea typeface="PT Sans"/>
                <a:cs typeface="PT Sans"/>
                <a:sym typeface="PT Sans"/>
              </a:defRPr>
            </a:lvl8pPr>
            <a:lvl9pPr lvl="8" rtl="0" algn="ctr">
              <a:lnSpc>
                <a:spcPct val="100000"/>
              </a:lnSpc>
              <a:spcBef>
                <a:spcPts val="0"/>
              </a:spcBef>
              <a:spcAft>
                <a:spcPts val="0"/>
              </a:spcAft>
              <a:buSzPts val="2100"/>
              <a:buFont typeface="PT Sans"/>
              <a:buNone/>
              <a:defRPr sz="2100">
                <a:latin typeface="PT Sans"/>
                <a:ea typeface="PT Sans"/>
                <a:cs typeface="PT Sans"/>
                <a:sym typeface="PT Sans"/>
              </a:defRPr>
            </a:lvl9pPr>
          </a:lstStyle>
          <a:p/>
        </p:txBody>
      </p:sp>
      <p:sp>
        <p:nvSpPr>
          <p:cNvPr id="981" name="Google Shape;981;p28"/>
          <p:cNvSpPr txBox="1"/>
          <p:nvPr>
            <p:ph idx="5" type="subTitle"/>
          </p:nvPr>
        </p:nvSpPr>
        <p:spPr>
          <a:xfrm>
            <a:off x="3381785" y="3411134"/>
            <a:ext cx="2373600" cy="4572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Bebas Neue"/>
              <a:buNone/>
              <a:defRPr sz="2100">
                <a:solidFill>
                  <a:schemeClr val="dk1"/>
                </a:solidFill>
                <a:latin typeface="Montserrat Black"/>
                <a:ea typeface="Montserrat Black"/>
                <a:cs typeface="Montserrat Black"/>
                <a:sym typeface="Montserrat Black"/>
              </a:defRPr>
            </a:lvl1pPr>
            <a:lvl2pPr lvl="1"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
        <p:nvSpPr>
          <p:cNvPr id="982" name="Google Shape;982;p28"/>
          <p:cNvSpPr txBox="1"/>
          <p:nvPr>
            <p:ph hasCustomPrompt="1" idx="6" type="title"/>
          </p:nvPr>
        </p:nvSpPr>
        <p:spPr>
          <a:xfrm>
            <a:off x="6538296" y="2456174"/>
            <a:ext cx="1397700" cy="4572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Clr>
                <a:schemeClr val="lt1"/>
              </a:buClr>
              <a:buSzPts val="6000"/>
              <a:buNone/>
              <a:defRPr sz="3000"/>
            </a:lvl1pPr>
            <a:lvl2pPr lvl="1" rtl="0" algn="ctr">
              <a:spcBef>
                <a:spcPts val="0"/>
              </a:spcBef>
              <a:spcAft>
                <a:spcPts val="0"/>
              </a:spcAft>
              <a:buClr>
                <a:schemeClr val="lt1"/>
              </a:buClr>
              <a:buSzPts val="6000"/>
              <a:buNone/>
              <a:defRPr sz="6000">
                <a:solidFill>
                  <a:schemeClr val="lt1"/>
                </a:solidFill>
              </a:defRPr>
            </a:lvl2pPr>
            <a:lvl3pPr lvl="2" rtl="0" algn="ctr">
              <a:spcBef>
                <a:spcPts val="0"/>
              </a:spcBef>
              <a:spcAft>
                <a:spcPts val="0"/>
              </a:spcAft>
              <a:buClr>
                <a:schemeClr val="lt1"/>
              </a:buClr>
              <a:buSzPts val="6000"/>
              <a:buNone/>
              <a:defRPr sz="6000">
                <a:solidFill>
                  <a:schemeClr val="lt1"/>
                </a:solidFill>
              </a:defRPr>
            </a:lvl3pPr>
            <a:lvl4pPr lvl="3" rtl="0" algn="ctr">
              <a:spcBef>
                <a:spcPts val="0"/>
              </a:spcBef>
              <a:spcAft>
                <a:spcPts val="0"/>
              </a:spcAft>
              <a:buClr>
                <a:schemeClr val="lt1"/>
              </a:buClr>
              <a:buSzPts val="6000"/>
              <a:buNone/>
              <a:defRPr sz="6000">
                <a:solidFill>
                  <a:schemeClr val="lt1"/>
                </a:solidFill>
              </a:defRPr>
            </a:lvl4pPr>
            <a:lvl5pPr lvl="4" rtl="0" algn="ctr">
              <a:spcBef>
                <a:spcPts val="0"/>
              </a:spcBef>
              <a:spcAft>
                <a:spcPts val="0"/>
              </a:spcAft>
              <a:buClr>
                <a:schemeClr val="lt1"/>
              </a:buClr>
              <a:buSzPts val="6000"/>
              <a:buNone/>
              <a:defRPr sz="6000">
                <a:solidFill>
                  <a:schemeClr val="lt1"/>
                </a:solidFill>
              </a:defRPr>
            </a:lvl5pPr>
            <a:lvl6pPr lvl="5" rtl="0" algn="ctr">
              <a:spcBef>
                <a:spcPts val="0"/>
              </a:spcBef>
              <a:spcAft>
                <a:spcPts val="0"/>
              </a:spcAft>
              <a:buClr>
                <a:schemeClr val="lt1"/>
              </a:buClr>
              <a:buSzPts val="6000"/>
              <a:buNone/>
              <a:defRPr sz="6000">
                <a:solidFill>
                  <a:schemeClr val="lt1"/>
                </a:solidFill>
              </a:defRPr>
            </a:lvl6pPr>
            <a:lvl7pPr lvl="6" rtl="0" algn="ctr">
              <a:spcBef>
                <a:spcPts val="0"/>
              </a:spcBef>
              <a:spcAft>
                <a:spcPts val="0"/>
              </a:spcAft>
              <a:buClr>
                <a:schemeClr val="lt1"/>
              </a:buClr>
              <a:buSzPts val="6000"/>
              <a:buNone/>
              <a:defRPr sz="6000">
                <a:solidFill>
                  <a:schemeClr val="lt1"/>
                </a:solidFill>
              </a:defRPr>
            </a:lvl7pPr>
            <a:lvl8pPr lvl="7" rtl="0" algn="ctr">
              <a:spcBef>
                <a:spcPts val="0"/>
              </a:spcBef>
              <a:spcAft>
                <a:spcPts val="0"/>
              </a:spcAft>
              <a:buClr>
                <a:schemeClr val="lt1"/>
              </a:buClr>
              <a:buSzPts val="6000"/>
              <a:buNone/>
              <a:defRPr sz="6000">
                <a:solidFill>
                  <a:schemeClr val="lt1"/>
                </a:solidFill>
              </a:defRPr>
            </a:lvl8pPr>
            <a:lvl9pPr lvl="8" rtl="0" algn="ctr">
              <a:spcBef>
                <a:spcPts val="0"/>
              </a:spcBef>
              <a:spcAft>
                <a:spcPts val="0"/>
              </a:spcAft>
              <a:buClr>
                <a:schemeClr val="lt1"/>
              </a:buClr>
              <a:buSzPts val="6000"/>
              <a:buNone/>
              <a:defRPr sz="6000">
                <a:solidFill>
                  <a:schemeClr val="lt1"/>
                </a:solidFill>
              </a:defRPr>
            </a:lvl9pPr>
          </a:lstStyle>
          <a:p>
            <a:r>
              <a:t>xx%</a:t>
            </a:r>
          </a:p>
        </p:txBody>
      </p:sp>
      <p:sp>
        <p:nvSpPr>
          <p:cNvPr id="983" name="Google Shape;983;p28"/>
          <p:cNvSpPr txBox="1"/>
          <p:nvPr>
            <p:ph idx="7" type="subTitle"/>
          </p:nvPr>
        </p:nvSpPr>
        <p:spPr>
          <a:xfrm>
            <a:off x="6050349" y="3812476"/>
            <a:ext cx="2373600" cy="679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400"/>
              <a:buFont typeface="PT Sans"/>
              <a:buNone/>
              <a:defRPr/>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Font typeface="PT Sans"/>
              <a:buNone/>
              <a:defRPr sz="2100">
                <a:latin typeface="PT Sans"/>
                <a:ea typeface="PT Sans"/>
                <a:cs typeface="PT Sans"/>
                <a:sym typeface="PT Sans"/>
              </a:defRPr>
            </a:lvl4pPr>
            <a:lvl5pPr lvl="4" rtl="0" algn="ctr">
              <a:lnSpc>
                <a:spcPct val="100000"/>
              </a:lnSpc>
              <a:spcBef>
                <a:spcPts val="0"/>
              </a:spcBef>
              <a:spcAft>
                <a:spcPts val="0"/>
              </a:spcAft>
              <a:buSzPts val="2100"/>
              <a:buFont typeface="PT Sans"/>
              <a:buNone/>
              <a:defRPr sz="2100">
                <a:latin typeface="PT Sans"/>
                <a:ea typeface="PT Sans"/>
                <a:cs typeface="PT Sans"/>
                <a:sym typeface="PT Sans"/>
              </a:defRPr>
            </a:lvl5pPr>
            <a:lvl6pPr lvl="5" rtl="0" algn="ctr">
              <a:lnSpc>
                <a:spcPct val="100000"/>
              </a:lnSpc>
              <a:spcBef>
                <a:spcPts val="0"/>
              </a:spcBef>
              <a:spcAft>
                <a:spcPts val="0"/>
              </a:spcAft>
              <a:buSzPts val="2100"/>
              <a:buFont typeface="PT Sans"/>
              <a:buNone/>
              <a:defRPr sz="2100">
                <a:latin typeface="PT Sans"/>
                <a:ea typeface="PT Sans"/>
                <a:cs typeface="PT Sans"/>
                <a:sym typeface="PT Sans"/>
              </a:defRPr>
            </a:lvl6pPr>
            <a:lvl7pPr lvl="6" rtl="0" algn="ctr">
              <a:lnSpc>
                <a:spcPct val="100000"/>
              </a:lnSpc>
              <a:spcBef>
                <a:spcPts val="0"/>
              </a:spcBef>
              <a:spcAft>
                <a:spcPts val="0"/>
              </a:spcAft>
              <a:buSzPts val="2100"/>
              <a:buFont typeface="PT Sans"/>
              <a:buNone/>
              <a:defRPr sz="2100">
                <a:latin typeface="PT Sans"/>
                <a:ea typeface="PT Sans"/>
                <a:cs typeface="PT Sans"/>
                <a:sym typeface="PT Sans"/>
              </a:defRPr>
            </a:lvl7pPr>
            <a:lvl8pPr lvl="7" rtl="0" algn="ctr">
              <a:lnSpc>
                <a:spcPct val="100000"/>
              </a:lnSpc>
              <a:spcBef>
                <a:spcPts val="0"/>
              </a:spcBef>
              <a:spcAft>
                <a:spcPts val="0"/>
              </a:spcAft>
              <a:buSzPts val="2100"/>
              <a:buFont typeface="PT Sans"/>
              <a:buNone/>
              <a:defRPr sz="2100">
                <a:latin typeface="PT Sans"/>
                <a:ea typeface="PT Sans"/>
                <a:cs typeface="PT Sans"/>
                <a:sym typeface="PT Sans"/>
              </a:defRPr>
            </a:lvl8pPr>
            <a:lvl9pPr lvl="8" rtl="0" algn="ctr">
              <a:lnSpc>
                <a:spcPct val="100000"/>
              </a:lnSpc>
              <a:spcBef>
                <a:spcPts val="0"/>
              </a:spcBef>
              <a:spcAft>
                <a:spcPts val="0"/>
              </a:spcAft>
              <a:buSzPts val="2100"/>
              <a:buFont typeface="PT Sans"/>
              <a:buNone/>
              <a:defRPr sz="2100">
                <a:latin typeface="PT Sans"/>
                <a:ea typeface="PT Sans"/>
                <a:cs typeface="PT Sans"/>
                <a:sym typeface="PT Sans"/>
              </a:defRPr>
            </a:lvl9pPr>
          </a:lstStyle>
          <a:p/>
        </p:txBody>
      </p:sp>
      <p:sp>
        <p:nvSpPr>
          <p:cNvPr id="984" name="Google Shape;984;p28"/>
          <p:cNvSpPr txBox="1"/>
          <p:nvPr>
            <p:ph idx="8" type="subTitle"/>
          </p:nvPr>
        </p:nvSpPr>
        <p:spPr>
          <a:xfrm>
            <a:off x="6050346" y="3411134"/>
            <a:ext cx="2373600" cy="4572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Bebas Neue"/>
              <a:buNone/>
              <a:defRPr sz="2100">
                <a:solidFill>
                  <a:schemeClr val="dk1"/>
                </a:solidFill>
                <a:latin typeface="Montserrat Black"/>
                <a:ea typeface="Montserrat Black"/>
                <a:cs typeface="Montserrat Black"/>
                <a:sym typeface="Montserrat Black"/>
              </a:defRPr>
            </a:lvl1pPr>
            <a:lvl2pPr lvl="1"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
        <p:nvSpPr>
          <p:cNvPr id="985" name="Google Shape;985;p28"/>
          <p:cNvSpPr txBox="1"/>
          <p:nvPr>
            <p:ph idx="9" type="title"/>
          </p:nvPr>
        </p:nvSpPr>
        <p:spPr>
          <a:xfrm>
            <a:off x="720000" y="539500"/>
            <a:ext cx="77040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200"/>
              <a:buNone/>
              <a:defRPr/>
            </a:lvl1pPr>
            <a:lvl2pPr lvl="1" rtl="0">
              <a:spcBef>
                <a:spcPts val="0"/>
              </a:spcBef>
              <a:spcAft>
                <a:spcPts val="0"/>
              </a:spcAft>
              <a:buSzPts val="3200"/>
              <a:buNone/>
              <a:defRPr/>
            </a:lvl2pPr>
            <a:lvl3pPr lvl="2" rtl="0">
              <a:spcBef>
                <a:spcPts val="0"/>
              </a:spcBef>
              <a:spcAft>
                <a:spcPts val="0"/>
              </a:spcAft>
              <a:buSzPts val="3200"/>
              <a:buNone/>
              <a:defRPr/>
            </a:lvl3pPr>
            <a:lvl4pPr lvl="3" rtl="0">
              <a:spcBef>
                <a:spcPts val="0"/>
              </a:spcBef>
              <a:spcAft>
                <a:spcPts val="0"/>
              </a:spcAft>
              <a:buSzPts val="3200"/>
              <a:buNone/>
              <a:defRPr/>
            </a:lvl4pPr>
            <a:lvl5pPr lvl="4" rtl="0">
              <a:spcBef>
                <a:spcPts val="0"/>
              </a:spcBef>
              <a:spcAft>
                <a:spcPts val="0"/>
              </a:spcAft>
              <a:buSzPts val="3200"/>
              <a:buNone/>
              <a:defRPr/>
            </a:lvl5pPr>
            <a:lvl6pPr lvl="5" rtl="0">
              <a:spcBef>
                <a:spcPts val="0"/>
              </a:spcBef>
              <a:spcAft>
                <a:spcPts val="0"/>
              </a:spcAft>
              <a:buSzPts val="3200"/>
              <a:buNone/>
              <a:defRPr/>
            </a:lvl6pPr>
            <a:lvl7pPr lvl="6" rtl="0">
              <a:spcBef>
                <a:spcPts val="0"/>
              </a:spcBef>
              <a:spcAft>
                <a:spcPts val="0"/>
              </a:spcAft>
              <a:buSzPts val="3200"/>
              <a:buNone/>
              <a:defRPr/>
            </a:lvl7pPr>
            <a:lvl8pPr lvl="7" rtl="0">
              <a:spcBef>
                <a:spcPts val="0"/>
              </a:spcBef>
              <a:spcAft>
                <a:spcPts val="0"/>
              </a:spcAft>
              <a:buSzPts val="3200"/>
              <a:buNone/>
              <a:defRPr/>
            </a:lvl8pPr>
            <a:lvl9pPr lvl="8" rtl="0">
              <a:spcBef>
                <a:spcPts val="0"/>
              </a:spcBef>
              <a:spcAft>
                <a:spcPts val="0"/>
              </a:spcAft>
              <a:buSzPts val="3200"/>
              <a:buNone/>
              <a:defRPr/>
            </a:lvl9pPr>
          </a:lstStyle>
          <a:p/>
        </p:txBody>
      </p:sp>
      <p:grpSp>
        <p:nvGrpSpPr>
          <p:cNvPr id="986" name="Google Shape;986;p28"/>
          <p:cNvGrpSpPr/>
          <p:nvPr/>
        </p:nvGrpSpPr>
        <p:grpSpPr>
          <a:xfrm rot="-10638711">
            <a:off x="-2374723" y="-345865"/>
            <a:ext cx="3485299" cy="1363521"/>
            <a:chOff x="5000328" y="4413931"/>
            <a:chExt cx="3485298" cy="1363521"/>
          </a:xfrm>
        </p:grpSpPr>
        <p:grpSp>
          <p:nvGrpSpPr>
            <p:cNvPr id="987" name="Google Shape;987;p28"/>
            <p:cNvGrpSpPr/>
            <p:nvPr/>
          </p:nvGrpSpPr>
          <p:grpSpPr>
            <a:xfrm>
              <a:off x="5000328" y="4413931"/>
              <a:ext cx="3485298" cy="1363521"/>
              <a:chOff x="4151828" y="2626856"/>
              <a:chExt cx="3485298" cy="1363521"/>
            </a:xfrm>
          </p:grpSpPr>
          <p:sp>
            <p:nvSpPr>
              <p:cNvPr id="988" name="Google Shape;988;p28"/>
              <p:cNvSpPr/>
              <p:nvPr/>
            </p:nvSpPr>
            <p:spPr>
              <a:xfrm rot="157512">
                <a:off x="4467198" y="2704787"/>
                <a:ext cx="650217" cy="721114"/>
              </a:xfrm>
              <a:custGeom>
                <a:rect b="b" l="l" r="r" t="t"/>
                <a:pathLst>
                  <a:path extrusionOk="0" fill="none" h="28846" w="26010">
                    <a:moveTo>
                      <a:pt x="26010" y="20743"/>
                    </a:moveTo>
                    <a:lnTo>
                      <a:pt x="24982" y="6322"/>
                    </a:lnTo>
                    <a:lnTo>
                      <a:pt x="11977" y="1"/>
                    </a:lnTo>
                    <a:lnTo>
                      <a:pt x="1" y="8103"/>
                    </a:lnTo>
                    <a:lnTo>
                      <a:pt x="1030" y="22525"/>
                    </a:lnTo>
                    <a:lnTo>
                      <a:pt x="14033" y="28846"/>
                    </a:lnTo>
                    <a:close/>
                  </a:path>
                </a:pathLst>
              </a:custGeom>
              <a:solidFill>
                <a:schemeClr val="dk2"/>
              </a:solid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9" name="Google Shape;989;p28"/>
              <p:cNvSpPr/>
              <p:nvPr/>
            </p:nvSpPr>
            <p:spPr>
              <a:xfrm rot="157512">
                <a:off x="5093107" y="2688958"/>
                <a:ext cx="650192" cy="721089"/>
              </a:xfrm>
              <a:custGeom>
                <a:rect b="b" l="l" r="r" t="t"/>
                <a:pathLst>
                  <a:path extrusionOk="0" fill="none" h="28845" w="26009">
                    <a:moveTo>
                      <a:pt x="26008" y="20743"/>
                    </a:moveTo>
                    <a:lnTo>
                      <a:pt x="24980" y="6320"/>
                    </a:lnTo>
                    <a:lnTo>
                      <a:pt x="11976" y="0"/>
                    </a:lnTo>
                    <a:lnTo>
                      <a:pt x="1" y="8102"/>
                    </a:lnTo>
                    <a:lnTo>
                      <a:pt x="1029" y="22523"/>
                    </a:lnTo>
                    <a:lnTo>
                      <a:pt x="14033" y="28844"/>
                    </a:lnTo>
                    <a:close/>
                  </a:path>
                </a:pathLst>
              </a:custGeom>
              <a:solidFill>
                <a:schemeClr val="dk2"/>
              </a:solid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0" name="Google Shape;990;p28"/>
              <p:cNvSpPr/>
              <p:nvPr/>
            </p:nvSpPr>
            <p:spPr>
              <a:xfrm rot="157512">
                <a:off x="5718992" y="2673103"/>
                <a:ext cx="650192" cy="721064"/>
              </a:xfrm>
              <a:custGeom>
                <a:rect b="b" l="l" r="r" t="t"/>
                <a:pathLst>
                  <a:path extrusionOk="0" fill="none" h="28844" w="26009">
                    <a:moveTo>
                      <a:pt x="26008" y="20743"/>
                    </a:moveTo>
                    <a:lnTo>
                      <a:pt x="24980" y="6321"/>
                    </a:lnTo>
                    <a:lnTo>
                      <a:pt x="11976" y="0"/>
                    </a:lnTo>
                    <a:lnTo>
                      <a:pt x="0" y="8101"/>
                    </a:lnTo>
                    <a:lnTo>
                      <a:pt x="1028" y="22524"/>
                    </a:lnTo>
                    <a:lnTo>
                      <a:pt x="14033" y="28844"/>
                    </a:lnTo>
                    <a:close/>
                  </a:path>
                </a:pathLst>
              </a:custGeom>
              <a:solidFill>
                <a:schemeClr val="dk2"/>
              </a:solid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1" name="Google Shape;991;p28"/>
              <p:cNvSpPr/>
              <p:nvPr/>
            </p:nvSpPr>
            <p:spPr>
              <a:xfrm rot="157512">
                <a:off x="6344876" y="2657223"/>
                <a:ext cx="650167" cy="721114"/>
              </a:xfrm>
              <a:custGeom>
                <a:rect b="b" l="l" r="r" t="t"/>
                <a:pathLst>
                  <a:path extrusionOk="0" fill="none" h="28846" w="26008">
                    <a:moveTo>
                      <a:pt x="26008" y="20743"/>
                    </a:moveTo>
                    <a:lnTo>
                      <a:pt x="24980" y="6321"/>
                    </a:lnTo>
                    <a:lnTo>
                      <a:pt x="11975" y="1"/>
                    </a:lnTo>
                    <a:lnTo>
                      <a:pt x="0" y="8103"/>
                    </a:lnTo>
                    <a:lnTo>
                      <a:pt x="1028" y="22525"/>
                    </a:lnTo>
                    <a:lnTo>
                      <a:pt x="14032" y="28845"/>
                    </a:lnTo>
                    <a:close/>
                  </a:path>
                </a:pathLst>
              </a:custGeom>
              <a:solidFill>
                <a:schemeClr val="dk2"/>
              </a:solid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2" name="Google Shape;992;p28"/>
              <p:cNvSpPr/>
              <p:nvPr/>
            </p:nvSpPr>
            <p:spPr>
              <a:xfrm rot="157512">
                <a:off x="6970736" y="2641369"/>
                <a:ext cx="650217" cy="721114"/>
              </a:xfrm>
              <a:custGeom>
                <a:rect b="b" l="l" r="r" t="t"/>
                <a:pathLst>
                  <a:path extrusionOk="0" fill="none" h="28846" w="26010">
                    <a:moveTo>
                      <a:pt x="26010" y="20743"/>
                    </a:moveTo>
                    <a:lnTo>
                      <a:pt x="24981" y="6321"/>
                    </a:lnTo>
                    <a:lnTo>
                      <a:pt x="11976" y="0"/>
                    </a:lnTo>
                    <a:lnTo>
                      <a:pt x="1" y="8102"/>
                    </a:lnTo>
                    <a:lnTo>
                      <a:pt x="1029" y="22524"/>
                    </a:lnTo>
                    <a:lnTo>
                      <a:pt x="14033" y="28845"/>
                    </a:lnTo>
                    <a:close/>
                  </a:path>
                </a:pathLst>
              </a:custGeom>
              <a:solidFill>
                <a:schemeClr val="dk2"/>
              </a:solid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3" name="Google Shape;993;p28"/>
              <p:cNvSpPr/>
              <p:nvPr/>
            </p:nvSpPr>
            <p:spPr>
              <a:xfrm rot="157512">
                <a:off x="4168001" y="3254751"/>
                <a:ext cx="650217" cy="721114"/>
              </a:xfrm>
              <a:custGeom>
                <a:rect b="b" l="l" r="r" t="t"/>
                <a:pathLst>
                  <a:path extrusionOk="0" fill="none" h="28846" w="26010">
                    <a:moveTo>
                      <a:pt x="26009" y="20744"/>
                    </a:moveTo>
                    <a:lnTo>
                      <a:pt x="24980" y="6322"/>
                    </a:lnTo>
                    <a:lnTo>
                      <a:pt x="11977" y="1"/>
                    </a:lnTo>
                    <a:lnTo>
                      <a:pt x="0" y="8103"/>
                    </a:lnTo>
                    <a:lnTo>
                      <a:pt x="1029" y="22525"/>
                    </a:lnTo>
                    <a:lnTo>
                      <a:pt x="14034" y="28846"/>
                    </a:lnTo>
                    <a:close/>
                  </a:path>
                </a:pathLst>
              </a:custGeom>
              <a:solidFill>
                <a:schemeClr val="dk2"/>
              </a:solid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4" name="Google Shape;994;p28"/>
              <p:cNvSpPr/>
              <p:nvPr/>
            </p:nvSpPr>
            <p:spPr>
              <a:xfrm rot="157512">
                <a:off x="4793885" y="3238896"/>
                <a:ext cx="650192" cy="721114"/>
              </a:xfrm>
              <a:custGeom>
                <a:rect b="b" l="l" r="r" t="t"/>
                <a:pathLst>
                  <a:path extrusionOk="0" fill="none" h="28846" w="26009">
                    <a:moveTo>
                      <a:pt x="26009" y="20743"/>
                    </a:moveTo>
                    <a:lnTo>
                      <a:pt x="24981" y="6321"/>
                    </a:lnTo>
                    <a:lnTo>
                      <a:pt x="11977" y="0"/>
                    </a:lnTo>
                    <a:lnTo>
                      <a:pt x="0" y="8103"/>
                    </a:lnTo>
                    <a:lnTo>
                      <a:pt x="1029" y="22525"/>
                    </a:lnTo>
                    <a:lnTo>
                      <a:pt x="14033" y="28845"/>
                    </a:lnTo>
                    <a:close/>
                  </a:path>
                </a:pathLst>
              </a:custGeom>
              <a:solidFill>
                <a:schemeClr val="dk2"/>
              </a:solid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5" name="Google Shape;995;p28"/>
              <p:cNvSpPr/>
              <p:nvPr/>
            </p:nvSpPr>
            <p:spPr>
              <a:xfrm rot="157512">
                <a:off x="5419770" y="3223067"/>
                <a:ext cx="650192" cy="721064"/>
              </a:xfrm>
              <a:custGeom>
                <a:rect b="b" l="l" r="r" t="t"/>
                <a:pathLst>
                  <a:path extrusionOk="0" fill="none" h="28844" w="26009">
                    <a:moveTo>
                      <a:pt x="26009" y="20743"/>
                    </a:moveTo>
                    <a:lnTo>
                      <a:pt x="24981" y="6320"/>
                    </a:lnTo>
                    <a:lnTo>
                      <a:pt x="11976" y="0"/>
                    </a:lnTo>
                    <a:lnTo>
                      <a:pt x="1" y="8101"/>
                    </a:lnTo>
                    <a:lnTo>
                      <a:pt x="1029" y="22523"/>
                    </a:lnTo>
                    <a:lnTo>
                      <a:pt x="14033" y="28844"/>
                    </a:lnTo>
                    <a:close/>
                  </a:path>
                </a:pathLst>
              </a:custGeom>
              <a:solidFill>
                <a:schemeClr val="dk2"/>
              </a:solid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6" name="Google Shape;996;p28"/>
              <p:cNvSpPr/>
              <p:nvPr/>
            </p:nvSpPr>
            <p:spPr>
              <a:xfrm rot="157512">
                <a:off x="6045654" y="3207187"/>
                <a:ext cx="650192" cy="721114"/>
              </a:xfrm>
              <a:custGeom>
                <a:rect b="b" l="l" r="r" t="t"/>
                <a:pathLst>
                  <a:path extrusionOk="0" fill="none" h="28846" w="26009">
                    <a:moveTo>
                      <a:pt x="26008" y="20743"/>
                    </a:moveTo>
                    <a:lnTo>
                      <a:pt x="24980" y="6321"/>
                    </a:lnTo>
                    <a:lnTo>
                      <a:pt x="11976" y="1"/>
                    </a:lnTo>
                    <a:lnTo>
                      <a:pt x="1" y="8102"/>
                    </a:lnTo>
                    <a:lnTo>
                      <a:pt x="1029" y="22525"/>
                    </a:lnTo>
                    <a:lnTo>
                      <a:pt x="14033" y="28845"/>
                    </a:lnTo>
                    <a:close/>
                  </a:path>
                </a:pathLst>
              </a:custGeom>
              <a:solidFill>
                <a:schemeClr val="dk2"/>
              </a:solid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97" name="Google Shape;997;p28"/>
            <p:cNvSpPr/>
            <p:nvPr/>
          </p:nvSpPr>
          <p:spPr>
            <a:xfrm rot="157512">
              <a:off x="8124633" y="5115580"/>
              <a:ext cx="57047" cy="57047"/>
            </a:xfrm>
            <a:custGeom>
              <a:rect b="b" l="l" r="r" t="t"/>
              <a:pathLst>
                <a:path extrusionOk="0" h="2282" w="2282">
                  <a:moveTo>
                    <a:pt x="1140" y="0"/>
                  </a:moveTo>
                  <a:cubicBezTo>
                    <a:pt x="511" y="0"/>
                    <a:pt x="0" y="511"/>
                    <a:pt x="0" y="1141"/>
                  </a:cubicBezTo>
                  <a:cubicBezTo>
                    <a:pt x="0" y="1771"/>
                    <a:pt x="510" y="2281"/>
                    <a:pt x="1140" y="2281"/>
                  </a:cubicBezTo>
                  <a:cubicBezTo>
                    <a:pt x="1771" y="2281"/>
                    <a:pt x="2281" y="1771"/>
                    <a:pt x="2281" y="1141"/>
                  </a:cubicBezTo>
                  <a:cubicBezTo>
                    <a:pt x="2281" y="511"/>
                    <a:pt x="1771" y="0"/>
                    <a:pt x="1140" y="0"/>
                  </a:cubicBezTo>
                  <a:close/>
                </a:path>
              </a:pathLst>
            </a:cu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8" name="Google Shape;998;p28"/>
            <p:cNvSpPr/>
            <p:nvPr/>
          </p:nvSpPr>
          <p:spPr>
            <a:xfrm rot="157512">
              <a:off x="6574005" y="5703526"/>
              <a:ext cx="57072" cy="57047"/>
            </a:xfrm>
            <a:custGeom>
              <a:rect b="b" l="l" r="r" t="t"/>
              <a:pathLst>
                <a:path extrusionOk="0" h="2282" w="2283">
                  <a:moveTo>
                    <a:pt x="1141" y="1"/>
                  </a:moveTo>
                  <a:cubicBezTo>
                    <a:pt x="511" y="1"/>
                    <a:pt x="0" y="511"/>
                    <a:pt x="0" y="1141"/>
                  </a:cubicBezTo>
                  <a:cubicBezTo>
                    <a:pt x="0" y="1771"/>
                    <a:pt x="511" y="2282"/>
                    <a:pt x="1141" y="2282"/>
                  </a:cubicBezTo>
                  <a:cubicBezTo>
                    <a:pt x="1771" y="2282"/>
                    <a:pt x="2282" y="1771"/>
                    <a:pt x="2282" y="1141"/>
                  </a:cubicBezTo>
                  <a:cubicBezTo>
                    <a:pt x="2282" y="511"/>
                    <a:pt x="1771" y="1"/>
                    <a:pt x="1141" y="1"/>
                  </a:cubicBezTo>
                  <a:close/>
                </a:path>
              </a:pathLst>
            </a:cu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9" name="Google Shape;999;p28"/>
            <p:cNvSpPr/>
            <p:nvPr/>
          </p:nvSpPr>
          <p:spPr>
            <a:xfrm rot="157512">
              <a:off x="5929801" y="4996682"/>
              <a:ext cx="57072" cy="57047"/>
            </a:xfrm>
            <a:custGeom>
              <a:rect b="b" l="l" r="r" t="t"/>
              <a:pathLst>
                <a:path extrusionOk="0" h="2282" w="2283">
                  <a:moveTo>
                    <a:pt x="1142" y="0"/>
                  </a:moveTo>
                  <a:cubicBezTo>
                    <a:pt x="511" y="0"/>
                    <a:pt x="1" y="510"/>
                    <a:pt x="1" y="1140"/>
                  </a:cubicBezTo>
                  <a:cubicBezTo>
                    <a:pt x="1" y="1771"/>
                    <a:pt x="511" y="2281"/>
                    <a:pt x="1142" y="2281"/>
                  </a:cubicBezTo>
                  <a:cubicBezTo>
                    <a:pt x="1772" y="2281"/>
                    <a:pt x="2283" y="1771"/>
                    <a:pt x="2283" y="1140"/>
                  </a:cubicBezTo>
                  <a:cubicBezTo>
                    <a:pt x="2283" y="510"/>
                    <a:pt x="1772" y="0"/>
                    <a:pt x="1142" y="0"/>
                  </a:cubicBezTo>
                  <a:close/>
                </a:path>
              </a:pathLst>
            </a:cu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CUSTOM_3_1">
    <p:spTree>
      <p:nvGrpSpPr>
        <p:cNvPr id="1000" name="Shape 1000"/>
        <p:cNvGrpSpPr/>
        <p:nvPr/>
      </p:nvGrpSpPr>
      <p:grpSpPr>
        <a:xfrm>
          <a:off x="0" y="0"/>
          <a:ext cx="0" cy="0"/>
          <a:chOff x="0" y="0"/>
          <a:chExt cx="0" cy="0"/>
        </a:xfrm>
      </p:grpSpPr>
      <p:sp>
        <p:nvSpPr>
          <p:cNvPr id="1001" name="Google Shape;1001;p29"/>
          <p:cNvSpPr txBox="1"/>
          <p:nvPr>
            <p:ph type="title"/>
          </p:nvPr>
        </p:nvSpPr>
        <p:spPr>
          <a:xfrm>
            <a:off x="2347938" y="787800"/>
            <a:ext cx="4448100" cy="1058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200"/>
              <a:buNone/>
              <a:defRPr sz="6500"/>
            </a:lvl1pPr>
            <a:lvl2pPr lvl="1" rtl="0">
              <a:spcBef>
                <a:spcPts val="0"/>
              </a:spcBef>
              <a:spcAft>
                <a:spcPts val="0"/>
              </a:spcAft>
              <a:buSzPts val="3200"/>
              <a:buNone/>
              <a:defRPr/>
            </a:lvl2pPr>
            <a:lvl3pPr lvl="2" rtl="0">
              <a:spcBef>
                <a:spcPts val="0"/>
              </a:spcBef>
              <a:spcAft>
                <a:spcPts val="0"/>
              </a:spcAft>
              <a:buSzPts val="3200"/>
              <a:buNone/>
              <a:defRPr/>
            </a:lvl3pPr>
            <a:lvl4pPr lvl="3" rtl="0">
              <a:spcBef>
                <a:spcPts val="0"/>
              </a:spcBef>
              <a:spcAft>
                <a:spcPts val="0"/>
              </a:spcAft>
              <a:buSzPts val="3200"/>
              <a:buNone/>
              <a:defRPr/>
            </a:lvl4pPr>
            <a:lvl5pPr lvl="4" rtl="0">
              <a:spcBef>
                <a:spcPts val="0"/>
              </a:spcBef>
              <a:spcAft>
                <a:spcPts val="0"/>
              </a:spcAft>
              <a:buSzPts val="3200"/>
              <a:buNone/>
              <a:defRPr/>
            </a:lvl5pPr>
            <a:lvl6pPr lvl="5" rtl="0">
              <a:spcBef>
                <a:spcPts val="0"/>
              </a:spcBef>
              <a:spcAft>
                <a:spcPts val="0"/>
              </a:spcAft>
              <a:buSzPts val="3200"/>
              <a:buNone/>
              <a:defRPr/>
            </a:lvl6pPr>
            <a:lvl7pPr lvl="6" rtl="0">
              <a:spcBef>
                <a:spcPts val="0"/>
              </a:spcBef>
              <a:spcAft>
                <a:spcPts val="0"/>
              </a:spcAft>
              <a:buSzPts val="3200"/>
              <a:buNone/>
              <a:defRPr/>
            </a:lvl7pPr>
            <a:lvl8pPr lvl="7" rtl="0">
              <a:spcBef>
                <a:spcPts val="0"/>
              </a:spcBef>
              <a:spcAft>
                <a:spcPts val="0"/>
              </a:spcAft>
              <a:buSzPts val="3200"/>
              <a:buNone/>
              <a:defRPr/>
            </a:lvl8pPr>
            <a:lvl9pPr lvl="8" rtl="0">
              <a:spcBef>
                <a:spcPts val="0"/>
              </a:spcBef>
              <a:spcAft>
                <a:spcPts val="0"/>
              </a:spcAft>
              <a:buSzPts val="3200"/>
              <a:buNone/>
              <a:defRPr/>
            </a:lvl9pPr>
          </a:lstStyle>
          <a:p/>
        </p:txBody>
      </p:sp>
      <p:sp>
        <p:nvSpPr>
          <p:cNvPr id="1002" name="Google Shape;1002;p29"/>
          <p:cNvSpPr txBox="1"/>
          <p:nvPr>
            <p:ph idx="1" type="subTitle"/>
          </p:nvPr>
        </p:nvSpPr>
        <p:spPr>
          <a:xfrm>
            <a:off x="2347900" y="1846500"/>
            <a:ext cx="4448100" cy="10587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003" name="Google Shape;1003;p29"/>
          <p:cNvSpPr txBox="1"/>
          <p:nvPr/>
        </p:nvSpPr>
        <p:spPr>
          <a:xfrm>
            <a:off x="1691450" y="3611950"/>
            <a:ext cx="5760900" cy="556200"/>
          </a:xfrm>
          <a:prstGeom prst="rect">
            <a:avLst/>
          </a:prstGeom>
          <a:noFill/>
          <a:ln>
            <a:noFill/>
          </a:ln>
        </p:spPr>
        <p:txBody>
          <a:bodyPr anchorCtr="0" anchor="t" bIns="91425" lIns="91425" spcFirstLastPara="1" rIns="91425" wrap="square" tIns="91425">
            <a:noAutofit/>
          </a:bodyPr>
          <a:lstStyle/>
          <a:p>
            <a:pPr indent="0" lvl="0" marL="0" rtl="0" algn="ctr">
              <a:spcBef>
                <a:spcPts val="300"/>
              </a:spcBef>
              <a:spcAft>
                <a:spcPts val="0"/>
              </a:spcAft>
              <a:buNone/>
            </a:pPr>
            <a:r>
              <a:rPr b="1" lang="en" sz="1200">
                <a:solidFill>
                  <a:schemeClr val="dk1"/>
                </a:solidFill>
                <a:latin typeface="Montserrat"/>
                <a:ea typeface="Montserrat"/>
                <a:cs typeface="Montserrat"/>
                <a:sym typeface="Montserrat"/>
              </a:rPr>
              <a:t>CREDITS:</a:t>
            </a:r>
            <a:r>
              <a:rPr lang="en" sz="1200">
                <a:solidFill>
                  <a:schemeClr val="dk1"/>
                </a:solidFill>
                <a:latin typeface="Montserrat"/>
                <a:ea typeface="Montserrat"/>
                <a:cs typeface="Montserrat"/>
                <a:sym typeface="Montserrat"/>
              </a:rPr>
              <a:t> This presentation template was created by </a:t>
            </a:r>
            <a:r>
              <a:rPr b="1" lang="en" sz="1200">
                <a:solidFill>
                  <a:schemeClr val="dk1"/>
                </a:solidFill>
                <a:uFill>
                  <a:noFill/>
                </a:uFill>
                <a:latin typeface="Montserrat"/>
                <a:ea typeface="Montserrat"/>
                <a:cs typeface="Montserrat"/>
                <a:sym typeface="Montserrat"/>
                <a:hlinkClick r:id="rId2">
                  <a:extLst>
                    <a:ext uri="{A12FA001-AC4F-418D-AE19-62706E023703}">
                      <ahyp:hlinkClr val="tx"/>
                    </a:ext>
                  </a:extLst>
                </a:hlinkClick>
              </a:rPr>
              <a:t>Slidesgo</a:t>
            </a:r>
            <a:r>
              <a:rPr lang="en" sz="1200">
                <a:solidFill>
                  <a:schemeClr val="dk1"/>
                </a:solidFill>
                <a:latin typeface="Montserrat"/>
                <a:ea typeface="Montserrat"/>
                <a:cs typeface="Montserrat"/>
                <a:sym typeface="Montserrat"/>
              </a:rPr>
              <a:t>, and includes icons by </a:t>
            </a:r>
            <a:r>
              <a:rPr b="1" lang="en" sz="1200">
                <a:solidFill>
                  <a:schemeClr val="dk1"/>
                </a:solidFill>
                <a:uFill>
                  <a:noFill/>
                </a:uFill>
                <a:latin typeface="Montserrat"/>
                <a:ea typeface="Montserrat"/>
                <a:cs typeface="Montserrat"/>
                <a:sym typeface="Montserrat"/>
                <a:hlinkClick r:id="rId3">
                  <a:extLst>
                    <a:ext uri="{A12FA001-AC4F-418D-AE19-62706E023703}">
                      <ahyp:hlinkClr val="tx"/>
                    </a:ext>
                  </a:extLst>
                </a:hlinkClick>
              </a:rPr>
              <a:t>Flaticon</a:t>
            </a:r>
            <a:r>
              <a:rPr lang="en" sz="1200">
                <a:solidFill>
                  <a:schemeClr val="dk1"/>
                </a:solidFill>
                <a:latin typeface="Montserrat"/>
                <a:ea typeface="Montserrat"/>
                <a:cs typeface="Montserrat"/>
                <a:sym typeface="Montserrat"/>
              </a:rPr>
              <a:t>, and infographics &amp; images by </a:t>
            </a:r>
            <a:r>
              <a:rPr b="1" lang="en" sz="1200">
                <a:solidFill>
                  <a:schemeClr val="dk1"/>
                </a:solidFill>
                <a:uFill>
                  <a:noFill/>
                </a:uFill>
                <a:latin typeface="Montserrat"/>
                <a:ea typeface="Montserrat"/>
                <a:cs typeface="Montserrat"/>
                <a:sym typeface="Montserrat"/>
                <a:hlinkClick r:id="rId4">
                  <a:extLst>
                    <a:ext uri="{A12FA001-AC4F-418D-AE19-62706E023703}">
                      <ahyp:hlinkClr val="tx"/>
                    </a:ext>
                  </a:extLst>
                </a:hlinkClick>
              </a:rPr>
              <a:t>Freepik</a:t>
            </a:r>
            <a:r>
              <a:rPr lang="en" sz="1200">
                <a:solidFill>
                  <a:schemeClr val="dk1"/>
                </a:solidFill>
                <a:latin typeface="Montserrat"/>
                <a:ea typeface="Montserrat"/>
                <a:cs typeface="Montserrat"/>
                <a:sym typeface="Montserrat"/>
              </a:rPr>
              <a:t> </a:t>
            </a:r>
            <a:endParaRPr b="1" sz="1200">
              <a:solidFill>
                <a:schemeClr val="dk1"/>
              </a:solidFill>
              <a:latin typeface="Montserrat"/>
              <a:ea typeface="Montserrat"/>
              <a:cs typeface="Montserrat"/>
              <a:sym typeface="Montserrat"/>
            </a:endParaRPr>
          </a:p>
        </p:txBody>
      </p:sp>
      <p:grpSp>
        <p:nvGrpSpPr>
          <p:cNvPr id="1004" name="Google Shape;1004;p29"/>
          <p:cNvGrpSpPr/>
          <p:nvPr/>
        </p:nvGrpSpPr>
        <p:grpSpPr>
          <a:xfrm>
            <a:off x="7372789" y="1086026"/>
            <a:ext cx="5036265" cy="4113315"/>
            <a:chOff x="4780389" y="2513201"/>
            <a:chExt cx="5036265" cy="4113315"/>
          </a:xfrm>
        </p:grpSpPr>
        <p:grpSp>
          <p:nvGrpSpPr>
            <p:cNvPr id="1005" name="Google Shape;1005;p29"/>
            <p:cNvGrpSpPr/>
            <p:nvPr/>
          </p:nvGrpSpPr>
          <p:grpSpPr>
            <a:xfrm>
              <a:off x="4780389" y="2513201"/>
              <a:ext cx="5036265" cy="4113315"/>
              <a:chOff x="4673664" y="2214101"/>
              <a:chExt cx="5036265" cy="4113315"/>
            </a:xfrm>
          </p:grpSpPr>
          <p:sp>
            <p:nvSpPr>
              <p:cNvPr id="1006" name="Google Shape;1006;p29"/>
              <p:cNvSpPr/>
              <p:nvPr/>
            </p:nvSpPr>
            <p:spPr>
              <a:xfrm rot="157512">
                <a:off x="9047033" y="4559649"/>
                <a:ext cx="57072" cy="57047"/>
              </a:xfrm>
              <a:custGeom>
                <a:rect b="b" l="l" r="r" t="t"/>
                <a:pathLst>
                  <a:path extrusionOk="0" h="2282" w="2283">
                    <a:moveTo>
                      <a:pt x="1141" y="1"/>
                    </a:moveTo>
                    <a:cubicBezTo>
                      <a:pt x="511" y="1"/>
                      <a:pt x="0" y="512"/>
                      <a:pt x="0" y="1142"/>
                    </a:cubicBezTo>
                    <a:cubicBezTo>
                      <a:pt x="0" y="1771"/>
                      <a:pt x="511" y="2282"/>
                      <a:pt x="1141" y="2282"/>
                    </a:cubicBezTo>
                    <a:cubicBezTo>
                      <a:pt x="1771" y="2282"/>
                      <a:pt x="2282" y="1771"/>
                      <a:pt x="2282" y="1142"/>
                    </a:cubicBezTo>
                    <a:cubicBezTo>
                      <a:pt x="2282" y="512"/>
                      <a:pt x="1771" y="1"/>
                      <a:pt x="114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007" name="Google Shape;1007;p29"/>
              <p:cNvGrpSpPr/>
              <p:nvPr/>
            </p:nvGrpSpPr>
            <p:grpSpPr>
              <a:xfrm>
                <a:off x="4673664" y="2214101"/>
                <a:ext cx="5036265" cy="4113315"/>
                <a:chOff x="4673664" y="2214101"/>
                <a:chExt cx="5036265" cy="4113315"/>
              </a:xfrm>
            </p:grpSpPr>
            <p:grpSp>
              <p:nvGrpSpPr>
                <p:cNvPr id="1008" name="Google Shape;1008;p29"/>
                <p:cNvGrpSpPr/>
                <p:nvPr/>
              </p:nvGrpSpPr>
              <p:grpSpPr>
                <a:xfrm>
                  <a:off x="4673664" y="2214101"/>
                  <a:ext cx="5036265" cy="4113315"/>
                  <a:chOff x="3825164" y="427026"/>
                  <a:chExt cx="5036265" cy="4113315"/>
                </a:xfrm>
              </p:grpSpPr>
              <p:sp>
                <p:nvSpPr>
                  <p:cNvPr id="1009" name="Google Shape;1009;p29"/>
                  <p:cNvSpPr/>
                  <p:nvPr/>
                </p:nvSpPr>
                <p:spPr>
                  <a:xfrm rot="157512">
                    <a:off x="6915828" y="473247"/>
                    <a:ext cx="650167" cy="721089"/>
                  </a:xfrm>
                  <a:custGeom>
                    <a:rect b="b" l="l" r="r" t="t"/>
                    <a:pathLst>
                      <a:path extrusionOk="0" fill="none" h="28845" w="26008">
                        <a:moveTo>
                          <a:pt x="26008" y="20744"/>
                        </a:moveTo>
                        <a:lnTo>
                          <a:pt x="24980" y="6321"/>
                        </a:lnTo>
                        <a:lnTo>
                          <a:pt x="11976" y="1"/>
                        </a:lnTo>
                        <a:lnTo>
                          <a:pt x="0" y="8102"/>
                        </a:lnTo>
                        <a:lnTo>
                          <a:pt x="1028" y="22524"/>
                        </a:lnTo>
                        <a:lnTo>
                          <a:pt x="14032"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0" name="Google Shape;1010;p29"/>
                  <p:cNvSpPr/>
                  <p:nvPr/>
                </p:nvSpPr>
                <p:spPr>
                  <a:xfrm rot="157512">
                    <a:off x="7541687" y="457392"/>
                    <a:ext cx="650192" cy="721114"/>
                  </a:xfrm>
                  <a:custGeom>
                    <a:rect b="b" l="l" r="r" t="t"/>
                    <a:pathLst>
                      <a:path extrusionOk="0" fill="none" h="28846" w="26009">
                        <a:moveTo>
                          <a:pt x="26009" y="20743"/>
                        </a:moveTo>
                        <a:lnTo>
                          <a:pt x="24981" y="6321"/>
                        </a:lnTo>
                        <a:lnTo>
                          <a:pt x="11976" y="1"/>
                        </a:lnTo>
                        <a:lnTo>
                          <a:pt x="1" y="8102"/>
                        </a:lnTo>
                        <a:lnTo>
                          <a:pt x="1029" y="22525"/>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1" name="Google Shape;1011;p29"/>
                  <p:cNvSpPr/>
                  <p:nvPr/>
                </p:nvSpPr>
                <p:spPr>
                  <a:xfrm rot="157512">
                    <a:off x="8167572" y="441537"/>
                    <a:ext cx="650192" cy="721089"/>
                  </a:xfrm>
                  <a:custGeom>
                    <a:rect b="b" l="l" r="r" t="t"/>
                    <a:pathLst>
                      <a:path extrusionOk="0" fill="none" h="28845" w="26009">
                        <a:moveTo>
                          <a:pt x="26008" y="20743"/>
                        </a:moveTo>
                        <a:lnTo>
                          <a:pt x="24980" y="6321"/>
                        </a:lnTo>
                        <a:lnTo>
                          <a:pt x="11976" y="0"/>
                        </a:lnTo>
                        <a:lnTo>
                          <a:pt x="1" y="8102"/>
                        </a:lnTo>
                        <a:lnTo>
                          <a:pt x="1029" y="22524"/>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2" name="Google Shape;1012;p29"/>
                  <p:cNvSpPr/>
                  <p:nvPr/>
                </p:nvSpPr>
                <p:spPr>
                  <a:xfrm rot="157512">
                    <a:off x="7242491" y="1007356"/>
                    <a:ext cx="650192" cy="721089"/>
                  </a:xfrm>
                  <a:custGeom>
                    <a:rect b="b" l="l" r="r" t="t"/>
                    <a:pathLst>
                      <a:path extrusionOk="0" fill="none" h="28845" w="26009">
                        <a:moveTo>
                          <a:pt x="26008" y="20743"/>
                        </a:moveTo>
                        <a:lnTo>
                          <a:pt x="24980" y="6321"/>
                        </a:lnTo>
                        <a:lnTo>
                          <a:pt x="11976" y="1"/>
                        </a:lnTo>
                        <a:lnTo>
                          <a:pt x="0" y="8102"/>
                        </a:lnTo>
                        <a:lnTo>
                          <a:pt x="1028" y="22525"/>
                        </a:lnTo>
                        <a:lnTo>
                          <a:pt x="14033" y="28844"/>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3" name="Google Shape;1013;p29"/>
                  <p:cNvSpPr/>
                  <p:nvPr/>
                </p:nvSpPr>
                <p:spPr>
                  <a:xfrm rot="157512">
                    <a:off x="7868375" y="991501"/>
                    <a:ext cx="650167" cy="721089"/>
                  </a:xfrm>
                  <a:custGeom>
                    <a:rect b="b" l="l" r="r" t="t"/>
                    <a:pathLst>
                      <a:path extrusionOk="0" fill="none" h="28845" w="26008">
                        <a:moveTo>
                          <a:pt x="26008" y="20743"/>
                        </a:moveTo>
                        <a:lnTo>
                          <a:pt x="24980" y="6321"/>
                        </a:lnTo>
                        <a:lnTo>
                          <a:pt x="11976" y="0"/>
                        </a:lnTo>
                        <a:lnTo>
                          <a:pt x="0" y="8102"/>
                        </a:lnTo>
                        <a:lnTo>
                          <a:pt x="1028" y="22524"/>
                        </a:lnTo>
                        <a:lnTo>
                          <a:pt x="14032"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4" name="Google Shape;1014;p29"/>
                  <p:cNvSpPr/>
                  <p:nvPr/>
                </p:nvSpPr>
                <p:spPr>
                  <a:xfrm rot="157512">
                    <a:off x="6943294" y="1557320"/>
                    <a:ext cx="650167" cy="721089"/>
                  </a:xfrm>
                  <a:custGeom>
                    <a:rect b="b" l="l" r="r" t="t"/>
                    <a:pathLst>
                      <a:path extrusionOk="0" fill="none" h="28845" w="26008">
                        <a:moveTo>
                          <a:pt x="26008" y="20743"/>
                        </a:moveTo>
                        <a:lnTo>
                          <a:pt x="24980" y="6320"/>
                        </a:lnTo>
                        <a:lnTo>
                          <a:pt x="11975" y="1"/>
                        </a:lnTo>
                        <a:lnTo>
                          <a:pt x="0" y="8102"/>
                        </a:lnTo>
                        <a:lnTo>
                          <a:pt x="1028" y="22524"/>
                        </a:lnTo>
                        <a:lnTo>
                          <a:pt x="14032" y="28844"/>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5" name="Google Shape;1015;p29"/>
                  <p:cNvSpPr/>
                  <p:nvPr/>
                </p:nvSpPr>
                <p:spPr>
                  <a:xfrm rot="157512">
                    <a:off x="7569154" y="1541466"/>
                    <a:ext cx="650217" cy="721064"/>
                  </a:xfrm>
                  <a:custGeom>
                    <a:rect b="b" l="l" r="r" t="t"/>
                    <a:pathLst>
                      <a:path extrusionOk="0" fill="none" h="28844" w="26010">
                        <a:moveTo>
                          <a:pt x="26009" y="20743"/>
                        </a:moveTo>
                        <a:lnTo>
                          <a:pt x="24980" y="6321"/>
                        </a:lnTo>
                        <a:lnTo>
                          <a:pt x="11976" y="0"/>
                        </a:lnTo>
                        <a:lnTo>
                          <a:pt x="1" y="8101"/>
                        </a:lnTo>
                        <a:lnTo>
                          <a:pt x="1029" y="22524"/>
                        </a:lnTo>
                        <a:lnTo>
                          <a:pt x="14033" y="28844"/>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6" name="Google Shape;1016;p29"/>
                  <p:cNvSpPr/>
                  <p:nvPr/>
                </p:nvSpPr>
                <p:spPr>
                  <a:xfrm rot="157512">
                    <a:off x="8195039" y="1525586"/>
                    <a:ext cx="650217" cy="721114"/>
                  </a:xfrm>
                  <a:custGeom>
                    <a:rect b="b" l="l" r="r" t="t"/>
                    <a:pathLst>
                      <a:path extrusionOk="0" fill="none" h="28846" w="26010">
                        <a:moveTo>
                          <a:pt x="26009" y="20743"/>
                        </a:moveTo>
                        <a:lnTo>
                          <a:pt x="24980" y="6322"/>
                        </a:lnTo>
                        <a:lnTo>
                          <a:pt x="11976" y="1"/>
                        </a:lnTo>
                        <a:lnTo>
                          <a:pt x="0" y="8103"/>
                        </a:lnTo>
                        <a:lnTo>
                          <a:pt x="1029" y="22525"/>
                        </a:lnTo>
                        <a:lnTo>
                          <a:pt x="14033" y="28846"/>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7" name="Google Shape;1017;p29"/>
                  <p:cNvSpPr/>
                  <p:nvPr/>
                </p:nvSpPr>
                <p:spPr>
                  <a:xfrm rot="157512">
                    <a:off x="4140535" y="2170703"/>
                    <a:ext cx="650217" cy="721089"/>
                  </a:xfrm>
                  <a:custGeom>
                    <a:rect b="b" l="l" r="r" t="t"/>
                    <a:pathLst>
                      <a:path extrusionOk="0" fill="none" h="28845" w="26010">
                        <a:moveTo>
                          <a:pt x="26009" y="20743"/>
                        </a:moveTo>
                        <a:lnTo>
                          <a:pt x="24980" y="6321"/>
                        </a:lnTo>
                        <a:lnTo>
                          <a:pt x="11977" y="0"/>
                        </a:lnTo>
                        <a:lnTo>
                          <a:pt x="1" y="8102"/>
                        </a:lnTo>
                        <a:lnTo>
                          <a:pt x="1028" y="22524"/>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8" name="Google Shape;1018;p29"/>
                  <p:cNvSpPr/>
                  <p:nvPr/>
                </p:nvSpPr>
                <p:spPr>
                  <a:xfrm rot="157512">
                    <a:off x="4766419" y="2154848"/>
                    <a:ext cx="650192" cy="721089"/>
                  </a:xfrm>
                  <a:custGeom>
                    <a:rect b="b" l="l" r="r" t="t"/>
                    <a:pathLst>
                      <a:path extrusionOk="0" fill="none" h="28845" w="26009">
                        <a:moveTo>
                          <a:pt x="26009" y="20743"/>
                        </a:moveTo>
                        <a:lnTo>
                          <a:pt x="24980" y="6321"/>
                        </a:lnTo>
                        <a:lnTo>
                          <a:pt x="11977" y="1"/>
                        </a:lnTo>
                        <a:lnTo>
                          <a:pt x="0" y="8102"/>
                        </a:lnTo>
                        <a:lnTo>
                          <a:pt x="1029" y="22524"/>
                        </a:lnTo>
                        <a:lnTo>
                          <a:pt x="14034"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9" name="Google Shape;1019;p29"/>
                  <p:cNvSpPr/>
                  <p:nvPr/>
                </p:nvSpPr>
                <p:spPr>
                  <a:xfrm rot="157512">
                    <a:off x="5392303" y="2138993"/>
                    <a:ext cx="650192" cy="721089"/>
                  </a:xfrm>
                  <a:custGeom>
                    <a:rect b="b" l="l" r="r" t="t"/>
                    <a:pathLst>
                      <a:path extrusionOk="0" fill="none" h="28845" w="26009">
                        <a:moveTo>
                          <a:pt x="26009" y="20743"/>
                        </a:moveTo>
                        <a:lnTo>
                          <a:pt x="24981" y="6321"/>
                        </a:lnTo>
                        <a:lnTo>
                          <a:pt x="11976" y="0"/>
                        </a:lnTo>
                        <a:lnTo>
                          <a:pt x="0" y="8102"/>
                        </a:lnTo>
                        <a:lnTo>
                          <a:pt x="1029" y="22524"/>
                        </a:lnTo>
                        <a:lnTo>
                          <a:pt x="14033" y="28844"/>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0" name="Google Shape;1020;p29"/>
                  <p:cNvSpPr/>
                  <p:nvPr/>
                </p:nvSpPr>
                <p:spPr>
                  <a:xfrm rot="157512">
                    <a:off x="6018188" y="2123139"/>
                    <a:ext cx="650192" cy="721089"/>
                  </a:xfrm>
                  <a:custGeom>
                    <a:rect b="b" l="l" r="r" t="t"/>
                    <a:pathLst>
                      <a:path extrusionOk="0" fill="none" h="28845" w="26009">
                        <a:moveTo>
                          <a:pt x="26008" y="20743"/>
                        </a:moveTo>
                        <a:lnTo>
                          <a:pt x="24981" y="6321"/>
                        </a:lnTo>
                        <a:lnTo>
                          <a:pt x="11976" y="0"/>
                        </a:lnTo>
                        <a:lnTo>
                          <a:pt x="1" y="8102"/>
                        </a:lnTo>
                        <a:lnTo>
                          <a:pt x="1029" y="22524"/>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1" name="Google Shape;1021;p29"/>
                  <p:cNvSpPr/>
                  <p:nvPr/>
                </p:nvSpPr>
                <p:spPr>
                  <a:xfrm rot="157512">
                    <a:off x="6644073" y="2107259"/>
                    <a:ext cx="650192" cy="721114"/>
                  </a:xfrm>
                  <a:custGeom>
                    <a:rect b="b" l="l" r="r" t="t"/>
                    <a:pathLst>
                      <a:path extrusionOk="0" fill="none" h="28846" w="26009">
                        <a:moveTo>
                          <a:pt x="26008" y="20743"/>
                        </a:moveTo>
                        <a:lnTo>
                          <a:pt x="24980" y="6321"/>
                        </a:lnTo>
                        <a:lnTo>
                          <a:pt x="11976" y="1"/>
                        </a:lnTo>
                        <a:lnTo>
                          <a:pt x="1" y="8103"/>
                        </a:lnTo>
                        <a:lnTo>
                          <a:pt x="1028" y="22525"/>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2" name="Google Shape;1022;p29"/>
                  <p:cNvSpPr/>
                  <p:nvPr/>
                </p:nvSpPr>
                <p:spPr>
                  <a:xfrm rot="157512">
                    <a:off x="7269957" y="2091430"/>
                    <a:ext cx="650192" cy="721064"/>
                  </a:xfrm>
                  <a:custGeom>
                    <a:rect b="b" l="l" r="r" t="t"/>
                    <a:pathLst>
                      <a:path extrusionOk="0" fill="none" h="28844" w="26009">
                        <a:moveTo>
                          <a:pt x="26009" y="20743"/>
                        </a:moveTo>
                        <a:lnTo>
                          <a:pt x="24980" y="6320"/>
                        </a:lnTo>
                        <a:lnTo>
                          <a:pt x="11976" y="0"/>
                        </a:lnTo>
                        <a:lnTo>
                          <a:pt x="0" y="8101"/>
                        </a:lnTo>
                        <a:lnTo>
                          <a:pt x="1028" y="22523"/>
                        </a:lnTo>
                        <a:lnTo>
                          <a:pt x="14033" y="28844"/>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3" name="Google Shape;1023;p29"/>
                  <p:cNvSpPr/>
                  <p:nvPr/>
                </p:nvSpPr>
                <p:spPr>
                  <a:xfrm rot="157512">
                    <a:off x="7895842" y="2075550"/>
                    <a:ext cx="650192" cy="721089"/>
                  </a:xfrm>
                  <a:custGeom>
                    <a:rect b="b" l="l" r="r" t="t"/>
                    <a:pathLst>
                      <a:path extrusionOk="0" fill="none" h="28845" w="26009">
                        <a:moveTo>
                          <a:pt x="26009" y="20743"/>
                        </a:moveTo>
                        <a:lnTo>
                          <a:pt x="24980" y="6322"/>
                        </a:lnTo>
                        <a:lnTo>
                          <a:pt x="11976" y="1"/>
                        </a:lnTo>
                        <a:lnTo>
                          <a:pt x="0" y="8102"/>
                        </a:lnTo>
                        <a:lnTo>
                          <a:pt x="1029" y="22525"/>
                        </a:lnTo>
                        <a:lnTo>
                          <a:pt x="14032"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4" name="Google Shape;1024;p29"/>
                  <p:cNvSpPr/>
                  <p:nvPr/>
                </p:nvSpPr>
                <p:spPr>
                  <a:xfrm rot="157512">
                    <a:off x="3841337" y="2720667"/>
                    <a:ext cx="650192" cy="721114"/>
                  </a:xfrm>
                  <a:custGeom>
                    <a:rect b="b" l="l" r="r" t="t"/>
                    <a:pathLst>
                      <a:path extrusionOk="0" fill="none" h="28846" w="26009">
                        <a:moveTo>
                          <a:pt x="26009" y="20743"/>
                        </a:moveTo>
                        <a:lnTo>
                          <a:pt x="24980" y="6321"/>
                        </a:lnTo>
                        <a:lnTo>
                          <a:pt x="11975" y="0"/>
                        </a:lnTo>
                        <a:lnTo>
                          <a:pt x="0" y="8102"/>
                        </a:lnTo>
                        <a:lnTo>
                          <a:pt x="1029" y="22524"/>
                        </a:lnTo>
                        <a:lnTo>
                          <a:pt x="14032"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5" name="Google Shape;1025;p29"/>
                  <p:cNvSpPr/>
                  <p:nvPr/>
                </p:nvSpPr>
                <p:spPr>
                  <a:xfrm rot="157512">
                    <a:off x="4467198" y="2704787"/>
                    <a:ext cx="650217" cy="721114"/>
                  </a:xfrm>
                  <a:custGeom>
                    <a:rect b="b" l="l" r="r" t="t"/>
                    <a:pathLst>
                      <a:path extrusionOk="0" fill="none" h="28846" w="26010">
                        <a:moveTo>
                          <a:pt x="26010" y="20743"/>
                        </a:moveTo>
                        <a:lnTo>
                          <a:pt x="24982" y="6322"/>
                        </a:lnTo>
                        <a:lnTo>
                          <a:pt x="11977" y="1"/>
                        </a:lnTo>
                        <a:lnTo>
                          <a:pt x="1" y="8103"/>
                        </a:lnTo>
                        <a:lnTo>
                          <a:pt x="1030" y="22525"/>
                        </a:lnTo>
                        <a:lnTo>
                          <a:pt x="14033" y="28846"/>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6" name="Google Shape;1026;p29"/>
                  <p:cNvSpPr/>
                  <p:nvPr/>
                </p:nvSpPr>
                <p:spPr>
                  <a:xfrm rot="157512">
                    <a:off x="5093107" y="2688958"/>
                    <a:ext cx="650192" cy="721089"/>
                  </a:xfrm>
                  <a:custGeom>
                    <a:rect b="b" l="l" r="r" t="t"/>
                    <a:pathLst>
                      <a:path extrusionOk="0" fill="none" h="28845" w="26009">
                        <a:moveTo>
                          <a:pt x="26008" y="20743"/>
                        </a:moveTo>
                        <a:lnTo>
                          <a:pt x="24980" y="6320"/>
                        </a:lnTo>
                        <a:lnTo>
                          <a:pt x="11976" y="0"/>
                        </a:lnTo>
                        <a:lnTo>
                          <a:pt x="1" y="8102"/>
                        </a:lnTo>
                        <a:lnTo>
                          <a:pt x="1029" y="22523"/>
                        </a:lnTo>
                        <a:lnTo>
                          <a:pt x="14033" y="28844"/>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7" name="Google Shape;1027;p29"/>
                  <p:cNvSpPr/>
                  <p:nvPr/>
                </p:nvSpPr>
                <p:spPr>
                  <a:xfrm rot="157512">
                    <a:off x="5718992" y="2673103"/>
                    <a:ext cx="650192" cy="721064"/>
                  </a:xfrm>
                  <a:custGeom>
                    <a:rect b="b" l="l" r="r" t="t"/>
                    <a:pathLst>
                      <a:path extrusionOk="0" fill="none" h="28844" w="26009">
                        <a:moveTo>
                          <a:pt x="26008" y="20743"/>
                        </a:moveTo>
                        <a:lnTo>
                          <a:pt x="24980" y="6321"/>
                        </a:lnTo>
                        <a:lnTo>
                          <a:pt x="11976" y="0"/>
                        </a:lnTo>
                        <a:lnTo>
                          <a:pt x="0" y="8101"/>
                        </a:lnTo>
                        <a:lnTo>
                          <a:pt x="1028" y="22524"/>
                        </a:lnTo>
                        <a:lnTo>
                          <a:pt x="14033" y="28844"/>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8" name="Google Shape;1028;p29"/>
                  <p:cNvSpPr/>
                  <p:nvPr/>
                </p:nvSpPr>
                <p:spPr>
                  <a:xfrm rot="157512">
                    <a:off x="6344876" y="2657223"/>
                    <a:ext cx="650167" cy="721114"/>
                  </a:xfrm>
                  <a:custGeom>
                    <a:rect b="b" l="l" r="r" t="t"/>
                    <a:pathLst>
                      <a:path extrusionOk="0" fill="none" h="28846" w="26008">
                        <a:moveTo>
                          <a:pt x="26008" y="20743"/>
                        </a:moveTo>
                        <a:lnTo>
                          <a:pt x="24980" y="6321"/>
                        </a:lnTo>
                        <a:lnTo>
                          <a:pt x="11975" y="1"/>
                        </a:lnTo>
                        <a:lnTo>
                          <a:pt x="0" y="8103"/>
                        </a:lnTo>
                        <a:lnTo>
                          <a:pt x="1028" y="22525"/>
                        </a:lnTo>
                        <a:lnTo>
                          <a:pt x="14032"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9" name="Google Shape;1029;p29"/>
                  <p:cNvSpPr/>
                  <p:nvPr/>
                </p:nvSpPr>
                <p:spPr>
                  <a:xfrm rot="157512">
                    <a:off x="6970736" y="2641369"/>
                    <a:ext cx="650217" cy="721114"/>
                  </a:xfrm>
                  <a:custGeom>
                    <a:rect b="b" l="l" r="r" t="t"/>
                    <a:pathLst>
                      <a:path extrusionOk="0" fill="none" h="28846" w="26010">
                        <a:moveTo>
                          <a:pt x="26010" y="20743"/>
                        </a:moveTo>
                        <a:lnTo>
                          <a:pt x="24981" y="6321"/>
                        </a:lnTo>
                        <a:lnTo>
                          <a:pt x="11976" y="0"/>
                        </a:lnTo>
                        <a:lnTo>
                          <a:pt x="1" y="8102"/>
                        </a:lnTo>
                        <a:lnTo>
                          <a:pt x="1029" y="22524"/>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0" name="Google Shape;1030;p29"/>
                  <p:cNvSpPr/>
                  <p:nvPr/>
                </p:nvSpPr>
                <p:spPr>
                  <a:xfrm rot="157512">
                    <a:off x="4168001" y="3254751"/>
                    <a:ext cx="650217" cy="721114"/>
                  </a:xfrm>
                  <a:custGeom>
                    <a:rect b="b" l="l" r="r" t="t"/>
                    <a:pathLst>
                      <a:path extrusionOk="0" fill="none" h="28846" w="26010">
                        <a:moveTo>
                          <a:pt x="26009" y="20744"/>
                        </a:moveTo>
                        <a:lnTo>
                          <a:pt x="24980" y="6322"/>
                        </a:lnTo>
                        <a:lnTo>
                          <a:pt x="11977" y="1"/>
                        </a:lnTo>
                        <a:lnTo>
                          <a:pt x="0" y="8103"/>
                        </a:lnTo>
                        <a:lnTo>
                          <a:pt x="1029" y="22525"/>
                        </a:lnTo>
                        <a:lnTo>
                          <a:pt x="14034" y="28846"/>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1" name="Google Shape;1031;p29"/>
                  <p:cNvSpPr/>
                  <p:nvPr/>
                </p:nvSpPr>
                <p:spPr>
                  <a:xfrm rot="157512">
                    <a:off x="4793885" y="3238896"/>
                    <a:ext cx="650192" cy="721114"/>
                  </a:xfrm>
                  <a:custGeom>
                    <a:rect b="b" l="l" r="r" t="t"/>
                    <a:pathLst>
                      <a:path extrusionOk="0" fill="none" h="28846" w="26009">
                        <a:moveTo>
                          <a:pt x="26009" y="20743"/>
                        </a:moveTo>
                        <a:lnTo>
                          <a:pt x="24981" y="6321"/>
                        </a:lnTo>
                        <a:lnTo>
                          <a:pt x="11977" y="0"/>
                        </a:lnTo>
                        <a:lnTo>
                          <a:pt x="0" y="8103"/>
                        </a:lnTo>
                        <a:lnTo>
                          <a:pt x="1029" y="22525"/>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2" name="Google Shape;1032;p29"/>
                  <p:cNvSpPr/>
                  <p:nvPr/>
                </p:nvSpPr>
                <p:spPr>
                  <a:xfrm rot="157512">
                    <a:off x="5419770" y="3223067"/>
                    <a:ext cx="650192" cy="721064"/>
                  </a:xfrm>
                  <a:custGeom>
                    <a:rect b="b" l="l" r="r" t="t"/>
                    <a:pathLst>
                      <a:path extrusionOk="0" fill="none" h="28844" w="26009">
                        <a:moveTo>
                          <a:pt x="26009" y="20743"/>
                        </a:moveTo>
                        <a:lnTo>
                          <a:pt x="24981" y="6320"/>
                        </a:lnTo>
                        <a:lnTo>
                          <a:pt x="11976" y="0"/>
                        </a:lnTo>
                        <a:lnTo>
                          <a:pt x="1" y="8101"/>
                        </a:lnTo>
                        <a:lnTo>
                          <a:pt x="1029" y="22523"/>
                        </a:lnTo>
                        <a:lnTo>
                          <a:pt x="14033" y="28844"/>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3" name="Google Shape;1033;p29"/>
                  <p:cNvSpPr/>
                  <p:nvPr/>
                </p:nvSpPr>
                <p:spPr>
                  <a:xfrm rot="157512">
                    <a:off x="6045654" y="3207187"/>
                    <a:ext cx="650192" cy="721114"/>
                  </a:xfrm>
                  <a:custGeom>
                    <a:rect b="b" l="l" r="r" t="t"/>
                    <a:pathLst>
                      <a:path extrusionOk="0" fill="none" h="28846" w="26009">
                        <a:moveTo>
                          <a:pt x="26008" y="20743"/>
                        </a:moveTo>
                        <a:lnTo>
                          <a:pt x="24980" y="6321"/>
                        </a:lnTo>
                        <a:lnTo>
                          <a:pt x="11976" y="1"/>
                        </a:lnTo>
                        <a:lnTo>
                          <a:pt x="1" y="8102"/>
                        </a:lnTo>
                        <a:lnTo>
                          <a:pt x="1029" y="22525"/>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4" name="Google Shape;1034;p29"/>
                  <p:cNvSpPr/>
                  <p:nvPr/>
                </p:nvSpPr>
                <p:spPr>
                  <a:xfrm rot="157512">
                    <a:off x="3868779" y="3804714"/>
                    <a:ext cx="650217" cy="721114"/>
                  </a:xfrm>
                  <a:custGeom>
                    <a:rect b="b" l="l" r="r" t="t"/>
                    <a:pathLst>
                      <a:path extrusionOk="0" fill="none" h="28846" w="26010">
                        <a:moveTo>
                          <a:pt x="26010" y="20744"/>
                        </a:moveTo>
                        <a:lnTo>
                          <a:pt x="24982" y="6322"/>
                        </a:lnTo>
                        <a:lnTo>
                          <a:pt x="11977" y="1"/>
                        </a:lnTo>
                        <a:lnTo>
                          <a:pt x="1" y="8102"/>
                        </a:lnTo>
                        <a:lnTo>
                          <a:pt x="1030" y="22525"/>
                        </a:lnTo>
                        <a:lnTo>
                          <a:pt x="14034" y="28846"/>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5" name="Google Shape;1035;p29"/>
                  <p:cNvSpPr/>
                  <p:nvPr/>
                </p:nvSpPr>
                <p:spPr>
                  <a:xfrm rot="157512">
                    <a:off x="4494689" y="3788860"/>
                    <a:ext cx="650192" cy="721114"/>
                  </a:xfrm>
                  <a:custGeom>
                    <a:rect b="b" l="l" r="r" t="t"/>
                    <a:pathLst>
                      <a:path extrusionOk="0" fill="none" h="28846" w="26009">
                        <a:moveTo>
                          <a:pt x="26008" y="20743"/>
                        </a:moveTo>
                        <a:lnTo>
                          <a:pt x="24980" y="6321"/>
                        </a:lnTo>
                        <a:lnTo>
                          <a:pt x="11976" y="1"/>
                        </a:lnTo>
                        <a:lnTo>
                          <a:pt x="1" y="8103"/>
                        </a:lnTo>
                        <a:lnTo>
                          <a:pt x="1029" y="22525"/>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6" name="Google Shape;1036;p29"/>
                  <p:cNvSpPr/>
                  <p:nvPr/>
                </p:nvSpPr>
                <p:spPr>
                  <a:xfrm rot="157512">
                    <a:off x="5120574" y="3773006"/>
                    <a:ext cx="650192" cy="721089"/>
                  </a:xfrm>
                  <a:custGeom>
                    <a:rect b="b" l="l" r="r" t="t"/>
                    <a:pathLst>
                      <a:path extrusionOk="0" fill="none" h="28845" w="26009">
                        <a:moveTo>
                          <a:pt x="26008" y="20744"/>
                        </a:moveTo>
                        <a:lnTo>
                          <a:pt x="24980" y="6321"/>
                        </a:lnTo>
                        <a:lnTo>
                          <a:pt x="11976" y="0"/>
                        </a:lnTo>
                        <a:lnTo>
                          <a:pt x="0" y="8102"/>
                        </a:lnTo>
                        <a:lnTo>
                          <a:pt x="1028" y="22524"/>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37" name="Google Shape;1037;p29"/>
                <p:cNvSpPr/>
                <p:nvPr/>
              </p:nvSpPr>
              <p:spPr>
                <a:xfrm rot="157512">
                  <a:off x="6228998" y="4446717"/>
                  <a:ext cx="57072" cy="57047"/>
                </a:xfrm>
                <a:custGeom>
                  <a:rect b="b" l="l" r="r" t="t"/>
                  <a:pathLst>
                    <a:path extrusionOk="0" h="2282" w="2283">
                      <a:moveTo>
                        <a:pt x="1142" y="0"/>
                      </a:moveTo>
                      <a:cubicBezTo>
                        <a:pt x="512" y="0"/>
                        <a:pt x="1" y="511"/>
                        <a:pt x="1" y="1141"/>
                      </a:cubicBezTo>
                      <a:cubicBezTo>
                        <a:pt x="1" y="1771"/>
                        <a:pt x="512" y="2281"/>
                        <a:pt x="1142" y="2281"/>
                      </a:cubicBezTo>
                      <a:cubicBezTo>
                        <a:pt x="1772" y="2281"/>
                        <a:pt x="2283" y="1772"/>
                        <a:pt x="2283" y="1141"/>
                      </a:cubicBezTo>
                      <a:cubicBezTo>
                        <a:pt x="2283" y="511"/>
                        <a:pt x="1772" y="0"/>
                        <a:pt x="114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8" name="Google Shape;1038;p29"/>
                <p:cNvSpPr/>
                <p:nvPr/>
              </p:nvSpPr>
              <p:spPr>
                <a:xfrm rot="157512">
                  <a:off x="9351770" y="4005108"/>
                  <a:ext cx="57047" cy="57072"/>
                </a:xfrm>
                <a:custGeom>
                  <a:rect b="b" l="l" r="r" t="t"/>
                  <a:pathLst>
                    <a:path extrusionOk="0" h="2283" w="2282">
                      <a:moveTo>
                        <a:pt x="1141" y="0"/>
                      </a:moveTo>
                      <a:cubicBezTo>
                        <a:pt x="511" y="0"/>
                        <a:pt x="0" y="511"/>
                        <a:pt x="0" y="1141"/>
                      </a:cubicBezTo>
                      <a:cubicBezTo>
                        <a:pt x="0" y="1772"/>
                        <a:pt x="511" y="2282"/>
                        <a:pt x="1141" y="2282"/>
                      </a:cubicBezTo>
                      <a:cubicBezTo>
                        <a:pt x="1771" y="2282"/>
                        <a:pt x="2281" y="1772"/>
                        <a:pt x="2281" y="1141"/>
                      </a:cubicBezTo>
                      <a:cubicBezTo>
                        <a:pt x="2281" y="511"/>
                        <a:pt x="1771" y="0"/>
                        <a:pt x="114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9" name="Google Shape;1039;p29"/>
                <p:cNvSpPr/>
                <p:nvPr/>
              </p:nvSpPr>
              <p:spPr>
                <a:xfrm rot="157512">
                  <a:off x="8403706" y="3847890"/>
                  <a:ext cx="57072" cy="57047"/>
                </a:xfrm>
                <a:custGeom>
                  <a:rect b="b" l="l" r="r" t="t"/>
                  <a:pathLst>
                    <a:path extrusionOk="0" h="2282" w="2283">
                      <a:moveTo>
                        <a:pt x="1141" y="1"/>
                      </a:moveTo>
                      <a:cubicBezTo>
                        <a:pt x="511" y="1"/>
                        <a:pt x="0" y="511"/>
                        <a:pt x="0" y="1141"/>
                      </a:cubicBezTo>
                      <a:cubicBezTo>
                        <a:pt x="0" y="1771"/>
                        <a:pt x="511" y="2282"/>
                        <a:pt x="1141" y="2282"/>
                      </a:cubicBezTo>
                      <a:cubicBezTo>
                        <a:pt x="1771" y="2282"/>
                        <a:pt x="2282" y="1771"/>
                        <a:pt x="2282" y="1141"/>
                      </a:cubicBezTo>
                      <a:cubicBezTo>
                        <a:pt x="2282" y="511"/>
                        <a:pt x="1771" y="1"/>
                        <a:pt x="114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0" name="Google Shape;1040;p29"/>
                <p:cNvSpPr/>
                <p:nvPr/>
              </p:nvSpPr>
              <p:spPr>
                <a:xfrm rot="157512">
                  <a:off x="8124633" y="5115580"/>
                  <a:ext cx="57047" cy="57047"/>
                </a:xfrm>
                <a:custGeom>
                  <a:rect b="b" l="l" r="r" t="t"/>
                  <a:pathLst>
                    <a:path extrusionOk="0" h="2282" w="2282">
                      <a:moveTo>
                        <a:pt x="1140" y="0"/>
                      </a:moveTo>
                      <a:cubicBezTo>
                        <a:pt x="511" y="0"/>
                        <a:pt x="0" y="511"/>
                        <a:pt x="0" y="1141"/>
                      </a:cubicBezTo>
                      <a:cubicBezTo>
                        <a:pt x="0" y="1771"/>
                        <a:pt x="510" y="2281"/>
                        <a:pt x="1140" y="2281"/>
                      </a:cubicBezTo>
                      <a:cubicBezTo>
                        <a:pt x="1771" y="2281"/>
                        <a:pt x="2281" y="1771"/>
                        <a:pt x="2281" y="1141"/>
                      </a:cubicBezTo>
                      <a:cubicBezTo>
                        <a:pt x="2281" y="511"/>
                        <a:pt x="1771" y="0"/>
                        <a:pt x="114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1" name="Google Shape;1041;p29"/>
                <p:cNvSpPr/>
                <p:nvPr/>
              </p:nvSpPr>
              <p:spPr>
                <a:xfrm rot="157512">
                  <a:off x="6574005" y="5703526"/>
                  <a:ext cx="57072" cy="57047"/>
                </a:xfrm>
                <a:custGeom>
                  <a:rect b="b" l="l" r="r" t="t"/>
                  <a:pathLst>
                    <a:path extrusionOk="0" h="2282" w="2283">
                      <a:moveTo>
                        <a:pt x="1141" y="1"/>
                      </a:moveTo>
                      <a:cubicBezTo>
                        <a:pt x="511" y="1"/>
                        <a:pt x="0" y="511"/>
                        <a:pt x="0" y="1141"/>
                      </a:cubicBezTo>
                      <a:cubicBezTo>
                        <a:pt x="0" y="1771"/>
                        <a:pt x="511" y="2282"/>
                        <a:pt x="1141" y="2282"/>
                      </a:cubicBezTo>
                      <a:cubicBezTo>
                        <a:pt x="1771" y="2282"/>
                        <a:pt x="2282" y="1771"/>
                        <a:pt x="2282" y="1141"/>
                      </a:cubicBezTo>
                      <a:cubicBezTo>
                        <a:pt x="2282" y="511"/>
                        <a:pt x="1771" y="1"/>
                        <a:pt x="114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2" name="Google Shape;1042;p29"/>
                <p:cNvSpPr/>
                <p:nvPr/>
              </p:nvSpPr>
              <p:spPr>
                <a:xfrm rot="157512">
                  <a:off x="5957267" y="6080755"/>
                  <a:ext cx="57072" cy="57047"/>
                </a:xfrm>
                <a:custGeom>
                  <a:rect b="b" l="l" r="r" t="t"/>
                  <a:pathLst>
                    <a:path extrusionOk="0" h="2282" w="2283">
                      <a:moveTo>
                        <a:pt x="1141" y="0"/>
                      </a:moveTo>
                      <a:cubicBezTo>
                        <a:pt x="511" y="0"/>
                        <a:pt x="0" y="510"/>
                        <a:pt x="0" y="1140"/>
                      </a:cubicBezTo>
                      <a:cubicBezTo>
                        <a:pt x="0" y="1770"/>
                        <a:pt x="511" y="2281"/>
                        <a:pt x="1141" y="2281"/>
                      </a:cubicBezTo>
                      <a:cubicBezTo>
                        <a:pt x="1771" y="2281"/>
                        <a:pt x="2282" y="1770"/>
                        <a:pt x="2282" y="1140"/>
                      </a:cubicBezTo>
                      <a:cubicBezTo>
                        <a:pt x="2282" y="510"/>
                        <a:pt x="1771" y="0"/>
                        <a:pt x="114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3" name="Google Shape;1043;p29"/>
                <p:cNvSpPr/>
                <p:nvPr/>
              </p:nvSpPr>
              <p:spPr>
                <a:xfrm rot="157512">
                  <a:off x="5929801" y="4996682"/>
                  <a:ext cx="57072" cy="57047"/>
                </a:xfrm>
                <a:custGeom>
                  <a:rect b="b" l="l" r="r" t="t"/>
                  <a:pathLst>
                    <a:path extrusionOk="0" h="2282" w="2283">
                      <a:moveTo>
                        <a:pt x="1142" y="0"/>
                      </a:moveTo>
                      <a:cubicBezTo>
                        <a:pt x="511" y="0"/>
                        <a:pt x="1" y="510"/>
                        <a:pt x="1" y="1140"/>
                      </a:cubicBezTo>
                      <a:cubicBezTo>
                        <a:pt x="1" y="1771"/>
                        <a:pt x="511" y="2281"/>
                        <a:pt x="1142" y="2281"/>
                      </a:cubicBezTo>
                      <a:cubicBezTo>
                        <a:pt x="1772" y="2281"/>
                        <a:pt x="2283" y="1771"/>
                        <a:pt x="2283" y="1140"/>
                      </a:cubicBezTo>
                      <a:cubicBezTo>
                        <a:pt x="2283" y="510"/>
                        <a:pt x="1772" y="0"/>
                        <a:pt x="114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4" name="Google Shape;1044;p29"/>
                <p:cNvSpPr/>
                <p:nvPr/>
              </p:nvSpPr>
              <p:spPr>
                <a:xfrm rot="157512">
                  <a:off x="9015730" y="3465389"/>
                  <a:ext cx="57047" cy="57072"/>
                </a:xfrm>
                <a:custGeom>
                  <a:rect b="b" l="l" r="r" t="t"/>
                  <a:pathLst>
                    <a:path extrusionOk="0" h="2283" w="2282">
                      <a:moveTo>
                        <a:pt x="1142" y="0"/>
                      </a:moveTo>
                      <a:cubicBezTo>
                        <a:pt x="512" y="0"/>
                        <a:pt x="1" y="511"/>
                        <a:pt x="1" y="1141"/>
                      </a:cubicBezTo>
                      <a:cubicBezTo>
                        <a:pt x="1" y="1771"/>
                        <a:pt x="512" y="2282"/>
                        <a:pt x="1142" y="2282"/>
                      </a:cubicBezTo>
                      <a:cubicBezTo>
                        <a:pt x="1771" y="2282"/>
                        <a:pt x="2282" y="1771"/>
                        <a:pt x="2282" y="1141"/>
                      </a:cubicBezTo>
                      <a:cubicBezTo>
                        <a:pt x="2282" y="511"/>
                        <a:pt x="1771" y="0"/>
                        <a:pt x="114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1045" name="Google Shape;1045;p29"/>
            <p:cNvSpPr/>
            <p:nvPr/>
          </p:nvSpPr>
          <p:spPr>
            <a:xfrm rot="157512">
              <a:off x="8799542" y="3225845"/>
              <a:ext cx="57022" cy="57072"/>
            </a:xfrm>
            <a:custGeom>
              <a:rect b="b" l="l" r="r" t="t"/>
              <a:pathLst>
                <a:path extrusionOk="0" h="2283" w="2281">
                  <a:moveTo>
                    <a:pt x="1141" y="1"/>
                  </a:moveTo>
                  <a:cubicBezTo>
                    <a:pt x="511" y="1"/>
                    <a:pt x="0" y="512"/>
                    <a:pt x="0" y="1142"/>
                  </a:cubicBezTo>
                  <a:cubicBezTo>
                    <a:pt x="0" y="1772"/>
                    <a:pt x="511" y="2283"/>
                    <a:pt x="1141" y="2283"/>
                  </a:cubicBezTo>
                  <a:cubicBezTo>
                    <a:pt x="1771" y="2283"/>
                    <a:pt x="2281" y="1772"/>
                    <a:pt x="2281" y="1142"/>
                  </a:cubicBezTo>
                  <a:cubicBezTo>
                    <a:pt x="2281" y="512"/>
                    <a:pt x="1771" y="1"/>
                    <a:pt x="114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6" name="Google Shape;1046;p29"/>
            <p:cNvSpPr/>
            <p:nvPr/>
          </p:nvSpPr>
          <p:spPr>
            <a:xfrm rot="157512">
              <a:off x="5710335" y="4761896"/>
              <a:ext cx="57072" cy="57072"/>
            </a:xfrm>
            <a:custGeom>
              <a:rect b="b" l="l" r="r" t="t"/>
              <a:pathLst>
                <a:path extrusionOk="0" h="2283" w="2283">
                  <a:moveTo>
                    <a:pt x="1141" y="1"/>
                  </a:moveTo>
                  <a:cubicBezTo>
                    <a:pt x="511" y="1"/>
                    <a:pt x="0" y="511"/>
                    <a:pt x="0" y="1142"/>
                  </a:cubicBezTo>
                  <a:cubicBezTo>
                    <a:pt x="0" y="1772"/>
                    <a:pt x="511" y="2283"/>
                    <a:pt x="1141" y="2283"/>
                  </a:cubicBezTo>
                  <a:cubicBezTo>
                    <a:pt x="1771" y="2283"/>
                    <a:pt x="2282" y="1772"/>
                    <a:pt x="2282" y="1142"/>
                  </a:cubicBezTo>
                  <a:cubicBezTo>
                    <a:pt x="2282" y="511"/>
                    <a:pt x="1771" y="1"/>
                    <a:pt x="114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7" name="Google Shape;1047;p29"/>
            <p:cNvSpPr/>
            <p:nvPr/>
          </p:nvSpPr>
          <p:spPr>
            <a:xfrm rot="157512">
              <a:off x="7885492" y="4168682"/>
              <a:ext cx="57047" cy="57047"/>
            </a:xfrm>
            <a:custGeom>
              <a:rect b="b" l="l" r="r" t="t"/>
              <a:pathLst>
                <a:path extrusionOk="0" h="2282" w="2282">
                  <a:moveTo>
                    <a:pt x="1141" y="0"/>
                  </a:moveTo>
                  <a:cubicBezTo>
                    <a:pt x="511" y="0"/>
                    <a:pt x="0" y="511"/>
                    <a:pt x="0" y="1141"/>
                  </a:cubicBezTo>
                  <a:cubicBezTo>
                    <a:pt x="0" y="1770"/>
                    <a:pt x="511" y="2281"/>
                    <a:pt x="1141" y="2281"/>
                  </a:cubicBezTo>
                  <a:cubicBezTo>
                    <a:pt x="1772" y="2281"/>
                    <a:pt x="2281" y="1770"/>
                    <a:pt x="2281" y="1141"/>
                  </a:cubicBezTo>
                  <a:cubicBezTo>
                    <a:pt x="2281" y="511"/>
                    <a:pt x="1772" y="0"/>
                    <a:pt x="114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48" name="Google Shape;1048;p29"/>
          <p:cNvGrpSpPr/>
          <p:nvPr/>
        </p:nvGrpSpPr>
        <p:grpSpPr>
          <a:xfrm>
            <a:off x="-2544736" y="-950637"/>
            <a:ext cx="5036265" cy="4113315"/>
            <a:chOff x="4780389" y="2513201"/>
            <a:chExt cx="5036265" cy="4113315"/>
          </a:xfrm>
        </p:grpSpPr>
        <p:grpSp>
          <p:nvGrpSpPr>
            <p:cNvPr id="1049" name="Google Shape;1049;p29"/>
            <p:cNvGrpSpPr/>
            <p:nvPr/>
          </p:nvGrpSpPr>
          <p:grpSpPr>
            <a:xfrm>
              <a:off x="4780389" y="2513201"/>
              <a:ext cx="5036265" cy="4113315"/>
              <a:chOff x="4673664" y="2214101"/>
              <a:chExt cx="5036265" cy="4113315"/>
            </a:xfrm>
          </p:grpSpPr>
          <p:sp>
            <p:nvSpPr>
              <p:cNvPr id="1050" name="Google Shape;1050;p29"/>
              <p:cNvSpPr/>
              <p:nvPr/>
            </p:nvSpPr>
            <p:spPr>
              <a:xfrm rot="157512">
                <a:off x="9047033" y="4559649"/>
                <a:ext cx="57072" cy="57047"/>
              </a:xfrm>
              <a:custGeom>
                <a:rect b="b" l="l" r="r" t="t"/>
                <a:pathLst>
                  <a:path extrusionOk="0" h="2282" w="2283">
                    <a:moveTo>
                      <a:pt x="1141" y="1"/>
                    </a:moveTo>
                    <a:cubicBezTo>
                      <a:pt x="511" y="1"/>
                      <a:pt x="0" y="512"/>
                      <a:pt x="0" y="1142"/>
                    </a:cubicBezTo>
                    <a:cubicBezTo>
                      <a:pt x="0" y="1771"/>
                      <a:pt x="511" y="2282"/>
                      <a:pt x="1141" y="2282"/>
                    </a:cubicBezTo>
                    <a:cubicBezTo>
                      <a:pt x="1771" y="2282"/>
                      <a:pt x="2282" y="1771"/>
                      <a:pt x="2282" y="1142"/>
                    </a:cubicBezTo>
                    <a:cubicBezTo>
                      <a:pt x="2282" y="512"/>
                      <a:pt x="1771" y="1"/>
                      <a:pt x="114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051" name="Google Shape;1051;p29"/>
              <p:cNvGrpSpPr/>
              <p:nvPr/>
            </p:nvGrpSpPr>
            <p:grpSpPr>
              <a:xfrm>
                <a:off x="4673664" y="2214101"/>
                <a:ext cx="5036265" cy="4113315"/>
                <a:chOff x="4673664" y="2214101"/>
                <a:chExt cx="5036265" cy="4113315"/>
              </a:xfrm>
            </p:grpSpPr>
            <p:grpSp>
              <p:nvGrpSpPr>
                <p:cNvPr id="1052" name="Google Shape;1052;p29"/>
                <p:cNvGrpSpPr/>
                <p:nvPr/>
              </p:nvGrpSpPr>
              <p:grpSpPr>
                <a:xfrm>
                  <a:off x="4673664" y="2214101"/>
                  <a:ext cx="5036265" cy="4113315"/>
                  <a:chOff x="3825164" y="427026"/>
                  <a:chExt cx="5036265" cy="4113315"/>
                </a:xfrm>
              </p:grpSpPr>
              <p:sp>
                <p:nvSpPr>
                  <p:cNvPr id="1053" name="Google Shape;1053;p29"/>
                  <p:cNvSpPr/>
                  <p:nvPr/>
                </p:nvSpPr>
                <p:spPr>
                  <a:xfrm rot="157512">
                    <a:off x="6915828" y="473247"/>
                    <a:ext cx="650167" cy="721089"/>
                  </a:xfrm>
                  <a:custGeom>
                    <a:rect b="b" l="l" r="r" t="t"/>
                    <a:pathLst>
                      <a:path extrusionOk="0" fill="none" h="28845" w="26008">
                        <a:moveTo>
                          <a:pt x="26008" y="20744"/>
                        </a:moveTo>
                        <a:lnTo>
                          <a:pt x="24980" y="6321"/>
                        </a:lnTo>
                        <a:lnTo>
                          <a:pt x="11976" y="1"/>
                        </a:lnTo>
                        <a:lnTo>
                          <a:pt x="0" y="8102"/>
                        </a:lnTo>
                        <a:lnTo>
                          <a:pt x="1028" y="22524"/>
                        </a:lnTo>
                        <a:lnTo>
                          <a:pt x="14032"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4" name="Google Shape;1054;p29"/>
                  <p:cNvSpPr/>
                  <p:nvPr/>
                </p:nvSpPr>
                <p:spPr>
                  <a:xfrm rot="157512">
                    <a:off x="7541687" y="457392"/>
                    <a:ext cx="650192" cy="721114"/>
                  </a:xfrm>
                  <a:custGeom>
                    <a:rect b="b" l="l" r="r" t="t"/>
                    <a:pathLst>
                      <a:path extrusionOk="0" fill="none" h="28846" w="26009">
                        <a:moveTo>
                          <a:pt x="26009" y="20743"/>
                        </a:moveTo>
                        <a:lnTo>
                          <a:pt x="24981" y="6321"/>
                        </a:lnTo>
                        <a:lnTo>
                          <a:pt x="11976" y="1"/>
                        </a:lnTo>
                        <a:lnTo>
                          <a:pt x="1" y="8102"/>
                        </a:lnTo>
                        <a:lnTo>
                          <a:pt x="1029" y="22525"/>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5" name="Google Shape;1055;p29"/>
                  <p:cNvSpPr/>
                  <p:nvPr/>
                </p:nvSpPr>
                <p:spPr>
                  <a:xfrm rot="157512">
                    <a:off x="8167572" y="441537"/>
                    <a:ext cx="650192" cy="721089"/>
                  </a:xfrm>
                  <a:custGeom>
                    <a:rect b="b" l="l" r="r" t="t"/>
                    <a:pathLst>
                      <a:path extrusionOk="0" fill="none" h="28845" w="26009">
                        <a:moveTo>
                          <a:pt x="26008" y="20743"/>
                        </a:moveTo>
                        <a:lnTo>
                          <a:pt x="24980" y="6321"/>
                        </a:lnTo>
                        <a:lnTo>
                          <a:pt x="11976" y="0"/>
                        </a:lnTo>
                        <a:lnTo>
                          <a:pt x="1" y="8102"/>
                        </a:lnTo>
                        <a:lnTo>
                          <a:pt x="1029" y="22524"/>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6" name="Google Shape;1056;p29"/>
                  <p:cNvSpPr/>
                  <p:nvPr/>
                </p:nvSpPr>
                <p:spPr>
                  <a:xfrm rot="157512">
                    <a:off x="7242491" y="1007356"/>
                    <a:ext cx="650192" cy="721089"/>
                  </a:xfrm>
                  <a:custGeom>
                    <a:rect b="b" l="l" r="r" t="t"/>
                    <a:pathLst>
                      <a:path extrusionOk="0" fill="none" h="28845" w="26009">
                        <a:moveTo>
                          <a:pt x="26008" y="20743"/>
                        </a:moveTo>
                        <a:lnTo>
                          <a:pt x="24980" y="6321"/>
                        </a:lnTo>
                        <a:lnTo>
                          <a:pt x="11976" y="1"/>
                        </a:lnTo>
                        <a:lnTo>
                          <a:pt x="0" y="8102"/>
                        </a:lnTo>
                        <a:lnTo>
                          <a:pt x="1028" y="22525"/>
                        </a:lnTo>
                        <a:lnTo>
                          <a:pt x="14033" y="28844"/>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7" name="Google Shape;1057;p29"/>
                  <p:cNvSpPr/>
                  <p:nvPr/>
                </p:nvSpPr>
                <p:spPr>
                  <a:xfrm rot="157512">
                    <a:off x="7868375" y="991501"/>
                    <a:ext cx="650167" cy="721089"/>
                  </a:xfrm>
                  <a:custGeom>
                    <a:rect b="b" l="l" r="r" t="t"/>
                    <a:pathLst>
                      <a:path extrusionOk="0" fill="none" h="28845" w="26008">
                        <a:moveTo>
                          <a:pt x="26008" y="20743"/>
                        </a:moveTo>
                        <a:lnTo>
                          <a:pt x="24980" y="6321"/>
                        </a:lnTo>
                        <a:lnTo>
                          <a:pt x="11976" y="0"/>
                        </a:lnTo>
                        <a:lnTo>
                          <a:pt x="0" y="8102"/>
                        </a:lnTo>
                        <a:lnTo>
                          <a:pt x="1028" y="22524"/>
                        </a:lnTo>
                        <a:lnTo>
                          <a:pt x="14032"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8" name="Google Shape;1058;p29"/>
                  <p:cNvSpPr/>
                  <p:nvPr/>
                </p:nvSpPr>
                <p:spPr>
                  <a:xfrm rot="157512">
                    <a:off x="6943294" y="1557320"/>
                    <a:ext cx="650167" cy="721089"/>
                  </a:xfrm>
                  <a:custGeom>
                    <a:rect b="b" l="l" r="r" t="t"/>
                    <a:pathLst>
                      <a:path extrusionOk="0" fill="none" h="28845" w="26008">
                        <a:moveTo>
                          <a:pt x="26008" y="20743"/>
                        </a:moveTo>
                        <a:lnTo>
                          <a:pt x="24980" y="6320"/>
                        </a:lnTo>
                        <a:lnTo>
                          <a:pt x="11975" y="1"/>
                        </a:lnTo>
                        <a:lnTo>
                          <a:pt x="0" y="8102"/>
                        </a:lnTo>
                        <a:lnTo>
                          <a:pt x="1028" y="22524"/>
                        </a:lnTo>
                        <a:lnTo>
                          <a:pt x="14032" y="28844"/>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9" name="Google Shape;1059;p29"/>
                  <p:cNvSpPr/>
                  <p:nvPr/>
                </p:nvSpPr>
                <p:spPr>
                  <a:xfrm rot="157512">
                    <a:off x="7569154" y="1541466"/>
                    <a:ext cx="650217" cy="721064"/>
                  </a:xfrm>
                  <a:custGeom>
                    <a:rect b="b" l="l" r="r" t="t"/>
                    <a:pathLst>
                      <a:path extrusionOk="0" fill="none" h="28844" w="26010">
                        <a:moveTo>
                          <a:pt x="26009" y="20743"/>
                        </a:moveTo>
                        <a:lnTo>
                          <a:pt x="24980" y="6321"/>
                        </a:lnTo>
                        <a:lnTo>
                          <a:pt x="11976" y="0"/>
                        </a:lnTo>
                        <a:lnTo>
                          <a:pt x="1" y="8101"/>
                        </a:lnTo>
                        <a:lnTo>
                          <a:pt x="1029" y="22524"/>
                        </a:lnTo>
                        <a:lnTo>
                          <a:pt x="14033" y="28844"/>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0" name="Google Shape;1060;p29"/>
                  <p:cNvSpPr/>
                  <p:nvPr/>
                </p:nvSpPr>
                <p:spPr>
                  <a:xfrm rot="157512">
                    <a:off x="8195039" y="1525586"/>
                    <a:ext cx="650217" cy="721114"/>
                  </a:xfrm>
                  <a:custGeom>
                    <a:rect b="b" l="l" r="r" t="t"/>
                    <a:pathLst>
                      <a:path extrusionOk="0" fill="none" h="28846" w="26010">
                        <a:moveTo>
                          <a:pt x="26009" y="20743"/>
                        </a:moveTo>
                        <a:lnTo>
                          <a:pt x="24980" y="6322"/>
                        </a:lnTo>
                        <a:lnTo>
                          <a:pt x="11976" y="1"/>
                        </a:lnTo>
                        <a:lnTo>
                          <a:pt x="0" y="8103"/>
                        </a:lnTo>
                        <a:lnTo>
                          <a:pt x="1029" y="22525"/>
                        </a:lnTo>
                        <a:lnTo>
                          <a:pt x="14033" y="28846"/>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1" name="Google Shape;1061;p29"/>
                  <p:cNvSpPr/>
                  <p:nvPr/>
                </p:nvSpPr>
                <p:spPr>
                  <a:xfrm rot="157512">
                    <a:off x="4140535" y="2170703"/>
                    <a:ext cx="650217" cy="721089"/>
                  </a:xfrm>
                  <a:custGeom>
                    <a:rect b="b" l="l" r="r" t="t"/>
                    <a:pathLst>
                      <a:path extrusionOk="0" fill="none" h="28845" w="26010">
                        <a:moveTo>
                          <a:pt x="26009" y="20743"/>
                        </a:moveTo>
                        <a:lnTo>
                          <a:pt x="24980" y="6321"/>
                        </a:lnTo>
                        <a:lnTo>
                          <a:pt x="11977" y="0"/>
                        </a:lnTo>
                        <a:lnTo>
                          <a:pt x="1" y="8102"/>
                        </a:lnTo>
                        <a:lnTo>
                          <a:pt x="1028" y="22524"/>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2" name="Google Shape;1062;p29"/>
                  <p:cNvSpPr/>
                  <p:nvPr/>
                </p:nvSpPr>
                <p:spPr>
                  <a:xfrm rot="157512">
                    <a:off x="4766419" y="2154848"/>
                    <a:ext cx="650192" cy="721089"/>
                  </a:xfrm>
                  <a:custGeom>
                    <a:rect b="b" l="l" r="r" t="t"/>
                    <a:pathLst>
                      <a:path extrusionOk="0" fill="none" h="28845" w="26009">
                        <a:moveTo>
                          <a:pt x="26009" y="20743"/>
                        </a:moveTo>
                        <a:lnTo>
                          <a:pt x="24980" y="6321"/>
                        </a:lnTo>
                        <a:lnTo>
                          <a:pt x="11977" y="1"/>
                        </a:lnTo>
                        <a:lnTo>
                          <a:pt x="0" y="8102"/>
                        </a:lnTo>
                        <a:lnTo>
                          <a:pt x="1029" y="22524"/>
                        </a:lnTo>
                        <a:lnTo>
                          <a:pt x="14034"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3" name="Google Shape;1063;p29"/>
                  <p:cNvSpPr/>
                  <p:nvPr/>
                </p:nvSpPr>
                <p:spPr>
                  <a:xfrm rot="157512">
                    <a:off x="5392303" y="2138993"/>
                    <a:ext cx="650192" cy="721089"/>
                  </a:xfrm>
                  <a:custGeom>
                    <a:rect b="b" l="l" r="r" t="t"/>
                    <a:pathLst>
                      <a:path extrusionOk="0" fill="none" h="28845" w="26009">
                        <a:moveTo>
                          <a:pt x="26009" y="20743"/>
                        </a:moveTo>
                        <a:lnTo>
                          <a:pt x="24981" y="6321"/>
                        </a:lnTo>
                        <a:lnTo>
                          <a:pt x="11976" y="0"/>
                        </a:lnTo>
                        <a:lnTo>
                          <a:pt x="0" y="8102"/>
                        </a:lnTo>
                        <a:lnTo>
                          <a:pt x="1029" y="22524"/>
                        </a:lnTo>
                        <a:lnTo>
                          <a:pt x="14033" y="28844"/>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4" name="Google Shape;1064;p29"/>
                  <p:cNvSpPr/>
                  <p:nvPr/>
                </p:nvSpPr>
                <p:spPr>
                  <a:xfrm rot="157512">
                    <a:off x="6018188" y="2123139"/>
                    <a:ext cx="650192" cy="721089"/>
                  </a:xfrm>
                  <a:custGeom>
                    <a:rect b="b" l="l" r="r" t="t"/>
                    <a:pathLst>
                      <a:path extrusionOk="0" fill="none" h="28845" w="26009">
                        <a:moveTo>
                          <a:pt x="26008" y="20743"/>
                        </a:moveTo>
                        <a:lnTo>
                          <a:pt x="24981" y="6321"/>
                        </a:lnTo>
                        <a:lnTo>
                          <a:pt x="11976" y="0"/>
                        </a:lnTo>
                        <a:lnTo>
                          <a:pt x="1" y="8102"/>
                        </a:lnTo>
                        <a:lnTo>
                          <a:pt x="1029" y="22524"/>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5" name="Google Shape;1065;p29"/>
                  <p:cNvSpPr/>
                  <p:nvPr/>
                </p:nvSpPr>
                <p:spPr>
                  <a:xfrm rot="157512">
                    <a:off x="6644073" y="2107259"/>
                    <a:ext cx="650192" cy="721114"/>
                  </a:xfrm>
                  <a:custGeom>
                    <a:rect b="b" l="l" r="r" t="t"/>
                    <a:pathLst>
                      <a:path extrusionOk="0" fill="none" h="28846" w="26009">
                        <a:moveTo>
                          <a:pt x="26008" y="20743"/>
                        </a:moveTo>
                        <a:lnTo>
                          <a:pt x="24980" y="6321"/>
                        </a:lnTo>
                        <a:lnTo>
                          <a:pt x="11976" y="1"/>
                        </a:lnTo>
                        <a:lnTo>
                          <a:pt x="1" y="8103"/>
                        </a:lnTo>
                        <a:lnTo>
                          <a:pt x="1028" y="22525"/>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6" name="Google Shape;1066;p29"/>
                  <p:cNvSpPr/>
                  <p:nvPr/>
                </p:nvSpPr>
                <p:spPr>
                  <a:xfrm rot="157512">
                    <a:off x="7269957" y="2091430"/>
                    <a:ext cx="650192" cy="721064"/>
                  </a:xfrm>
                  <a:custGeom>
                    <a:rect b="b" l="l" r="r" t="t"/>
                    <a:pathLst>
                      <a:path extrusionOk="0" fill="none" h="28844" w="26009">
                        <a:moveTo>
                          <a:pt x="26009" y="20743"/>
                        </a:moveTo>
                        <a:lnTo>
                          <a:pt x="24980" y="6320"/>
                        </a:lnTo>
                        <a:lnTo>
                          <a:pt x="11976" y="0"/>
                        </a:lnTo>
                        <a:lnTo>
                          <a:pt x="0" y="8101"/>
                        </a:lnTo>
                        <a:lnTo>
                          <a:pt x="1028" y="22523"/>
                        </a:lnTo>
                        <a:lnTo>
                          <a:pt x="14033" y="28844"/>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7" name="Google Shape;1067;p29"/>
                  <p:cNvSpPr/>
                  <p:nvPr/>
                </p:nvSpPr>
                <p:spPr>
                  <a:xfrm rot="157512">
                    <a:off x="7895842" y="2075550"/>
                    <a:ext cx="650192" cy="721089"/>
                  </a:xfrm>
                  <a:custGeom>
                    <a:rect b="b" l="l" r="r" t="t"/>
                    <a:pathLst>
                      <a:path extrusionOk="0" fill="none" h="28845" w="26009">
                        <a:moveTo>
                          <a:pt x="26009" y="20743"/>
                        </a:moveTo>
                        <a:lnTo>
                          <a:pt x="24980" y="6322"/>
                        </a:lnTo>
                        <a:lnTo>
                          <a:pt x="11976" y="1"/>
                        </a:lnTo>
                        <a:lnTo>
                          <a:pt x="0" y="8102"/>
                        </a:lnTo>
                        <a:lnTo>
                          <a:pt x="1029" y="22525"/>
                        </a:lnTo>
                        <a:lnTo>
                          <a:pt x="14032"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8" name="Google Shape;1068;p29"/>
                  <p:cNvSpPr/>
                  <p:nvPr/>
                </p:nvSpPr>
                <p:spPr>
                  <a:xfrm rot="157512">
                    <a:off x="3841337" y="2720667"/>
                    <a:ext cx="650192" cy="721114"/>
                  </a:xfrm>
                  <a:custGeom>
                    <a:rect b="b" l="l" r="r" t="t"/>
                    <a:pathLst>
                      <a:path extrusionOk="0" fill="none" h="28846" w="26009">
                        <a:moveTo>
                          <a:pt x="26009" y="20743"/>
                        </a:moveTo>
                        <a:lnTo>
                          <a:pt x="24980" y="6321"/>
                        </a:lnTo>
                        <a:lnTo>
                          <a:pt x="11975" y="0"/>
                        </a:lnTo>
                        <a:lnTo>
                          <a:pt x="0" y="8102"/>
                        </a:lnTo>
                        <a:lnTo>
                          <a:pt x="1029" y="22524"/>
                        </a:lnTo>
                        <a:lnTo>
                          <a:pt x="14032"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9" name="Google Shape;1069;p29"/>
                  <p:cNvSpPr/>
                  <p:nvPr/>
                </p:nvSpPr>
                <p:spPr>
                  <a:xfrm rot="157512">
                    <a:off x="4467198" y="2704787"/>
                    <a:ext cx="650217" cy="721114"/>
                  </a:xfrm>
                  <a:custGeom>
                    <a:rect b="b" l="l" r="r" t="t"/>
                    <a:pathLst>
                      <a:path extrusionOk="0" fill="none" h="28846" w="26010">
                        <a:moveTo>
                          <a:pt x="26010" y="20743"/>
                        </a:moveTo>
                        <a:lnTo>
                          <a:pt x="24982" y="6322"/>
                        </a:lnTo>
                        <a:lnTo>
                          <a:pt x="11977" y="1"/>
                        </a:lnTo>
                        <a:lnTo>
                          <a:pt x="1" y="8103"/>
                        </a:lnTo>
                        <a:lnTo>
                          <a:pt x="1030" y="22525"/>
                        </a:lnTo>
                        <a:lnTo>
                          <a:pt x="14033" y="28846"/>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0" name="Google Shape;1070;p29"/>
                  <p:cNvSpPr/>
                  <p:nvPr/>
                </p:nvSpPr>
                <p:spPr>
                  <a:xfrm rot="157512">
                    <a:off x="5093107" y="2688958"/>
                    <a:ext cx="650192" cy="721089"/>
                  </a:xfrm>
                  <a:custGeom>
                    <a:rect b="b" l="l" r="r" t="t"/>
                    <a:pathLst>
                      <a:path extrusionOk="0" fill="none" h="28845" w="26009">
                        <a:moveTo>
                          <a:pt x="26008" y="20743"/>
                        </a:moveTo>
                        <a:lnTo>
                          <a:pt x="24980" y="6320"/>
                        </a:lnTo>
                        <a:lnTo>
                          <a:pt x="11976" y="0"/>
                        </a:lnTo>
                        <a:lnTo>
                          <a:pt x="1" y="8102"/>
                        </a:lnTo>
                        <a:lnTo>
                          <a:pt x="1029" y="22523"/>
                        </a:lnTo>
                        <a:lnTo>
                          <a:pt x="14033" y="28844"/>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1" name="Google Shape;1071;p29"/>
                  <p:cNvSpPr/>
                  <p:nvPr/>
                </p:nvSpPr>
                <p:spPr>
                  <a:xfrm rot="157512">
                    <a:off x="5718992" y="2673103"/>
                    <a:ext cx="650192" cy="721064"/>
                  </a:xfrm>
                  <a:custGeom>
                    <a:rect b="b" l="l" r="r" t="t"/>
                    <a:pathLst>
                      <a:path extrusionOk="0" fill="none" h="28844" w="26009">
                        <a:moveTo>
                          <a:pt x="26008" y="20743"/>
                        </a:moveTo>
                        <a:lnTo>
                          <a:pt x="24980" y="6321"/>
                        </a:lnTo>
                        <a:lnTo>
                          <a:pt x="11976" y="0"/>
                        </a:lnTo>
                        <a:lnTo>
                          <a:pt x="0" y="8101"/>
                        </a:lnTo>
                        <a:lnTo>
                          <a:pt x="1028" y="22524"/>
                        </a:lnTo>
                        <a:lnTo>
                          <a:pt x="14033" y="28844"/>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2" name="Google Shape;1072;p29"/>
                  <p:cNvSpPr/>
                  <p:nvPr/>
                </p:nvSpPr>
                <p:spPr>
                  <a:xfrm rot="157512">
                    <a:off x="6344876" y="2657223"/>
                    <a:ext cx="650167" cy="721114"/>
                  </a:xfrm>
                  <a:custGeom>
                    <a:rect b="b" l="l" r="r" t="t"/>
                    <a:pathLst>
                      <a:path extrusionOk="0" fill="none" h="28846" w="26008">
                        <a:moveTo>
                          <a:pt x="26008" y="20743"/>
                        </a:moveTo>
                        <a:lnTo>
                          <a:pt x="24980" y="6321"/>
                        </a:lnTo>
                        <a:lnTo>
                          <a:pt x="11975" y="1"/>
                        </a:lnTo>
                        <a:lnTo>
                          <a:pt x="0" y="8103"/>
                        </a:lnTo>
                        <a:lnTo>
                          <a:pt x="1028" y="22525"/>
                        </a:lnTo>
                        <a:lnTo>
                          <a:pt x="14032"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3" name="Google Shape;1073;p29"/>
                  <p:cNvSpPr/>
                  <p:nvPr/>
                </p:nvSpPr>
                <p:spPr>
                  <a:xfrm rot="157512">
                    <a:off x="6970736" y="2641369"/>
                    <a:ext cx="650217" cy="721114"/>
                  </a:xfrm>
                  <a:custGeom>
                    <a:rect b="b" l="l" r="r" t="t"/>
                    <a:pathLst>
                      <a:path extrusionOk="0" fill="none" h="28846" w="26010">
                        <a:moveTo>
                          <a:pt x="26010" y="20743"/>
                        </a:moveTo>
                        <a:lnTo>
                          <a:pt x="24981" y="6321"/>
                        </a:lnTo>
                        <a:lnTo>
                          <a:pt x="11976" y="0"/>
                        </a:lnTo>
                        <a:lnTo>
                          <a:pt x="1" y="8102"/>
                        </a:lnTo>
                        <a:lnTo>
                          <a:pt x="1029" y="22524"/>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4" name="Google Shape;1074;p29"/>
                  <p:cNvSpPr/>
                  <p:nvPr/>
                </p:nvSpPr>
                <p:spPr>
                  <a:xfrm rot="157512">
                    <a:off x="4168001" y="3254751"/>
                    <a:ext cx="650217" cy="721114"/>
                  </a:xfrm>
                  <a:custGeom>
                    <a:rect b="b" l="l" r="r" t="t"/>
                    <a:pathLst>
                      <a:path extrusionOk="0" fill="none" h="28846" w="26010">
                        <a:moveTo>
                          <a:pt x="26009" y="20744"/>
                        </a:moveTo>
                        <a:lnTo>
                          <a:pt x="24980" y="6322"/>
                        </a:lnTo>
                        <a:lnTo>
                          <a:pt x="11977" y="1"/>
                        </a:lnTo>
                        <a:lnTo>
                          <a:pt x="0" y="8103"/>
                        </a:lnTo>
                        <a:lnTo>
                          <a:pt x="1029" y="22525"/>
                        </a:lnTo>
                        <a:lnTo>
                          <a:pt x="14034" y="28846"/>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5" name="Google Shape;1075;p29"/>
                  <p:cNvSpPr/>
                  <p:nvPr/>
                </p:nvSpPr>
                <p:spPr>
                  <a:xfrm rot="157512">
                    <a:off x="4793885" y="3238896"/>
                    <a:ext cx="650192" cy="721114"/>
                  </a:xfrm>
                  <a:custGeom>
                    <a:rect b="b" l="l" r="r" t="t"/>
                    <a:pathLst>
                      <a:path extrusionOk="0" fill="none" h="28846" w="26009">
                        <a:moveTo>
                          <a:pt x="26009" y="20743"/>
                        </a:moveTo>
                        <a:lnTo>
                          <a:pt x="24981" y="6321"/>
                        </a:lnTo>
                        <a:lnTo>
                          <a:pt x="11977" y="0"/>
                        </a:lnTo>
                        <a:lnTo>
                          <a:pt x="0" y="8103"/>
                        </a:lnTo>
                        <a:lnTo>
                          <a:pt x="1029" y="22525"/>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6" name="Google Shape;1076;p29"/>
                  <p:cNvSpPr/>
                  <p:nvPr/>
                </p:nvSpPr>
                <p:spPr>
                  <a:xfrm rot="157512">
                    <a:off x="5419770" y="3223067"/>
                    <a:ext cx="650192" cy="721064"/>
                  </a:xfrm>
                  <a:custGeom>
                    <a:rect b="b" l="l" r="r" t="t"/>
                    <a:pathLst>
                      <a:path extrusionOk="0" fill="none" h="28844" w="26009">
                        <a:moveTo>
                          <a:pt x="26009" y="20743"/>
                        </a:moveTo>
                        <a:lnTo>
                          <a:pt x="24981" y="6320"/>
                        </a:lnTo>
                        <a:lnTo>
                          <a:pt x="11976" y="0"/>
                        </a:lnTo>
                        <a:lnTo>
                          <a:pt x="1" y="8101"/>
                        </a:lnTo>
                        <a:lnTo>
                          <a:pt x="1029" y="22523"/>
                        </a:lnTo>
                        <a:lnTo>
                          <a:pt x="14033" y="28844"/>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7" name="Google Shape;1077;p29"/>
                  <p:cNvSpPr/>
                  <p:nvPr/>
                </p:nvSpPr>
                <p:spPr>
                  <a:xfrm rot="157512">
                    <a:off x="6045654" y="3207187"/>
                    <a:ext cx="650192" cy="721114"/>
                  </a:xfrm>
                  <a:custGeom>
                    <a:rect b="b" l="l" r="r" t="t"/>
                    <a:pathLst>
                      <a:path extrusionOk="0" fill="none" h="28846" w="26009">
                        <a:moveTo>
                          <a:pt x="26008" y="20743"/>
                        </a:moveTo>
                        <a:lnTo>
                          <a:pt x="24980" y="6321"/>
                        </a:lnTo>
                        <a:lnTo>
                          <a:pt x="11976" y="1"/>
                        </a:lnTo>
                        <a:lnTo>
                          <a:pt x="1" y="8102"/>
                        </a:lnTo>
                        <a:lnTo>
                          <a:pt x="1029" y="22525"/>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8" name="Google Shape;1078;p29"/>
                  <p:cNvSpPr/>
                  <p:nvPr/>
                </p:nvSpPr>
                <p:spPr>
                  <a:xfrm rot="157512">
                    <a:off x="3868779" y="3804714"/>
                    <a:ext cx="650217" cy="721114"/>
                  </a:xfrm>
                  <a:custGeom>
                    <a:rect b="b" l="l" r="r" t="t"/>
                    <a:pathLst>
                      <a:path extrusionOk="0" fill="none" h="28846" w="26010">
                        <a:moveTo>
                          <a:pt x="26010" y="20744"/>
                        </a:moveTo>
                        <a:lnTo>
                          <a:pt x="24982" y="6322"/>
                        </a:lnTo>
                        <a:lnTo>
                          <a:pt x="11977" y="1"/>
                        </a:lnTo>
                        <a:lnTo>
                          <a:pt x="1" y="8102"/>
                        </a:lnTo>
                        <a:lnTo>
                          <a:pt x="1030" y="22525"/>
                        </a:lnTo>
                        <a:lnTo>
                          <a:pt x="14034" y="28846"/>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9" name="Google Shape;1079;p29"/>
                  <p:cNvSpPr/>
                  <p:nvPr/>
                </p:nvSpPr>
                <p:spPr>
                  <a:xfrm rot="157512">
                    <a:off x="4494689" y="3788860"/>
                    <a:ext cx="650192" cy="721114"/>
                  </a:xfrm>
                  <a:custGeom>
                    <a:rect b="b" l="l" r="r" t="t"/>
                    <a:pathLst>
                      <a:path extrusionOk="0" fill="none" h="28846" w="26009">
                        <a:moveTo>
                          <a:pt x="26008" y="20743"/>
                        </a:moveTo>
                        <a:lnTo>
                          <a:pt x="24980" y="6321"/>
                        </a:lnTo>
                        <a:lnTo>
                          <a:pt x="11976" y="1"/>
                        </a:lnTo>
                        <a:lnTo>
                          <a:pt x="1" y="8103"/>
                        </a:lnTo>
                        <a:lnTo>
                          <a:pt x="1029" y="22525"/>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0" name="Google Shape;1080;p29"/>
                  <p:cNvSpPr/>
                  <p:nvPr/>
                </p:nvSpPr>
                <p:spPr>
                  <a:xfrm rot="157512">
                    <a:off x="5120574" y="3773006"/>
                    <a:ext cx="650192" cy="721089"/>
                  </a:xfrm>
                  <a:custGeom>
                    <a:rect b="b" l="l" r="r" t="t"/>
                    <a:pathLst>
                      <a:path extrusionOk="0" fill="none" h="28845" w="26009">
                        <a:moveTo>
                          <a:pt x="26008" y="20744"/>
                        </a:moveTo>
                        <a:lnTo>
                          <a:pt x="24980" y="6321"/>
                        </a:lnTo>
                        <a:lnTo>
                          <a:pt x="11976" y="0"/>
                        </a:lnTo>
                        <a:lnTo>
                          <a:pt x="0" y="8102"/>
                        </a:lnTo>
                        <a:lnTo>
                          <a:pt x="1028" y="22524"/>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81" name="Google Shape;1081;p29"/>
                <p:cNvSpPr/>
                <p:nvPr/>
              </p:nvSpPr>
              <p:spPr>
                <a:xfrm rot="157512">
                  <a:off x="6228998" y="4446717"/>
                  <a:ext cx="57072" cy="57047"/>
                </a:xfrm>
                <a:custGeom>
                  <a:rect b="b" l="l" r="r" t="t"/>
                  <a:pathLst>
                    <a:path extrusionOk="0" h="2282" w="2283">
                      <a:moveTo>
                        <a:pt x="1142" y="0"/>
                      </a:moveTo>
                      <a:cubicBezTo>
                        <a:pt x="512" y="0"/>
                        <a:pt x="1" y="511"/>
                        <a:pt x="1" y="1141"/>
                      </a:cubicBezTo>
                      <a:cubicBezTo>
                        <a:pt x="1" y="1771"/>
                        <a:pt x="512" y="2281"/>
                        <a:pt x="1142" y="2281"/>
                      </a:cubicBezTo>
                      <a:cubicBezTo>
                        <a:pt x="1772" y="2281"/>
                        <a:pt x="2283" y="1772"/>
                        <a:pt x="2283" y="1141"/>
                      </a:cubicBezTo>
                      <a:cubicBezTo>
                        <a:pt x="2283" y="511"/>
                        <a:pt x="1772" y="0"/>
                        <a:pt x="114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2" name="Google Shape;1082;p29"/>
                <p:cNvSpPr/>
                <p:nvPr/>
              </p:nvSpPr>
              <p:spPr>
                <a:xfrm rot="157512">
                  <a:off x="9351770" y="4005108"/>
                  <a:ext cx="57047" cy="57072"/>
                </a:xfrm>
                <a:custGeom>
                  <a:rect b="b" l="l" r="r" t="t"/>
                  <a:pathLst>
                    <a:path extrusionOk="0" h="2283" w="2282">
                      <a:moveTo>
                        <a:pt x="1141" y="0"/>
                      </a:moveTo>
                      <a:cubicBezTo>
                        <a:pt x="511" y="0"/>
                        <a:pt x="0" y="511"/>
                        <a:pt x="0" y="1141"/>
                      </a:cubicBezTo>
                      <a:cubicBezTo>
                        <a:pt x="0" y="1772"/>
                        <a:pt x="511" y="2282"/>
                        <a:pt x="1141" y="2282"/>
                      </a:cubicBezTo>
                      <a:cubicBezTo>
                        <a:pt x="1771" y="2282"/>
                        <a:pt x="2281" y="1772"/>
                        <a:pt x="2281" y="1141"/>
                      </a:cubicBezTo>
                      <a:cubicBezTo>
                        <a:pt x="2281" y="511"/>
                        <a:pt x="1771" y="0"/>
                        <a:pt x="114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3" name="Google Shape;1083;p29"/>
                <p:cNvSpPr/>
                <p:nvPr/>
              </p:nvSpPr>
              <p:spPr>
                <a:xfrm rot="157512">
                  <a:off x="8403706" y="3847890"/>
                  <a:ext cx="57072" cy="57047"/>
                </a:xfrm>
                <a:custGeom>
                  <a:rect b="b" l="l" r="r" t="t"/>
                  <a:pathLst>
                    <a:path extrusionOk="0" h="2282" w="2283">
                      <a:moveTo>
                        <a:pt x="1141" y="1"/>
                      </a:moveTo>
                      <a:cubicBezTo>
                        <a:pt x="511" y="1"/>
                        <a:pt x="0" y="511"/>
                        <a:pt x="0" y="1141"/>
                      </a:cubicBezTo>
                      <a:cubicBezTo>
                        <a:pt x="0" y="1771"/>
                        <a:pt x="511" y="2282"/>
                        <a:pt x="1141" y="2282"/>
                      </a:cubicBezTo>
                      <a:cubicBezTo>
                        <a:pt x="1771" y="2282"/>
                        <a:pt x="2282" y="1771"/>
                        <a:pt x="2282" y="1141"/>
                      </a:cubicBezTo>
                      <a:cubicBezTo>
                        <a:pt x="2282" y="511"/>
                        <a:pt x="1771" y="1"/>
                        <a:pt x="114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4" name="Google Shape;1084;p29"/>
                <p:cNvSpPr/>
                <p:nvPr/>
              </p:nvSpPr>
              <p:spPr>
                <a:xfrm rot="157512">
                  <a:off x="8124633" y="5115580"/>
                  <a:ext cx="57047" cy="57047"/>
                </a:xfrm>
                <a:custGeom>
                  <a:rect b="b" l="l" r="r" t="t"/>
                  <a:pathLst>
                    <a:path extrusionOk="0" h="2282" w="2282">
                      <a:moveTo>
                        <a:pt x="1140" y="0"/>
                      </a:moveTo>
                      <a:cubicBezTo>
                        <a:pt x="511" y="0"/>
                        <a:pt x="0" y="511"/>
                        <a:pt x="0" y="1141"/>
                      </a:cubicBezTo>
                      <a:cubicBezTo>
                        <a:pt x="0" y="1771"/>
                        <a:pt x="510" y="2281"/>
                        <a:pt x="1140" y="2281"/>
                      </a:cubicBezTo>
                      <a:cubicBezTo>
                        <a:pt x="1771" y="2281"/>
                        <a:pt x="2281" y="1771"/>
                        <a:pt x="2281" y="1141"/>
                      </a:cubicBezTo>
                      <a:cubicBezTo>
                        <a:pt x="2281" y="511"/>
                        <a:pt x="1771" y="0"/>
                        <a:pt x="114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5" name="Google Shape;1085;p29"/>
                <p:cNvSpPr/>
                <p:nvPr/>
              </p:nvSpPr>
              <p:spPr>
                <a:xfrm rot="157512">
                  <a:off x="6574005" y="5703526"/>
                  <a:ext cx="57072" cy="57047"/>
                </a:xfrm>
                <a:custGeom>
                  <a:rect b="b" l="l" r="r" t="t"/>
                  <a:pathLst>
                    <a:path extrusionOk="0" h="2282" w="2283">
                      <a:moveTo>
                        <a:pt x="1141" y="1"/>
                      </a:moveTo>
                      <a:cubicBezTo>
                        <a:pt x="511" y="1"/>
                        <a:pt x="0" y="511"/>
                        <a:pt x="0" y="1141"/>
                      </a:cubicBezTo>
                      <a:cubicBezTo>
                        <a:pt x="0" y="1771"/>
                        <a:pt x="511" y="2282"/>
                        <a:pt x="1141" y="2282"/>
                      </a:cubicBezTo>
                      <a:cubicBezTo>
                        <a:pt x="1771" y="2282"/>
                        <a:pt x="2282" y="1771"/>
                        <a:pt x="2282" y="1141"/>
                      </a:cubicBezTo>
                      <a:cubicBezTo>
                        <a:pt x="2282" y="511"/>
                        <a:pt x="1771" y="1"/>
                        <a:pt x="114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6" name="Google Shape;1086;p29"/>
                <p:cNvSpPr/>
                <p:nvPr/>
              </p:nvSpPr>
              <p:spPr>
                <a:xfrm rot="157512">
                  <a:off x="5957267" y="6080755"/>
                  <a:ext cx="57072" cy="57047"/>
                </a:xfrm>
                <a:custGeom>
                  <a:rect b="b" l="l" r="r" t="t"/>
                  <a:pathLst>
                    <a:path extrusionOk="0" h="2282" w="2283">
                      <a:moveTo>
                        <a:pt x="1141" y="0"/>
                      </a:moveTo>
                      <a:cubicBezTo>
                        <a:pt x="511" y="0"/>
                        <a:pt x="0" y="510"/>
                        <a:pt x="0" y="1140"/>
                      </a:cubicBezTo>
                      <a:cubicBezTo>
                        <a:pt x="0" y="1770"/>
                        <a:pt x="511" y="2281"/>
                        <a:pt x="1141" y="2281"/>
                      </a:cubicBezTo>
                      <a:cubicBezTo>
                        <a:pt x="1771" y="2281"/>
                        <a:pt x="2282" y="1770"/>
                        <a:pt x="2282" y="1140"/>
                      </a:cubicBezTo>
                      <a:cubicBezTo>
                        <a:pt x="2282" y="510"/>
                        <a:pt x="1771" y="0"/>
                        <a:pt x="114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7" name="Google Shape;1087;p29"/>
                <p:cNvSpPr/>
                <p:nvPr/>
              </p:nvSpPr>
              <p:spPr>
                <a:xfrm rot="157512">
                  <a:off x="5929801" y="4996682"/>
                  <a:ext cx="57072" cy="57047"/>
                </a:xfrm>
                <a:custGeom>
                  <a:rect b="b" l="l" r="r" t="t"/>
                  <a:pathLst>
                    <a:path extrusionOk="0" h="2282" w="2283">
                      <a:moveTo>
                        <a:pt x="1142" y="0"/>
                      </a:moveTo>
                      <a:cubicBezTo>
                        <a:pt x="511" y="0"/>
                        <a:pt x="1" y="510"/>
                        <a:pt x="1" y="1140"/>
                      </a:cubicBezTo>
                      <a:cubicBezTo>
                        <a:pt x="1" y="1771"/>
                        <a:pt x="511" y="2281"/>
                        <a:pt x="1142" y="2281"/>
                      </a:cubicBezTo>
                      <a:cubicBezTo>
                        <a:pt x="1772" y="2281"/>
                        <a:pt x="2283" y="1771"/>
                        <a:pt x="2283" y="1140"/>
                      </a:cubicBezTo>
                      <a:cubicBezTo>
                        <a:pt x="2283" y="510"/>
                        <a:pt x="1772" y="0"/>
                        <a:pt x="114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8" name="Google Shape;1088;p29"/>
                <p:cNvSpPr/>
                <p:nvPr/>
              </p:nvSpPr>
              <p:spPr>
                <a:xfrm rot="157512">
                  <a:off x="9015730" y="3465389"/>
                  <a:ext cx="57047" cy="57072"/>
                </a:xfrm>
                <a:custGeom>
                  <a:rect b="b" l="l" r="r" t="t"/>
                  <a:pathLst>
                    <a:path extrusionOk="0" h="2283" w="2282">
                      <a:moveTo>
                        <a:pt x="1142" y="0"/>
                      </a:moveTo>
                      <a:cubicBezTo>
                        <a:pt x="512" y="0"/>
                        <a:pt x="1" y="511"/>
                        <a:pt x="1" y="1141"/>
                      </a:cubicBezTo>
                      <a:cubicBezTo>
                        <a:pt x="1" y="1771"/>
                        <a:pt x="512" y="2282"/>
                        <a:pt x="1142" y="2282"/>
                      </a:cubicBezTo>
                      <a:cubicBezTo>
                        <a:pt x="1771" y="2282"/>
                        <a:pt x="2282" y="1771"/>
                        <a:pt x="2282" y="1141"/>
                      </a:cubicBezTo>
                      <a:cubicBezTo>
                        <a:pt x="2282" y="511"/>
                        <a:pt x="1771" y="0"/>
                        <a:pt x="114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1089" name="Google Shape;1089;p29"/>
            <p:cNvSpPr/>
            <p:nvPr/>
          </p:nvSpPr>
          <p:spPr>
            <a:xfrm rot="157512">
              <a:off x="8799542" y="3225845"/>
              <a:ext cx="57022" cy="57072"/>
            </a:xfrm>
            <a:custGeom>
              <a:rect b="b" l="l" r="r" t="t"/>
              <a:pathLst>
                <a:path extrusionOk="0" h="2283" w="2281">
                  <a:moveTo>
                    <a:pt x="1141" y="1"/>
                  </a:moveTo>
                  <a:cubicBezTo>
                    <a:pt x="511" y="1"/>
                    <a:pt x="0" y="512"/>
                    <a:pt x="0" y="1142"/>
                  </a:cubicBezTo>
                  <a:cubicBezTo>
                    <a:pt x="0" y="1772"/>
                    <a:pt x="511" y="2283"/>
                    <a:pt x="1141" y="2283"/>
                  </a:cubicBezTo>
                  <a:cubicBezTo>
                    <a:pt x="1771" y="2283"/>
                    <a:pt x="2281" y="1772"/>
                    <a:pt x="2281" y="1142"/>
                  </a:cubicBezTo>
                  <a:cubicBezTo>
                    <a:pt x="2281" y="512"/>
                    <a:pt x="1771" y="1"/>
                    <a:pt x="114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0" name="Google Shape;1090;p29"/>
            <p:cNvSpPr/>
            <p:nvPr/>
          </p:nvSpPr>
          <p:spPr>
            <a:xfrm rot="157512">
              <a:off x="5710335" y="4761896"/>
              <a:ext cx="57072" cy="57072"/>
            </a:xfrm>
            <a:custGeom>
              <a:rect b="b" l="l" r="r" t="t"/>
              <a:pathLst>
                <a:path extrusionOk="0" h="2283" w="2283">
                  <a:moveTo>
                    <a:pt x="1141" y="1"/>
                  </a:moveTo>
                  <a:cubicBezTo>
                    <a:pt x="511" y="1"/>
                    <a:pt x="0" y="511"/>
                    <a:pt x="0" y="1142"/>
                  </a:cubicBezTo>
                  <a:cubicBezTo>
                    <a:pt x="0" y="1772"/>
                    <a:pt x="511" y="2283"/>
                    <a:pt x="1141" y="2283"/>
                  </a:cubicBezTo>
                  <a:cubicBezTo>
                    <a:pt x="1771" y="2283"/>
                    <a:pt x="2282" y="1772"/>
                    <a:pt x="2282" y="1142"/>
                  </a:cubicBezTo>
                  <a:cubicBezTo>
                    <a:pt x="2282" y="511"/>
                    <a:pt x="1771" y="1"/>
                    <a:pt x="114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1" name="Google Shape;1091;p29"/>
            <p:cNvSpPr/>
            <p:nvPr/>
          </p:nvSpPr>
          <p:spPr>
            <a:xfrm rot="157512">
              <a:off x="7885492" y="4168682"/>
              <a:ext cx="57047" cy="57047"/>
            </a:xfrm>
            <a:custGeom>
              <a:rect b="b" l="l" r="r" t="t"/>
              <a:pathLst>
                <a:path extrusionOk="0" h="2282" w="2282">
                  <a:moveTo>
                    <a:pt x="1141" y="0"/>
                  </a:moveTo>
                  <a:cubicBezTo>
                    <a:pt x="511" y="0"/>
                    <a:pt x="0" y="511"/>
                    <a:pt x="0" y="1141"/>
                  </a:cubicBezTo>
                  <a:cubicBezTo>
                    <a:pt x="0" y="1770"/>
                    <a:pt x="511" y="2281"/>
                    <a:pt x="1141" y="2281"/>
                  </a:cubicBezTo>
                  <a:cubicBezTo>
                    <a:pt x="1772" y="2281"/>
                    <a:pt x="2281" y="1770"/>
                    <a:pt x="2281" y="1141"/>
                  </a:cubicBezTo>
                  <a:cubicBezTo>
                    <a:pt x="2281" y="511"/>
                    <a:pt x="1772" y="0"/>
                    <a:pt x="114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CUSTOM_9">
    <p:spTree>
      <p:nvGrpSpPr>
        <p:cNvPr id="1092" name="Shape 1092"/>
        <p:cNvGrpSpPr/>
        <p:nvPr/>
      </p:nvGrpSpPr>
      <p:grpSpPr>
        <a:xfrm>
          <a:off x="0" y="0"/>
          <a:ext cx="0" cy="0"/>
          <a:chOff x="0" y="0"/>
          <a:chExt cx="0" cy="0"/>
        </a:xfrm>
      </p:grpSpPr>
      <p:pic>
        <p:nvPicPr>
          <p:cNvPr id="1093" name="Google Shape;1093;p30"/>
          <p:cNvPicPr preferRelativeResize="0"/>
          <p:nvPr/>
        </p:nvPicPr>
        <p:blipFill rotWithShape="1">
          <a:blip r:embed="rId2">
            <a:alphaModFix/>
          </a:blip>
          <a:srcRect b="4591" l="24331" r="23342" t="5721"/>
          <a:stretch/>
        </p:blipFill>
        <p:spPr>
          <a:xfrm rot="2268302">
            <a:off x="7595262" y="-436051"/>
            <a:ext cx="1857374" cy="1790699"/>
          </a:xfrm>
          <a:prstGeom prst="rect">
            <a:avLst/>
          </a:prstGeom>
          <a:noFill/>
          <a:ln>
            <a:noFill/>
          </a:ln>
        </p:spPr>
      </p:pic>
      <p:grpSp>
        <p:nvGrpSpPr>
          <p:cNvPr id="1094" name="Google Shape;1094;p30"/>
          <p:cNvGrpSpPr/>
          <p:nvPr/>
        </p:nvGrpSpPr>
        <p:grpSpPr>
          <a:xfrm flipH="1">
            <a:off x="-884258" y="-507956"/>
            <a:ext cx="2532725" cy="1881750"/>
            <a:chOff x="7221517" y="-507956"/>
            <a:chExt cx="2532725" cy="1881750"/>
          </a:xfrm>
        </p:grpSpPr>
        <p:sp>
          <p:nvSpPr>
            <p:cNvPr id="1095" name="Google Shape;1095;p30"/>
            <p:cNvSpPr/>
            <p:nvPr/>
          </p:nvSpPr>
          <p:spPr>
            <a:xfrm flipH="1" rot="-157512">
              <a:off x="8467712" y="47987"/>
              <a:ext cx="57072" cy="57047"/>
            </a:xfrm>
            <a:custGeom>
              <a:rect b="b" l="l" r="r" t="t"/>
              <a:pathLst>
                <a:path extrusionOk="0" h="2282" w="2283">
                  <a:moveTo>
                    <a:pt x="1141" y="1"/>
                  </a:moveTo>
                  <a:cubicBezTo>
                    <a:pt x="511" y="1"/>
                    <a:pt x="0" y="512"/>
                    <a:pt x="0" y="1142"/>
                  </a:cubicBezTo>
                  <a:cubicBezTo>
                    <a:pt x="0" y="1771"/>
                    <a:pt x="511" y="2282"/>
                    <a:pt x="1141" y="2282"/>
                  </a:cubicBezTo>
                  <a:cubicBezTo>
                    <a:pt x="1771" y="2282"/>
                    <a:pt x="2282" y="1771"/>
                    <a:pt x="2282" y="1142"/>
                  </a:cubicBezTo>
                  <a:cubicBezTo>
                    <a:pt x="2282" y="512"/>
                    <a:pt x="1771" y="1"/>
                    <a:pt x="114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6" name="Google Shape;1096;p30"/>
            <p:cNvSpPr/>
            <p:nvPr/>
          </p:nvSpPr>
          <p:spPr>
            <a:xfrm flipH="1" rot="-157512">
              <a:off x="8489459" y="-461709"/>
              <a:ext cx="650192" cy="721064"/>
            </a:xfrm>
            <a:custGeom>
              <a:rect b="b" l="l" r="r" t="t"/>
              <a:pathLst>
                <a:path extrusionOk="0" fill="none" h="28844" w="26009">
                  <a:moveTo>
                    <a:pt x="26008" y="20743"/>
                  </a:moveTo>
                  <a:lnTo>
                    <a:pt x="24980" y="6321"/>
                  </a:lnTo>
                  <a:lnTo>
                    <a:pt x="11976" y="0"/>
                  </a:lnTo>
                  <a:lnTo>
                    <a:pt x="0" y="8101"/>
                  </a:lnTo>
                  <a:lnTo>
                    <a:pt x="1028" y="22524"/>
                  </a:lnTo>
                  <a:lnTo>
                    <a:pt x="14033" y="28844"/>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7" name="Google Shape;1097;p30"/>
            <p:cNvSpPr/>
            <p:nvPr/>
          </p:nvSpPr>
          <p:spPr>
            <a:xfrm flipH="1" rot="-157512">
              <a:off x="7863600" y="-477589"/>
              <a:ext cx="650167" cy="721114"/>
            </a:xfrm>
            <a:custGeom>
              <a:rect b="b" l="l" r="r" t="t"/>
              <a:pathLst>
                <a:path extrusionOk="0" fill="none" h="28846" w="26008">
                  <a:moveTo>
                    <a:pt x="26008" y="20743"/>
                  </a:moveTo>
                  <a:lnTo>
                    <a:pt x="24980" y="6321"/>
                  </a:lnTo>
                  <a:lnTo>
                    <a:pt x="11975" y="1"/>
                  </a:lnTo>
                  <a:lnTo>
                    <a:pt x="0" y="8103"/>
                  </a:lnTo>
                  <a:lnTo>
                    <a:pt x="1028" y="22525"/>
                  </a:lnTo>
                  <a:lnTo>
                    <a:pt x="14032"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8" name="Google Shape;1098;p30"/>
            <p:cNvSpPr/>
            <p:nvPr/>
          </p:nvSpPr>
          <p:spPr>
            <a:xfrm flipH="1" rot="-157512">
              <a:off x="7237690" y="-493444"/>
              <a:ext cx="650217" cy="721114"/>
            </a:xfrm>
            <a:custGeom>
              <a:rect b="b" l="l" r="r" t="t"/>
              <a:pathLst>
                <a:path extrusionOk="0" fill="none" h="28846" w="26010">
                  <a:moveTo>
                    <a:pt x="26010" y="20743"/>
                  </a:moveTo>
                  <a:lnTo>
                    <a:pt x="24981" y="6321"/>
                  </a:lnTo>
                  <a:lnTo>
                    <a:pt x="11976" y="0"/>
                  </a:lnTo>
                  <a:lnTo>
                    <a:pt x="1" y="8102"/>
                  </a:lnTo>
                  <a:lnTo>
                    <a:pt x="1029" y="22524"/>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9" name="Google Shape;1099;p30"/>
            <p:cNvSpPr/>
            <p:nvPr/>
          </p:nvSpPr>
          <p:spPr>
            <a:xfrm flipH="1" rot="-157512">
              <a:off x="8788681" y="88254"/>
              <a:ext cx="650192" cy="721064"/>
            </a:xfrm>
            <a:custGeom>
              <a:rect b="b" l="l" r="r" t="t"/>
              <a:pathLst>
                <a:path extrusionOk="0" fill="none" h="28844" w="26009">
                  <a:moveTo>
                    <a:pt x="26009" y="20743"/>
                  </a:moveTo>
                  <a:lnTo>
                    <a:pt x="24981" y="6320"/>
                  </a:lnTo>
                  <a:lnTo>
                    <a:pt x="11976" y="0"/>
                  </a:lnTo>
                  <a:lnTo>
                    <a:pt x="1" y="8101"/>
                  </a:lnTo>
                  <a:lnTo>
                    <a:pt x="1029" y="22523"/>
                  </a:lnTo>
                  <a:lnTo>
                    <a:pt x="14033" y="28844"/>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0" name="Google Shape;1100;p30"/>
            <p:cNvSpPr/>
            <p:nvPr/>
          </p:nvSpPr>
          <p:spPr>
            <a:xfrm flipH="1" rot="-157512">
              <a:off x="8162796" y="72374"/>
              <a:ext cx="650192" cy="721114"/>
            </a:xfrm>
            <a:custGeom>
              <a:rect b="b" l="l" r="r" t="t"/>
              <a:pathLst>
                <a:path extrusionOk="0" fill="none" h="28846" w="26009">
                  <a:moveTo>
                    <a:pt x="26008" y="20743"/>
                  </a:moveTo>
                  <a:lnTo>
                    <a:pt x="24980" y="6321"/>
                  </a:lnTo>
                  <a:lnTo>
                    <a:pt x="11976" y="1"/>
                  </a:lnTo>
                  <a:lnTo>
                    <a:pt x="1" y="8102"/>
                  </a:lnTo>
                  <a:lnTo>
                    <a:pt x="1029" y="22525"/>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1" name="Google Shape;1101;p30"/>
            <p:cNvSpPr/>
            <p:nvPr/>
          </p:nvSpPr>
          <p:spPr>
            <a:xfrm flipH="1" rot="-157512">
              <a:off x="9087877" y="638193"/>
              <a:ext cx="650192" cy="721089"/>
            </a:xfrm>
            <a:custGeom>
              <a:rect b="b" l="l" r="r" t="t"/>
              <a:pathLst>
                <a:path extrusionOk="0" fill="none" h="28845" w="26009">
                  <a:moveTo>
                    <a:pt x="26008" y="20744"/>
                  </a:moveTo>
                  <a:lnTo>
                    <a:pt x="24980" y="6321"/>
                  </a:lnTo>
                  <a:lnTo>
                    <a:pt x="11976" y="0"/>
                  </a:lnTo>
                  <a:lnTo>
                    <a:pt x="0" y="8102"/>
                  </a:lnTo>
                  <a:lnTo>
                    <a:pt x="1028" y="22524"/>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2" name="Google Shape;1102;p30"/>
            <p:cNvSpPr/>
            <p:nvPr/>
          </p:nvSpPr>
          <p:spPr>
            <a:xfrm flipH="1" rot="-157512">
              <a:off x="7525463" y="193693"/>
              <a:ext cx="57047" cy="57047"/>
            </a:xfrm>
            <a:custGeom>
              <a:rect b="b" l="l" r="r" t="t"/>
              <a:pathLst>
                <a:path extrusionOk="0" h="2282" w="2282">
                  <a:moveTo>
                    <a:pt x="1140" y="0"/>
                  </a:moveTo>
                  <a:cubicBezTo>
                    <a:pt x="511" y="0"/>
                    <a:pt x="0" y="511"/>
                    <a:pt x="0" y="1141"/>
                  </a:cubicBezTo>
                  <a:cubicBezTo>
                    <a:pt x="0" y="1771"/>
                    <a:pt x="510" y="2281"/>
                    <a:pt x="1140" y="2281"/>
                  </a:cubicBezTo>
                  <a:cubicBezTo>
                    <a:pt x="1771" y="2281"/>
                    <a:pt x="2281" y="1771"/>
                    <a:pt x="2281" y="1141"/>
                  </a:cubicBezTo>
                  <a:cubicBezTo>
                    <a:pt x="2281" y="511"/>
                    <a:pt x="1771" y="0"/>
                    <a:pt x="114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3" name="Google Shape;1103;p30"/>
            <p:cNvSpPr/>
            <p:nvPr/>
          </p:nvSpPr>
          <p:spPr>
            <a:xfrm flipH="1" rot="-157512">
              <a:off x="9076066" y="781639"/>
              <a:ext cx="57072" cy="57047"/>
            </a:xfrm>
            <a:custGeom>
              <a:rect b="b" l="l" r="r" t="t"/>
              <a:pathLst>
                <a:path extrusionOk="0" h="2282" w="2283">
                  <a:moveTo>
                    <a:pt x="1141" y="1"/>
                  </a:moveTo>
                  <a:cubicBezTo>
                    <a:pt x="511" y="1"/>
                    <a:pt x="0" y="511"/>
                    <a:pt x="0" y="1141"/>
                  </a:cubicBezTo>
                  <a:cubicBezTo>
                    <a:pt x="0" y="1771"/>
                    <a:pt x="511" y="2282"/>
                    <a:pt x="1141" y="2282"/>
                  </a:cubicBezTo>
                  <a:cubicBezTo>
                    <a:pt x="1771" y="2282"/>
                    <a:pt x="2282" y="1771"/>
                    <a:pt x="2282" y="1141"/>
                  </a:cubicBezTo>
                  <a:cubicBezTo>
                    <a:pt x="2282" y="511"/>
                    <a:pt x="1771" y="1"/>
                    <a:pt x="114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4" name="Google Shape;1104;p30"/>
            <p:cNvSpPr/>
            <p:nvPr/>
          </p:nvSpPr>
          <p:spPr>
            <a:xfrm flipH="1" rot="-157512">
              <a:off x="9692804" y="1158867"/>
              <a:ext cx="57072" cy="57047"/>
            </a:xfrm>
            <a:custGeom>
              <a:rect b="b" l="l" r="r" t="t"/>
              <a:pathLst>
                <a:path extrusionOk="0" h="2282" w="2283">
                  <a:moveTo>
                    <a:pt x="1141" y="0"/>
                  </a:moveTo>
                  <a:cubicBezTo>
                    <a:pt x="511" y="0"/>
                    <a:pt x="0" y="510"/>
                    <a:pt x="0" y="1140"/>
                  </a:cubicBezTo>
                  <a:cubicBezTo>
                    <a:pt x="0" y="1770"/>
                    <a:pt x="511" y="2281"/>
                    <a:pt x="1141" y="2281"/>
                  </a:cubicBezTo>
                  <a:cubicBezTo>
                    <a:pt x="1771" y="2281"/>
                    <a:pt x="2282" y="1770"/>
                    <a:pt x="2282" y="1140"/>
                  </a:cubicBezTo>
                  <a:cubicBezTo>
                    <a:pt x="2282" y="510"/>
                    <a:pt x="1771" y="0"/>
                    <a:pt x="114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05" name="Google Shape;1105;p30"/>
          <p:cNvGrpSpPr/>
          <p:nvPr/>
        </p:nvGrpSpPr>
        <p:grpSpPr>
          <a:xfrm flipH="1">
            <a:off x="7421542" y="4092619"/>
            <a:ext cx="2532725" cy="1881750"/>
            <a:chOff x="7221517" y="-507956"/>
            <a:chExt cx="2532725" cy="1881750"/>
          </a:xfrm>
        </p:grpSpPr>
        <p:sp>
          <p:nvSpPr>
            <p:cNvPr id="1106" name="Google Shape;1106;p30"/>
            <p:cNvSpPr/>
            <p:nvPr/>
          </p:nvSpPr>
          <p:spPr>
            <a:xfrm flipH="1" rot="-157512">
              <a:off x="8467712" y="47987"/>
              <a:ext cx="57072" cy="57047"/>
            </a:xfrm>
            <a:custGeom>
              <a:rect b="b" l="l" r="r" t="t"/>
              <a:pathLst>
                <a:path extrusionOk="0" h="2282" w="2283">
                  <a:moveTo>
                    <a:pt x="1141" y="1"/>
                  </a:moveTo>
                  <a:cubicBezTo>
                    <a:pt x="511" y="1"/>
                    <a:pt x="0" y="512"/>
                    <a:pt x="0" y="1142"/>
                  </a:cubicBezTo>
                  <a:cubicBezTo>
                    <a:pt x="0" y="1771"/>
                    <a:pt x="511" y="2282"/>
                    <a:pt x="1141" y="2282"/>
                  </a:cubicBezTo>
                  <a:cubicBezTo>
                    <a:pt x="1771" y="2282"/>
                    <a:pt x="2282" y="1771"/>
                    <a:pt x="2282" y="1142"/>
                  </a:cubicBezTo>
                  <a:cubicBezTo>
                    <a:pt x="2282" y="512"/>
                    <a:pt x="1771" y="1"/>
                    <a:pt x="114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7" name="Google Shape;1107;p30"/>
            <p:cNvSpPr/>
            <p:nvPr/>
          </p:nvSpPr>
          <p:spPr>
            <a:xfrm flipH="1" rot="-157512">
              <a:off x="8489459" y="-461709"/>
              <a:ext cx="650192" cy="721064"/>
            </a:xfrm>
            <a:custGeom>
              <a:rect b="b" l="l" r="r" t="t"/>
              <a:pathLst>
                <a:path extrusionOk="0" fill="none" h="28844" w="26009">
                  <a:moveTo>
                    <a:pt x="26008" y="20743"/>
                  </a:moveTo>
                  <a:lnTo>
                    <a:pt x="24980" y="6321"/>
                  </a:lnTo>
                  <a:lnTo>
                    <a:pt x="11976" y="0"/>
                  </a:lnTo>
                  <a:lnTo>
                    <a:pt x="0" y="8101"/>
                  </a:lnTo>
                  <a:lnTo>
                    <a:pt x="1028" y="22524"/>
                  </a:lnTo>
                  <a:lnTo>
                    <a:pt x="14033" y="28844"/>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8" name="Google Shape;1108;p30"/>
            <p:cNvSpPr/>
            <p:nvPr/>
          </p:nvSpPr>
          <p:spPr>
            <a:xfrm flipH="1" rot="-157512">
              <a:off x="7863600" y="-477589"/>
              <a:ext cx="650167" cy="721114"/>
            </a:xfrm>
            <a:custGeom>
              <a:rect b="b" l="l" r="r" t="t"/>
              <a:pathLst>
                <a:path extrusionOk="0" fill="none" h="28846" w="26008">
                  <a:moveTo>
                    <a:pt x="26008" y="20743"/>
                  </a:moveTo>
                  <a:lnTo>
                    <a:pt x="24980" y="6321"/>
                  </a:lnTo>
                  <a:lnTo>
                    <a:pt x="11975" y="1"/>
                  </a:lnTo>
                  <a:lnTo>
                    <a:pt x="0" y="8103"/>
                  </a:lnTo>
                  <a:lnTo>
                    <a:pt x="1028" y="22525"/>
                  </a:lnTo>
                  <a:lnTo>
                    <a:pt x="14032"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9" name="Google Shape;1109;p30"/>
            <p:cNvSpPr/>
            <p:nvPr/>
          </p:nvSpPr>
          <p:spPr>
            <a:xfrm flipH="1" rot="-157512">
              <a:off x="7237690" y="-493444"/>
              <a:ext cx="650217" cy="721114"/>
            </a:xfrm>
            <a:custGeom>
              <a:rect b="b" l="l" r="r" t="t"/>
              <a:pathLst>
                <a:path extrusionOk="0" fill="none" h="28846" w="26010">
                  <a:moveTo>
                    <a:pt x="26010" y="20743"/>
                  </a:moveTo>
                  <a:lnTo>
                    <a:pt x="24981" y="6321"/>
                  </a:lnTo>
                  <a:lnTo>
                    <a:pt x="11976" y="0"/>
                  </a:lnTo>
                  <a:lnTo>
                    <a:pt x="1" y="8102"/>
                  </a:lnTo>
                  <a:lnTo>
                    <a:pt x="1029" y="22524"/>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0" name="Google Shape;1110;p30"/>
            <p:cNvSpPr/>
            <p:nvPr/>
          </p:nvSpPr>
          <p:spPr>
            <a:xfrm flipH="1" rot="-157512">
              <a:off x="8788681" y="88254"/>
              <a:ext cx="650192" cy="721064"/>
            </a:xfrm>
            <a:custGeom>
              <a:rect b="b" l="l" r="r" t="t"/>
              <a:pathLst>
                <a:path extrusionOk="0" fill="none" h="28844" w="26009">
                  <a:moveTo>
                    <a:pt x="26009" y="20743"/>
                  </a:moveTo>
                  <a:lnTo>
                    <a:pt x="24981" y="6320"/>
                  </a:lnTo>
                  <a:lnTo>
                    <a:pt x="11976" y="0"/>
                  </a:lnTo>
                  <a:lnTo>
                    <a:pt x="1" y="8101"/>
                  </a:lnTo>
                  <a:lnTo>
                    <a:pt x="1029" y="22523"/>
                  </a:lnTo>
                  <a:lnTo>
                    <a:pt x="14033" y="28844"/>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1" name="Google Shape;1111;p30"/>
            <p:cNvSpPr/>
            <p:nvPr/>
          </p:nvSpPr>
          <p:spPr>
            <a:xfrm flipH="1" rot="-157512">
              <a:off x="8162796" y="72374"/>
              <a:ext cx="650192" cy="721114"/>
            </a:xfrm>
            <a:custGeom>
              <a:rect b="b" l="l" r="r" t="t"/>
              <a:pathLst>
                <a:path extrusionOk="0" fill="none" h="28846" w="26009">
                  <a:moveTo>
                    <a:pt x="26008" y="20743"/>
                  </a:moveTo>
                  <a:lnTo>
                    <a:pt x="24980" y="6321"/>
                  </a:lnTo>
                  <a:lnTo>
                    <a:pt x="11976" y="1"/>
                  </a:lnTo>
                  <a:lnTo>
                    <a:pt x="1" y="8102"/>
                  </a:lnTo>
                  <a:lnTo>
                    <a:pt x="1029" y="22525"/>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2" name="Google Shape;1112;p30"/>
            <p:cNvSpPr/>
            <p:nvPr/>
          </p:nvSpPr>
          <p:spPr>
            <a:xfrm flipH="1" rot="-157512">
              <a:off x="9087877" y="638193"/>
              <a:ext cx="650192" cy="721089"/>
            </a:xfrm>
            <a:custGeom>
              <a:rect b="b" l="l" r="r" t="t"/>
              <a:pathLst>
                <a:path extrusionOk="0" fill="none" h="28845" w="26009">
                  <a:moveTo>
                    <a:pt x="26008" y="20744"/>
                  </a:moveTo>
                  <a:lnTo>
                    <a:pt x="24980" y="6321"/>
                  </a:lnTo>
                  <a:lnTo>
                    <a:pt x="11976" y="0"/>
                  </a:lnTo>
                  <a:lnTo>
                    <a:pt x="0" y="8102"/>
                  </a:lnTo>
                  <a:lnTo>
                    <a:pt x="1028" y="22524"/>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3" name="Google Shape;1113;p30"/>
            <p:cNvSpPr/>
            <p:nvPr/>
          </p:nvSpPr>
          <p:spPr>
            <a:xfrm flipH="1" rot="-157512">
              <a:off x="7525463" y="193693"/>
              <a:ext cx="57047" cy="57047"/>
            </a:xfrm>
            <a:custGeom>
              <a:rect b="b" l="l" r="r" t="t"/>
              <a:pathLst>
                <a:path extrusionOk="0" h="2282" w="2282">
                  <a:moveTo>
                    <a:pt x="1140" y="0"/>
                  </a:moveTo>
                  <a:cubicBezTo>
                    <a:pt x="511" y="0"/>
                    <a:pt x="0" y="511"/>
                    <a:pt x="0" y="1141"/>
                  </a:cubicBezTo>
                  <a:cubicBezTo>
                    <a:pt x="0" y="1771"/>
                    <a:pt x="510" y="2281"/>
                    <a:pt x="1140" y="2281"/>
                  </a:cubicBezTo>
                  <a:cubicBezTo>
                    <a:pt x="1771" y="2281"/>
                    <a:pt x="2281" y="1771"/>
                    <a:pt x="2281" y="1141"/>
                  </a:cubicBezTo>
                  <a:cubicBezTo>
                    <a:pt x="2281" y="511"/>
                    <a:pt x="1771" y="0"/>
                    <a:pt x="114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4" name="Google Shape;1114;p30"/>
            <p:cNvSpPr/>
            <p:nvPr/>
          </p:nvSpPr>
          <p:spPr>
            <a:xfrm flipH="1" rot="-157512">
              <a:off x="9076066" y="781639"/>
              <a:ext cx="57072" cy="57047"/>
            </a:xfrm>
            <a:custGeom>
              <a:rect b="b" l="l" r="r" t="t"/>
              <a:pathLst>
                <a:path extrusionOk="0" h="2282" w="2283">
                  <a:moveTo>
                    <a:pt x="1141" y="1"/>
                  </a:moveTo>
                  <a:cubicBezTo>
                    <a:pt x="511" y="1"/>
                    <a:pt x="0" y="511"/>
                    <a:pt x="0" y="1141"/>
                  </a:cubicBezTo>
                  <a:cubicBezTo>
                    <a:pt x="0" y="1771"/>
                    <a:pt x="511" y="2282"/>
                    <a:pt x="1141" y="2282"/>
                  </a:cubicBezTo>
                  <a:cubicBezTo>
                    <a:pt x="1771" y="2282"/>
                    <a:pt x="2282" y="1771"/>
                    <a:pt x="2282" y="1141"/>
                  </a:cubicBezTo>
                  <a:cubicBezTo>
                    <a:pt x="2282" y="511"/>
                    <a:pt x="1771" y="1"/>
                    <a:pt x="114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5" name="Google Shape;1115;p30"/>
            <p:cNvSpPr/>
            <p:nvPr/>
          </p:nvSpPr>
          <p:spPr>
            <a:xfrm flipH="1" rot="-157512">
              <a:off x="9692804" y="1158867"/>
              <a:ext cx="57072" cy="57047"/>
            </a:xfrm>
            <a:custGeom>
              <a:rect b="b" l="l" r="r" t="t"/>
              <a:pathLst>
                <a:path extrusionOk="0" h="2282" w="2283">
                  <a:moveTo>
                    <a:pt x="1141" y="0"/>
                  </a:moveTo>
                  <a:cubicBezTo>
                    <a:pt x="511" y="0"/>
                    <a:pt x="0" y="510"/>
                    <a:pt x="0" y="1140"/>
                  </a:cubicBezTo>
                  <a:cubicBezTo>
                    <a:pt x="0" y="1770"/>
                    <a:pt x="511" y="2281"/>
                    <a:pt x="1141" y="2281"/>
                  </a:cubicBezTo>
                  <a:cubicBezTo>
                    <a:pt x="1771" y="2281"/>
                    <a:pt x="2282" y="1770"/>
                    <a:pt x="2282" y="1140"/>
                  </a:cubicBezTo>
                  <a:cubicBezTo>
                    <a:pt x="2282" y="510"/>
                    <a:pt x="1771" y="0"/>
                    <a:pt x="114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16" name="Google Shape;1116;p30"/>
          <p:cNvGrpSpPr/>
          <p:nvPr/>
        </p:nvGrpSpPr>
        <p:grpSpPr>
          <a:xfrm>
            <a:off x="1531525" y="4798375"/>
            <a:ext cx="76825" cy="76800"/>
            <a:chOff x="3104875" y="1099400"/>
            <a:chExt cx="76825" cy="76800"/>
          </a:xfrm>
        </p:grpSpPr>
        <p:sp>
          <p:nvSpPr>
            <p:cNvPr id="1117" name="Google Shape;1117;p30"/>
            <p:cNvSpPr/>
            <p:nvPr/>
          </p:nvSpPr>
          <p:spPr>
            <a:xfrm>
              <a:off x="3104875" y="1099400"/>
              <a:ext cx="76825" cy="76800"/>
            </a:xfrm>
            <a:custGeom>
              <a:rect b="b" l="l" r="r" t="t"/>
              <a:pathLst>
                <a:path extrusionOk="0" fill="none" h="3072" w="3073">
                  <a:moveTo>
                    <a:pt x="1" y="3072"/>
                  </a:moveTo>
                  <a:lnTo>
                    <a:pt x="3072" y="0"/>
                  </a:lnTo>
                </a:path>
              </a:pathLst>
            </a:custGeom>
            <a:noFill/>
            <a:ln cap="flat" cmpd="sng" w="23350">
              <a:solidFill>
                <a:schemeClr val="dk1"/>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8" name="Google Shape;1118;p30"/>
            <p:cNvSpPr/>
            <p:nvPr/>
          </p:nvSpPr>
          <p:spPr>
            <a:xfrm>
              <a:off x="3104875" y="1099400"/>
              <a:ext cx="76825" cy="76800"/>
            </a:xfrm>
            <a:custGeom>
              <a:rect b="b" l="l" r="r" t="t"/>
              <a:pathLst>
                <a:path extrusionOk="0" fill="none" h="3072" w="3073">
                  <a:moveTo>
                    <a:pt x="1" y="0"/>
                  </a:moveTo>
                  <a:lnTo>
                    <a:pt x="3072" y="3072"/>
                  </a:lnTo>
                </a:path>
              </a:pathLst>
            </a:custGeom>
            <a:noFill/>
            <a:ln cap="flat" cmpd="sng" w="23350">
              <a:solidFill>
                <a:schemeClr val="dk1"/>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19" name="Google Shape;1119;p30"/>
          <p:cNvGrpSpPr/>
          <p:nvPr/>
        </p:nvGrpSpPr>
        <p:grpSpPr>
          <a:xfrm>
            <a:off x="8745875" y="2533350"/>
            <a:ext cx="76825" cy="76800"/>
            <a:chOff x="3104875" y="1099400"/>
            <a:chExt cx="76825" cy="76800"/>
          </a:xfrm>
        </p:grpSpPr>
        <p:sp>
          <p:nvSpPr>
            <p:cNvPr id="1120" name="Google Shape;1120;p30"/>
            <p:cNvSpPr/>
            <p:nvPr/>
          </p:nvSpPr>
          <p:spPr>
            <a:xfrm>
              <a:off x="3104875" y="1099400"/>
              <a:ext cx="76825" cy="76800"/>
            </a:xfrm>
            <a:custGeom>
              <a:rect b="b" l="l" r="r" t="t"/>
              <a:pathLst>
                <a:path extrusionOk="0" fill="none" h="3072" w="3073">
                  <a:moveTo>
                    <a:pt x="1" y="3072"/>
                  </a:moveTo>
                  <a:lnTo>
                    <a:pt x="3072" y="0"/>
                  </a:lnTo>
                </a:path>
              </a:pathLst>
            </a:custGeom>
            <a:noFill/>
            <a:ln cap="flat" cmpd="sng" w="23350">
              <a:solidFill>
                <a:schemeClr val="dk1"/>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1" name="Google Shape;1121;p30"/>
            <p:cNvSpPr/>
            <p:nvPr/>
          </p:nvSpPr>
          <p:spPr>
            <a:xfrm>
              <a:off x="3104875" y="1099400"/>
              <a:ext cx="76825" cy="76800"/>
            </a:xfrm>
            <a:custGeom>
              <a:rect b="b" l="l" r="r" t="t"/>
              <a:pathLst>
                <a:path extrusionOk="0" fill="none" h="3072" w="3073">
                  <a:moveTo>
                    <a:pt x="1" y="0"/>
                  </a:moveTo>
                  <a:lnTo>
                    <a:pt x="3072" y="3072"/>
                  </a:lnTo>
                </a:path>
              </a:pathLst>
            </a:custGeom>
            <a:noFill/>
            <a:ln cap="flat" cmpd="sng" w="23350">
              <a:solidFill>
                <a:schemeClr val="dk1"/>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22" name="Google Shape;1122;p30"/>
          <p:cNvGrpSpPr/>
          <p:nvPr/>
        </p:nvGrpSpPr>
        <p:grpSpPr>
          <a:xfrm>
            <a:off x="3576600" y="215950"/>
            <a:ext cx="76825" cy="76800"/>
            <a:chOff x="3104875" y="1099400"/>
            <a:chExt cx="76825" cy="76800"/>
          </a:xfrm>
        </p:grpSpPr>
        <p:sp>
          <p:nvSpPr>
            <p:cNvPr id="1123" name="Google Shape;1123;p30"/>
            <p:cNvSpPr/>
            <p:nvPr/>
          </p:nvSpPr>
          <p:spPr>
            <a:xfrm>
              <a:off x="3104875" y="1099400"/>
              <a:ext cx="76825" cy="76800"/>
            </a:xfrm>
            <a:custGeom>
              <a:rect b="b" l="l" r="r" t="t"/>
              <a:pathLst>
                <a:path extrusionOk="0" fill="none" h="3072" w="3073">
                  <a:moveTo>
                    <a:pt x="1" y="3072"/>
                  </a:moveTo>
                  <a:lnTo>
                    <a:pt x="3072" y="0"/>
                  </a:lnTo>
                </a:path>
              </a:pathLst>
            </a:custGeom>
            <a:noFill/>
            <a:ln cap="flat" cmpd="sng" w="23350">
              <a:solidFill>
                <a:schemeClr val="dk1"/>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4" name="Google Shape;1124;p30"/>
            <p:cNvSpPr/>
            <p:nvPr/>
          </p:nvSpPr>
          <p:spPr>
            <a:xfrm>
              <a:off x="3104875" y="1099400"/>
              <a:ext cx="76825" cy="76800"/>
            </a:xfrm>
            <a:custGeom>
              <a:rect b="b" l="l" r="r" t="t"/>
              <a:pathLst>
                <a:path extrusionOk="0" fill="none" h="3072" w="3073">
                  <a:moveTo>
                    <a:pt x="1" y="0"/>
                  </a:moveTo>
                  <a:lnTo>
                    <a:pt x="3072" y="3072"/>
                  </a:lnTo>
                </a:path>
              </a:pathLst>
            </a:custGeom>
            <a:noFill/>
            <a:ln cap="flat" cmpd="sng" w="23350">
              <a:solidFill>
                <a:schemeClr val="dk1"/>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1125" name="Google Shape;1125;p30"/>
          <p:cNvPicPr preferRelativeResize="0"/>
          <p:nvPr/>
        </p:nvPicPr>
        <p:blipFill rotWithShape="1">
          <a:blip r:embed="rId3">
            <a:alphaModFix/>
          </a:blip>
          <a:srcRect b="0" l="15236" r="10474" t="0"/>
          <a:stretch/>
        </p:blipFill>
        <p:spPr>
          <a:xfrm>
            <a:off x="7421549" y="539509"/>
            <a:ext cx="1552574" cy="1390851"/>
          </a:xfrm>
          <a:prstGeom prst="rect">
            <a:avLst/>
          </a:prstGeom>
          <a:noFill/>
          <a:ln>
            <a:noFill/>
          </a:ln>
        </p:spPr>
      </p:pic>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CUSTOM_9_1">
    <p:spTree>
      <p:nvGrpSpPr>
        <p:cNvPr id="1126" name="Shape 1126"/>
        <p:cNvGrpSpPr/>
        <p:nvPr/>
      </p:nvGrpSpPr>
      <p:grpSpPr>
        <a:xfrm>
          <a:off x="0" y="0"/>
          <a:ext cx="0" cy="0"/>
          <a:chOff x="0" y="0"/>
          <a:chExt cx="0" cy="0"/>
        </a:xfrm>
      </p:grpSpPr>
      <p:grpSp>
        <p:nvGrpSpPr>
          <p:cNvPr id="1127" name="Google Shape;1127;p31"/>
          <p:cNvGrpSpPr/>
          <p:nvPr/>
        </p:nvGrpSpPr>
        <p:grpSpPr>
          <a:xfrm>
            <a:off x="4780389" y="2513201"/>
            <a:ext cx="5036265" cy="4113315"/>
            <a:chOff x="4780389" y="2513201"/>
            <a:chExt cx="5036265" cy="4113315"/>
          </a:xfrm>
        </p:grpSpPr>
        <p:grpSp>
          <p:nvGrpSpPr>
            <p:cNvPr id="1128" name="Google Shape;1128;p31"/>
            <p:cNvGrpSpPr/>
            <p:nvPr/>
          </p:nvGrpSpPr>
          <p:grpSpPr>
            <a:xfrm>
              <a:off x="4780389" y="2513201"/>
              <a:ext cx="5036265" cy="4113315"/>
              <a:chOff x="4673664" y="2214101"/>
              <a:chExt cx="5036265" cy="4113315"/>
            </a:xfrm>
          </p:grpSpPr>
          <p:sp>
            <p:nvSpPr>
              <p:cNvPr id="1129" name="Google Shape;1129;p31"/>
              <p:cNvSpPr/>
              <p:nvPr/>
            </p:nvSpPr>
            <p:spPr>
              <a:xfrm rot="157512">
                <a:off x="9047033" y="4559649"/>
                <a:ext cx="57072" cy="57047"/>
              </a:xfrm>
              <a:custGeom>
                <a:rect b="b" l="l" r="r" t="t"/>
                <a:pathLst>
                  <a:path extrusionOk="0" h="2282" w="2283">
                    <a:moveTo>
                      <a:pt x="1141" y="1"/>
                    </a:moveTo>
                    <a:cubicBezTo>
                      <a:pt x="511" y="1"/>
                      <a:pt x="0" y="512"/>
                      <a:pt x="0" y="1142"/>
                    </a:cubicBezTo>
                    <a:cubicBezTo>
                      <a:pt x="0" y="1771"/>
                      <a:pt x="511" y="2282"/>
                      <a:pt x="1141" y="2282"/>
                    </a:cubicBezTo>
                    <a:cubicBezTo>
                      <a:pt x="1771" y="2282"/>
                      <a:pt x="2282" y="1771"/>
                      <a:pt x="2282" y="1142"/>
                    </a:cubicBezTo>
                    <a:cubicBezTo>
                      <a:pt x="2282" y="512"/>
                      <a:pt x="1771" y="1"/>
                      <a:pt x="114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30" name="Google Shape;1130;p31"/>
              <p:cNvGrpSpPr/>
              <p:nvPr/>
            </p:nvGrpSpPr>
            <p:grpSpPr>
              <a:xfrm>
                <a:off x="4673664" y="2214101"/>
                <a:ext cx="5036265" cy="4113315"/>
                <a:chOff x="4673664" y="2214101"/>
                <a:chExt cx="5036265" cy="4113315"/>
              </a:xfrm>
            </p:grpSpPr>
            <p:grpSp>
              <p:nvGrpSpPr>
                <p:cNvPr id="1131" name="Google Shape;1131;p31"/>
                <p:cNvGrpSpPr/>
                <p:nvPr/>
              </p:nvGrpSpPr>
              <p:grpSpPr>
                <a:xfrm>
                  <a:off x="4673664" y="2214101"/>
                  <a:ext cx="5036265" cy="4113315"/>
                  <a:chOff x="3825164" y="427026"/>
                  <a:chExt cx="5036265" cy="4113315"/>
                </a:xfrm>
              </p:grpSpPr>
              <p:sp>
                <p:nvSpPr>
                  <p:cNvPr id="1132" name="Google Shape;1132;p31"/>
                  <p:cNvSpPr/>
                  <p:nvPr/>
                </p:nvSpPr>
                <p:spPr>
                  <a:xfrm rot="157512">
                    <a:off x="6915828" y="473247"/>
                    <a:ext cx="650167" cy="721089"/>
                  </a:xfrm>
                  <a:custGeom>
                    <a:rect b="b" l="l" r="r" t="t"/>
                    <a:pathLst>
                      <a:path extrusionOk="0" fill="none" h="28845" w="26008">
                        <a:moveTo>
                          <a:pt x="26008" y="20744"/>
                        </a:moveTo>
                        <a:lnTo>
                          <a:pt x="24980" y="6321"/>
                        </a:lnTo>
                        <a:lnTo>
                          <a:pt x="11976" y="1"/>
                        </a:lnTo>
                        <a:lnTo>
                          <a:pt x="0" y="8102"/>
                        </a:lnTo>
                        <a:lnTo>
                          <a:pt x="1028" y="22524"/>
                        </a:lnTo>
                        <a:lnTo>
                          <a:pt x="14032"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3" name="Google Shape;1133;p31"/>
                  <p:cNvSpPr/>
                  <p:nvPr/>
                </p:nvSpPr>
                <p:spPr>
                  <a:xfrm rot="157512">
                    <a:off x="7541687" y="457392"/>
                    <a:ext cx="650192" cy="721114"/>
                  </a:xfrm>
                  <a:custGeom>
                    <a:rect b="b" l="l" r="r" t="t"/>
                    <a:pathLst>
                      <a:path extrusionOk="0" fill="none" h="28846" w="26009">
                        <a:moveTo>
                          <a:pt x="26009" y="20743"/>
                        </a:moveTo>
                        <a:lnTo>
                          <a:pt x="24981" y="6321"/>
                        </a:lnTo>
                        <a:lnTo>
                          <a:pt x="11976" y="1"/>
                        </a:lnTo>
                        <a:lnTo>
                          <a:pt x="1" y="8102"/>
                        </a:lnTo>
                        <a:lnTo>
                          <a:pt x="1029" y="22525"/>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4" name="Google Shape;1134;p31"/>
                  <p:cNvSpPr/>
                  <p:nvPr/>
                </p:nvSpPr>
                <p:spPr>
                  <a:xfrm rot="157512">
                    <a:off x="8167572" y="441537"/>
                    <a:ext cx="650192" cy="721089"/>
                  </a:xfrm>
                  <a:custGeom>
                    <a:rect b="b" l="l" r="r" t="t"/>
                    <a:pathLst>
                      <a:path extrusionOk="0" fill="none" h="28845" w="26009">
                        <a:moveTo>
                          <a:pt x="26008" y="20743"/>
                        </a:moveTo>
                        <a:lnTo>
                          <a:pt x="24980" y="6321"/>
                        </a:lnTo>
                        <a:lnTo>
                          <a:pt x="11976" y="0"/>
                        </a:lnTo>
                        <a:lnTo>
                          <a:pt x="1" y="8102"/>
                        </a:lnTo>
                        <a:lnTo>
                          <a:pt x="1029" y="22524"/>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5" name="Google Shape;1135;p31"/>
                  <p:cNvSpPr/>
                  <p:nvPr/>
                </p:nvSpPr>
                <p:spPr>
                  <a:xfrm rot="157512">
                    <a:off x="7242491" y="1007356"/>
                    <a:ext cx="650192" cy="721089"/>
                  </a:xfrm>
                  <a:custGeom>
                    <a:rect b="b" l="l" r="r" t="t"/>
                    <a:pathLst>
                      <a:path extrusionOk="0" fill="none" h="28845" w="26009">
                        <a:moveTo>
                          <a:pt x="26008" y="20743"/>
                        </a:moveTo>
                        <a:lnTo>
                          <a:pt x="24980" y="6321"/>
                        </a:lnTo>
                        <a:lnTo>
                          <a:pt x="11976" y="1"/>
                        </a:lnTo>
                        <a:lnTo>
                          <a:pt x="0" y="8102"/>
                        </a:lnTo>
                        <a:lnTo>
                          <a:pt x="1028" y="22525"/>
                        </a:lnTo>
                        <a:lnTo>
                          <a:pt x="14033" y="28844"/>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6" name="Google Shape;1136;p31"/>
                  <p:cNvSpPr/>
                  <p:nvPr/>
                </p:nvSpPr>
                <p:spPr>
                  <a:xfrm rot="157512">
                    <a:off x="7868375" y="991501"/>
                    <a:ext cx="650167" cy="721089"/>
                  </a:xfrm>
                  <a:custGeom>
                    <a:rect b="b" l="l" r="r" t="t"/>
                    <a:pathLst>
                      <a:path extrusionOk="0" fill="none" h="28845" w="26008">
                        <a:moveTo>
                          <a:pt x="26008" y="20743"/>
                        </a:moveTo>
                        <a:lnTo>
                          <a:pt x="24980" y="6321"/>
                        </a:lnTo>
                        <a:lnTo>
                          <a:pt x="11976" y="0"/>
                        </a:lnTo>
                        <a:lnTo>
                          <a:pt x="0" y="8102"/>
                        </a:lnTo>
                        <a:lnTo>
                          <a:pt x="1028" y="22524"/>
                        </a:lnTo>
                        <a:lnTo>
                          <a:pt x="14032"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7" name="Google Shape;1137;p31"/>
                  <p:cNvSpPr/>
                  <p:nvPr/>
                </p:nvSpPr>
                <p:spPr>
                  <a:xfrm rot="157512">
                    <a:off x="6943294" y="1557320"/>
                    <a:ext cx="650167" cy="721089"/>
                  </a:xfrm>
                  <a:custGeom>
                    <a:rect b="b" l="l" r="r" t="t"/>
                    <a:pathLst>
                      <a:path extrusionOk="0" fill="none" h="28845" w="26008">
                        <a:moveTo>
                          <a:pt x="26008" y="20743"/>
                        </a:moveTo>
                        <a:lnTo>
                          <a:pt x="24980" y="6320"/>
                        </a:lnTo>
                        <a:lnTo>
                          <a:pt x="11975" y="1"/>
                        </a:lnTo>
                        <a:lnTo>
                          <a:pt x="0" y="8102"/>
                        </a:lnTo>
                        <a:lnTo>
                          <a:pt x="1028" y="22524"/>
                        </a:lnTo>
                        <a:lnTo>
                          <a:pt x="14032" y="28844"/>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8" name="Google Shape;1138;p31"/>
                  <p:cNvSpPr/>
                  <p:nvPr/>
                </p:nvSpPr>
                <p:spPr>
                  <a:xfrm rot="157512">
                    <a:off x="7569154" y="1541466"/>
                    <a:ext cx="650217" cy="721064"/>
                  </a:xfrm>
                  <a:custGeom>
                    <a:rect b="b" l="l" r="r" t="t"/>
                    <a:pathLst>
                      <a:path extrusionOk="0" fill="none" h="28844" w="26010">
                        <a:moveTo>
                          <a:pt x="26009" y="20743"/>
                        </a:moveTo>
                        <a:lnTo>
                          <a:pt x="24980" y="6321"/>
                        </a:lnTo>
                        <a:lnTo>
                          <a:pt x="11976" y="0"/>
                        </a:lnTo>
                        <a:lnTo>
                          <a:pt x="1" y="8101"/>
                        </a:lnTo>
                        <a:lnTo>
                          <a:pt x="1029" y="22524"/>
                        </a:lnTo>
                        <a:lnTo>
                          <a:pt x="14033" y="28844"/>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9" name="Google Shape;1139;p31"/>
                  <p:cNvSpPr/>
                  <p:nvPr/>
                </p:nvSpPr>
                <p:spPr>
                  <a:xfrm rot="157512">
                    <a:off x="8195039" y="1525586"/>
                    <a:ext cx="650217" cy="721114"/>
                  </a:xfrm>
                  <a:custGeom>
                    <a:rect b="b" l="l" r="r" t="t"/>
                    <a:pathLst>
                      <a:path extrusionOk="0" fill="none" h="28846" w="26010">
                        <a:moveTo>
                          <a:pt x="26009" y="20743"/>
                        </a:moveTo>
                        <a:lnTo>
                          <a:pt x="24980" y="6322"/>
                        </a:lnTo>
                        <a:lnTo>
                          <a:pt x="11976" y="1"/>
                        </a:lnTo>
                        <a:lnTo>
                          <a:pt x="0" y="8103"/>
                        </a:lnTo>
                        <a:lnTo>
                          <a:pt x="1029" y="22525"/>
                        </a:lnTo>
                        <a:lnTo>
                          <a:pt x="14033" y="28846"/>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0" name="Google Shape;1140;p31"/>
                  <p:cNvSpPr/>
                  <p:nvPr/>
                </p:nvSpPr>
                <p:spPr>
                  <a:xfrm rot="157512">
                    <a:off x="4140535" y="2170703"/>
                    <a:ext cx="650217" cy="721089"/>
                  </a:xfrm>
                  <a:custGeom>
                    <a:rect b="b" l="l" r="r" t="t"/>
                    <a:pathLst>
                      <a:path extrusionOk="0" fill="none" h="28845" w="26010">
                        <a:moveTo>
                          <a:pt x="26009" y="20743"/>
                        </a:moveTo>
                        <a:lnTo>
                          <a:pt x="24980" y="6321"/>
                        </a:lnTo>
                        <a:lnTo>
                          <a:pt x="11977" y="0"/>
                        </a:lnTo>
                        <a:lnTo>
                          <a:pt x="1" y="8102"/>
                        </a:lnTo>
                        <a:lnTo>
                          <a:pt x="1028" y="22524"/>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1" name="Google Shape;1141;p31"/>
                  <p:cNvSpPr/>
                  <p:nvPr/>
                </p:nvSpPr>
                <p:spPr>
                  <a:xfrm rot="157512">
                    <a:off x="4766419" y="2154848"/>
                    <a:ext cx="650192" cy="721089"/>
                  </a:xfrm>
                  <a:custGeom>
                    <a:rect b="b" l="l" r="r" t="t"/>
                    <a:pathLst>
                      <a:path extrusionOk="0" fill="none" h="28845" w="26009">
                        <a:moveTo>
                          <a:pt x="26009" y="20743"/>
                        </a:moveTo>
                        <a:lnTo>
                          <a:pt x="24980" y="6321"/>
                        </a:lnTo>
                        <a:lnTo>
                          <a:pt x="11977" y="1"/>
                        </a:lnTo>
                        <a:lnTo>
                          <a:pt x="0" y="8102"/>
                        </a:lnTo>
                        <a:lnTo>
                          <a:pt x="1029" y="22524"/>
                        </a:lnTo>
                        <a:lnTo>
                          <a:pt x="14034"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2" name="Google Shape;1142;p31"/>
                  <p:cNvSpPr/>
                  <p:nvPr/>
                </p:nvSpPr>
                <p:spPr>
                  <a:xfrm rot="157512">
                    <a:off x="5392303" y="2138993"/>
                    <a:ext cx="650192" cy="721089"/>
                  </a:xfrm>
                  <a:custGeom>
                    <a:rect b="b" l="l" r="r" t="t"/>
                    <a:pathLst>
                      <a:path extrusionOk="0" fill="none" h="28845" w="26009">
                        <a:moveTo>
                          <a:pt x="26009" y="20743"/>
                        </a:moveTo>
                        <a:lnTo>
                          <a:pt x="24981" y="6321"/>
                        </a:lnTo>
                        <a:lnTo>
                          <a:pt x="11976" y="0"/>
                        </a:lnTo>
                        <a:lnTo>
                          <a:pt x="0" y="8102"/>
                        </a:lnTo>
                        <a:lnTo>
                          <a:pt x="1029" y="22524"/>
                        </a:lnTo>
                        <a:lnTo>
                          <a:pt x="14033" y="28844"/>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3" name="Google Shape;1143;p31"/>
                  <p:cNvSpPr/>
                  <p:nvPr/>
                </p:nvSpPr>
                <p:spPr>
                  <a:xfrm rot="157512">
                    <a:off x="6018188" y="2123139"/>
                    <a:ext cx="650192" cy="721089"/>
                  </a:xfrm>
                  <a:custGeom>
                    <a:rect b="b" l="l" r="r" t="t"/>
                    <a:pathLst>
                      <a:path extrusionOk="0" fill="none" h="28845" w="26009">
                        <a:moveTo>
                          <a:pt x="26008" y="20743"/>
                        </a:moveTo>
                        <a:lnTo>
                          <a:pt x="24981" y="6321"/>
                        </a:lnTo>
                        <a:lnTo>
                          <a:pt x="11976" y="0"/>
                        </a:lnTo>
                        <a:lnTo>
                          <a:pt x="1" y="8102"/>
                        </a:lnTo>
                        <a:lnTo>
                          <a:pt x="1029" y="22524"/>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4" name="Google Shape;1144;p31"/>
                  <p:cNvSpPr/>
                  <p:nvPr/>
                </p:nvSpPr>
                <p:spPr>
                  <a:xfrm rot="157512">
                    <a:off x="6644073" y="2107259"/>
                    <a:ext cx="650192" cy="721114"/>
                  </a:xfrm>
                  <a:custGeom>
                    <a:rect b="b" l="l" r="r" t="t"/>
                    <a:pathLst>
                      <a:path extrusionOk="0" fill="none" h="28846" w="26009">
                        <a:moveTo>
                          <a:pt x="26008" y="20743"/>
                        </a:moveTo>
                        <a:lnTo>
                          <a:pt x="24980" y="6321"/>
                        </a:lnTo>
                        <a:lnTo>
                          <a:pt x="11976" y="1"/>
                        </a:lnTo>
                        <a:lnTo>
                          <a:pt x="1" y="8103"/>
                        </a:lnTo>
                        <a:lnTo>
                          <a:pt x="1028" y="22525"/>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5" name="Google Shape;1145;p31"/>
                  <p:cNvSpPr/>
                  <p:nvPr/>
                </p:nvSpPr>
                <p:spPr>
                  <a:xfrm rot="157512">
                    <a:off x="7269957" y="2091430"/>
                    <a:ext cx="650192" cy="721064"/>
                  </a:xfrm>
                  <a:custGeom>
                    <a:rect b="b" l="l" r="r" t="t"/>
                    <a:pathLst>
                      <a:path extrusionOk="0" fill="none" h="28844" w="26009">
                        <a:moveTo>
                          <a:pt x="26009" y="20743"/>
                        </a:moveTo>
                        <a:lnTo>
                          <a:pt x="24980" y="6320"/>
                        </a:lnTo>
                        <a:lnTo>
                          <a:pt x="11976" y="0"/>
                        </a:lnTo>
                        <a:lnTo>
                          <a:pt x="0" y="8101"/>
                        </a:lnTo>
                        <a:lnTo>
                          <a:pt x="1028" y="22523"/>
                        </a:lnTo>
                        <a:lnTo>
                          <a:pt x="14033" y="28844"/>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6" name="Google Shape;1146;p31"/>
                  <p:cNvSpPr/>
                  <p:nvPr/>
                </p:nvSpPr>
                <p:spPr>
                  <a:xfrm rot="157512">
                    <a:off x="7895842" y="2075550"/>
                    <a:ext cx="650192" cy="721089"/>
                  </a:xfrm>
                  <a:custGeom>
                    <a:rect b="b" l="l" r="r" t="t"/>
                    <a:pathLst>
                      <a:path extrusionOk="0" fill="none" h="28845" w="26009">
                        <a:moveTo>
                          <a:pt x="26009" y="20743"/>
                        </a:moveTo>
                        <a:lnTo>
                          <a:pt x="24980" y="6322"/>
                        </a:lnTo>
                        <a:lnTo>
                          <a:pt x="11976" y="1"/>
                        </a:lnTo>
                        <a:lnTo>
                          <a:pt x="0" y="8102"/>
                        </a:lnTo>
                        <a:lnTo>
                          <a:pt x="1029" y="22525"/>
                        </a:lnTo>
                        <a:lnTo>
                          <a:pt x="14032"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7" name="Google Shape;1147;p31"/>
                  <p:cNvSpPr/>
                  <p:nvPr/>
                </p:nvSpPr>
                <p:spPr>
                  <a:xfrm rot="157512">
                    <a:off x="3841337" y="2720667"/>
                    <a:ext cx="650192" cy="721114"/>
                  </a:xfrm>
                  <a:custGeom>
                    <a:rect b="b" l="l" r="r" t="t"/>
                    <a:pathLst>
                      <a:path extrusionOk="0" fill="none" h="28846" w="26009">
                        <a:moveTo>
                          <a:pt x="26009" y="20743"/>
                        </a:moveTo>
                        <a:lnTo>
                          <a:pt x="24980" y="6321"/>
                        </a:lnTo>
                        <a:lnTo>
                          <a:pt x="11975" y="0"/>
                        </a:lnTo>
                        <a:lnTo>
                          <a:pt x="0" y="8102"/>
                        </a:lnTo>
                        <a:lnTo>
                          <a:pt x="1029" y="22524"/>
                        </a:lnTo>
                        <a:lnTo>
                          <a:pt x="14032"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8" name="Google Shape;1148;p31"/>
                  <p:cNvSpPr/>
                  <p:nvPr/>
                </p:nvSpPr>
                <p:spPr>
                  <a:xfrm rot="157512">
                    <a:off x="4467198" y="2704787"/>
                    <a:ext cx="650217" cy="721114"/>
                  </a:xfrm>
                  <a:custGeom>
                    <a:rect b="b" l="l" r="r" t="t"/>
                    <a:pathLst>
                      <a:path extrusionOk="0" fill="none" h="28846" w="26010">
                        <a:moveTo>
                          <a:pt x="26010" y="20743"/>
                        </a:moveTo>
                        <a:lnTo>
                          <a:pt x="24982" y="6322"/>
                        </a:lnTo>
                        <a:lnTo>
                          <a:pt x="11977" y="1"/>
                        </a:lnTo>
                        <a:lnTo>
                          <a:pt x="1" y="8103"/>
                        </a:lnTo>
                        <a:lnTo>
                          <a:pt x="1030" y="22525"/>
                        </a:lnTo>
                        <a:lnTo>
                          <a:pt x="14033" y="28846"/>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9" name="Google Shape;1149;p31"/>
                  <p:cNvSpPr/>
                  <p:nvPr/>
                </p:nvSpPr>
                <p:spPr>
                  <a:xfrm rot="157512">
                    <a:off x="5093107" y="2688958"/>
                    <a:ext cx="650192" cy="721089"/>
                  </a:xfrm>
                  <a:custGeom>
                    <a:rect b="b" l="l" r="r" t="t"/>
                    <a:pathLst>
                      <a:path extrusionOk="0" fill="none" h="28845" w="26009">
                        <a:moveTo>
                          <a:pt x="26008" y="20743"/>
                        </a:moveTo>
                        <a:lnTo>
                          <a:pt x="24980" y="6320"/>
                        </a:lnTo>
                        <a:lnTo>
                          <a:pt x="11976" y="0"/>
                        </a:lnTo>
                        <a:lnTo>
                          <a:pt x="1" y="8102"/>
                        </a:lnTo>
                        <a:lnTo>
                          <a:pt x="1029" y="22523"/>
                        </a:lnTo>
                        <a:lnTo>
                          <a:pt x="14033" y="28844"/>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0" name="Google Shape;1150;p31"/>
                  <p:cNvSpPr/>
                  <p:nvPr/>
                </p:nvSpPr>
                <p:spPr>
                  <a:xfrm rot="157512">
                    <a:off x="5718992" y="2673103"/>
                    <a:ext cx="650192" cy="721064"/>
                  </a:xfrm>
                  <a:custGeom>
                    <a:rect b="b" l="l" r="r" t="t"/>
                    <a:pathLst>
                      <a:path extrusionOk="0" fill="none" h="28844" w="26009">
                        <a:moveTo>
                          <a:pt x="26008" y="20743"/>
                        </a:moveTo>
                        <a:lnTo>
                          <a:pt x="24980" y="6321"/>
                        </a:lnTo>
                        <a:lnTo>
                          <a:pt x="11976" y="0"/>
                        </a:lnTo>
                        <a:lnTo>
                          <a:pt x="0" y="8101"/>
                        </a:lnTo>
                        <a:lnTo>
                          <a:pt x="1028" y="22524"/>
                        </a:lnTo>
                        <a:lnTo>
                          <a:pt x="14033" y="28844"/>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1" name="Google Shape;1151;p31"/>
                  <p:cNvSpPr/>
                  <p:nvPr/>
                </p:nvSpPr>
                <p:spPr>
                  <a:xfrm rot="157512">
                    <a:off x="6344876" y="2657223"/>
                    <a:ext cx="650167" cy="721114"/>
                  </a:xfrm>
                  <a:custGeom>
                    <a:rect b="b" l="l" r="r" t="t"/>
                    <a:pathLst>
                      <a:path extrusionOk="0" fill="none" h="28846" w="26008">
                        <a:moveTo>
                          <a:pt x="26008" y="20743"/>
                        </a:moveTo>
                        <a:lnTo>
                          <a:pt x="24980" y="6321"/>
                        </a:lnTo>
                        <a:lnTo>
                          <a:pt x="11975" y="1"/>
                        </a:lnTo>
                        <a:lnTo>
                          <a:pt x="0" y="8103"/>
                        </a:lnTo>
                        <a:lnTo>
                          <a:pt x="1028" y="22525"/>
                        </a:lnTo>
                        <a:lnTo>
                          <a:pt x="14032"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2" name="Google Shape;1152;p31"/>
                  <p:cNvSpPr/>
                  <p:nvPr/>
                </p:nvSpPr>
                <p:spPr>
                  <a:xfrm rot="157512">
                    <a:off x="6970736" y="2641369"/>
                    <a:ext cx="650217" cy="721114"/>
                  </a:xfrm>
                  <a:custGeom>
                    <a:rect b="b" l="l" r="r" t="t"/>
                    <a:pathLst>
                      <a:path extrusionOk="0" fill="none" h="28846" w="26010">
                        <a:moveTo>
                          <a:pt x="26010" y="20743"/>
                        </a:moveTo>
                        <a:lnTo>
                          <a:pt x="24981" y="6321"/>
                        </a:lnTo>
                        <a:lnTo>
                          <a:pt x="11976" y="0"/>
                        </a:lnTo>
                        <a:lnTo>
                          <a:pt x="1" y="8102"/>
                        </a:lnTo>
                        <a:lnTo>
                          <a:pt x="1029" y="22524"/>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3" name="Google Shape;1153;p31"/>
                  <p:cNvSpPr/>
                  <p:nvPr/>
                </p:nvSpPr>
                <p:spPr>
                  <a:xfrm rot="157512">
                    <a:off x="4168001" y="3254751"/>
                    <a:ext cx="650217" cy="721114"/>
                  </a:xfrm>
                  <a:custGeom>
                    <a:rect b="b" l="l" r="r" t="t"/>
                    <a:pathLst>
                      <a:path extrusionOk="0" fill="none" h="28846" w="26010">
                        <a:moveTo>
                          <a:pt x="26009" y="20744"/>
                        </a:moveTo>
                        <a:lnTo>
                          <a:pt x="24980" y="6322"/>
                        </a:lnTo>
                        <a:lnTo>
                          <a:pt x="11977" y="1"/>
                        </a:lnTo>
                        <a:lnTo>
                          <a:pt x="0" y="8103"/>
                        </a:lnTo>
                        <a:lnTo>
                          <a:pt x="1029" y="22525"/>
                        </a:lnTo>
                        <a:lnTo>
                          <a:pt x="14034" y="28846"/>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4" name="Google Shape;1154;p31"/>
                  <p:cNvSpPr/>
                  <p:nvPr/>
                </p:nvSpPr>
                <p:spPr>
                  <a:xfrm rot="157512">
                    <a:off x="4793885" y="3238896"/>
                    <a:ext cx="650192" cy="721114"/>
                  </a:xfrm>
                  <a:custGeom>
                    <a:rect b="b" l="l" r="r" t="t"/>
                    <a:pathLst>
                      <a:path extrusionOk="0" fill="none" h="28846" w="26009">
                        <a:moveTo>
                          <a:pt x="26009" y="20743"/>
                        </a:moveTo>
                        <a:lnTo>
                          <a:pt x="24981" y="6321"/>
                        </a:lnTo>
                        <a:lnTo>
                          <a:pt x="11977" y="0"/>
                        </a:lnTo>
                        <a:lnTo>
                          <a:pt x="0" y="8103"/>
                        </a:lnTo>
                        <a:lnTo>
                          <a:pt x="1029" y="22525"/>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5" name="Google Shape;1155;p31"/>
                  <p:cNvSpPr/>
                  <p:nvPr/>
                </p:nvSpPr>
                <p:spPr>
                  <a:xfrm rot="157512">
                    <a:off x="5419770" y="3223067"/>
                    <a:ext cx="650192" cy="721064"/>
                  </a:xfrm>
                  <a:custGeom>
                    <a:rect b="b" l="l" r="r" t="t"/>
                    <a:pathLst>
                      <a:path extrusionOk="0" fill="none" h="28844" w="26009">
                        <a:moveTo>
                          <a:pt x="26009" y="20743"/>
                        </a:moveTo>
                        <a:lnTo>
                          <a:pt x="24981" y="6320"/>
                        </a:lnTo>
                        <a:lnTo>
                          <a:pt x="11976" y="0"/>
                        </a:lnTo>
                        <a:lnTo>
                          <a:pt x="1" y="8101"/>
                        </a:lnTo>
                        <a:lnTo>
                          <a:pt x="1029" y="22523"/>
                        </a:lnTo>
                        <a:lnTo>
                          <a:pt x="14033" y="28844"/>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6" name="Google Shape;1156;p31"/>
                  <p:cNvSpPr/>
                  <p:nvPr/>
                </p:nvSpPr>
                <p:spPr>
                  <a:xfrm rot="157512">
                    <a:off x="6045654" y="3207187"/>
                    <a:ext cx="650192" cy="721114"/>
                  </a:xfrm>
                  <a:custGeom>
                    <a:rect b="b" l="l" r="r" t="t"/>
                    <a:pathLst>
                      <a:path extrusionOk="0" fill="none" h="28846" w="26009">
                        <a:moveTo>
                          <a:pt x="26008" y="20743"/>
                        </a:moveTo>
                        <a:lnTo>
                          <a:pt x="24980" y="6321"/>
                        </a:lnTo>
                        <a:lnTo>
                          <a:pt x="11976" y="1"/>
                        </a:lnTo>
                        <a:lnTo>
                          <a:pt x="1" y="8102"/>
                        </a:lnTo>
                        <a:lnTo>
                          <a:pt x="1029" y="22525"/>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7" name="Google Shape;1157;p31"/>
                  <p:cNvSpPr/>
                  <p:nvPr/>
                </p:nvSpPr>
                <p:spPr>
                  <a:xfrm rot="157512">
                    <a:off x="3868779" y="3804714"/>
                    <a:ext cx="650217" cy="721114"/>
                  </a:xfrm>
                  <a:custGeom>
                    <a:rect b="b" l="l" r="r" t="t"/>
                    <a:pathLst>
                      <a:path extrusionOk="0" fill="none" h="28846" w="26010">
                        <a:moveTo>
                          <a:pt x="26010" y="20744"/>
                        </a:moveTo>
                        <a:lnTo>
                          <a:pt x="24982" y="6322"/>
                        </a:lnTo>
                        <a:lnTo>
                          <a:pt x="11977" y="1"/>
                        </a:lnTo>
                        <a:lnTo>
                          <a:pt x="1" y="8102"/>
                        </a:lnTo>
                        <a:lnTo>
                          <a:pt x="1030" y="22525"/>
                        </a:lnTo>
                        <a:lnTo>
                          <a:pt x="14034" y="28846"/>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8" name="Google Shape;1158;p31"/>
                  <p:cNvSpPr/>
                  <p:nvPr/>
                </p:nvSpPr>
                <p:spPr>
                  <a:xfrm rot="157512">
                    <a:off x="4494689" y="3788860"/>
                    <a:ext cx="650192" cy="721114"/>
                  </a:xfrm>
                  <a:custGeom>
                    <a:rect b="b" l="l" r="r" t="t"/>
                    <a:pathLst>
                      <a:path extrusionOk="0" fill="none" h="28846" w="26009">
                        <a:moveTo>
                          <a:pt x="26008" y="20743"/>
                        </a:moveTo>
                        <a:lnTo>
                          <a:pt x="24980" y="6321"/>
                        </a:lnTo>
                        <a:lnTo>
                          <a:pt x="11976" y="1"/>
                        </a:lnTo>
                        <a:lnTo>
                          <a:pt x="1" y="8103"/>
                        </a:lnTo>
                        <a:lnTo>
                          <a:pt x="1029" y="22525"/>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9" name="Google Shape;1159;p31"/>
                  <p:cNvSpPr/>
                  <p:nvPr/>
                </p:nvSpPr>
                <p:spPr>
                  <a:xfrm rot="157512">
                    <a:off x="5120574" y="3773006"/>
                    <a:ext cx="650192" cy="721089"/>
                  </a:xfrm>
                  <a:custGeom>
                    <a:rect b="b" l="l" r="r" t="t"/>
                    <a:pathLst>
                      <a:path extrusionOk="0" fill="none" h="28845" w="26009">
                        <a:moveTo>
                          <a:pt x="26008" y="20744"/>
                        </a:moveTo>
                        <a:lnTo>
                          <a:pt x="24980" y="6321"/>
                        </a:lnTo>
                        <a:lnTo>
                          <a:pt x="11976" y="0"/>
                        </a:lnTo>
                        <a:lnTo>
                          <a:pt x="0" y="8102"/>
                        </a:lnTo>
                        <a:lnTo>
                          <a:pt x="1028" y="22524"/>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160" name="Google Shape;1160;p31"/>
                <p:cNvSpPr/>
                <p:nvPr/>
              </p:nvSpPr>
              <p:spPr>
                <a:xfrm rot="157512">
                  <a:off x="6228998" y="4446717"/>
                  <a:ext cx="57072" cy="57047"/>
                </a:xfrm>
                <a:custGeom>
                  <a:rect b="b" l="l" r="r" t="t"/>
                  <a:pathLst>
                    <a:path extrusionOk="0" h="2282" w="2283">
                      <a:moveTo>
                        <a:pt x="1142" y="0"/>
                      </a:moveTo>
                      <a:cubicBezTo>
                        <a:pt x="512" y="0"/>
                        <a:pt x="1" y="511"/>
                        <a:pt x="1" y="1141"/>
                      </a:cubicBezTo>
                      <a:cubicBezTo>
                        <a:pt x="1" y="1771"/>
                        <a:pt x="512" y="2281"/>
                        <a:pt x="1142" y="2281"/>
                      </a:cubicBezTo>
                      <a:cubicBezTo>
                        <a:pt x="1772" y="2281"/>
                        <a:pt x="2283" y="1772"/>
                        <a:pt x="2283" y="1141"/>
                      </a:cubicBezTo>
                      <a:cubicBezTo>
                        <a:pt x="2283" y="511"/>
                        <a:pt x="1772" y="0"/>
                        <a:pt x="114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1" name="Google Shape;1161;p31"/>
                <p:cNvSpPr/>
                <p:nvPr/>
              </p:nvSpPr>
              <p:spPr>
                <a:xfrm rot="157512">
                  <a:off x="9351770" y="4005108"/>
                  <a:ext cx="57047" cy="57072"/>
                </a:xfrm>
                <a:custGeom>
                  <a:rect b="b" l="l" r="r" t="t"/>
                  <a:pathLst>
                    <a:path extrusionOk="0" h="2283" w="2282">
                      <a:moveTo>
                        <a:pt x="1141" y="0"/>
                      </a:moveTo>
                      <a:cubicBezTo>
                        <a:pt x="511" y="0"/>
                        <a:pt x="0" y="511"/>
                        <a:pt x="0" y="1141"/>
                      </a:cubicBezTo>
                      <a:cubicBezTo>
                        <a:pt x="0" y="1772"/>
                        <a:pt x="511" y="2282"/>
                        <a:pt x="1141" y="2282"/>
                      </a:cubicBezTo>
                      <a:cubicBezTo>
                        <a:pt x="1771" y="2282"/>
                        <a:pt x="2281" y="1772"/>
                        <a:pt x="2281" y="1141"/>
                      </a:cubicBezTo>
                      <a:cubicBezTo>
                        <a:pt x="2281" y="511"/>
                        <a:pt x="1771" y="0"/>
                        <a:pt x="114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2" name="Google Shape;1162;p31"/>
                <p:cNvSpPr/>
                <p:nvPr/>
              </p:nvSpPr>
              <p:spPr>
                <a:xfrm rot="157512">
                  <a:off x="8403706" y="3847890"/>
                  <a:ext cx="57072" cy="57047"/>
                </a:xfrm>
                <a:custGeom>
                  <a:rect b="b" l="l" r="r" t="t"/>
                  <a:pathLst>
                    <a:path extrusionOk="0" h="2282" w="2283">
                      <a:moveTo>
                        <a:pt x="1141" y="1"/>
                      </a:moveTo>
                      <a:cubicBezTo>
                        <a:pt x="511" y="1"/>
                        <a:pt x="0" y="511"/>
                        <a:pt x="0" y="1141"/>
                      </a:cubicBezTo>
                      <a:cubicBezTo>
                        <a:pt x="0" y="1771"/>
                        <a:pt x="511" y="2282"/>
                        <a:pt x="1141" y="2282"/>
                      </a:cubicBezTo>
                      <a:cubicBezTo>
                        <a:pt x="1771" y="2282"/>
                        <a:pt x="2282" y="1771"/>
                        <a:pt x="2282" y="1141"/>
                      </a:cubicBezTo>
                      <a:cubicBezTo>
                        <a:pt x="2282" y="511"/>
                        <a:pt x="1771" y="1"/>
                        <a:pt x="114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3" name="Google Shape;1163;p31"/>
                <p:cNvSpPr/>
                <p:nvPr/>
              </p:nvSpPr>
              <p:spPr>
                <a:xfrm rot="157512">
                  <a:off x="8124633" y="5115580"/>
                  <a:ext cx="57047" cy="57047"/>
                </a:xfrm>
                <a:custGeom>
                  <a:rect b="b" l="l" r="r" t="t"/>
                  <a:pathLst>
                    <a:path extrusionOk="0" h="2282" w="2282">
                      <a:moveTo>
                        <a:pt x="1140" y="0"/>
                      </a:moveTo>
                      <a:cubicBezTo>
                        <a:pt x="511" y="0"/>
                        <a:pt x="0" y="511"/>
                        <a:pt x="0" y="1141"/>
                      </a:cubicBezTo>
                      <a:cubicBezTo>
                        <a:pt x="0" y="1771"/>
                        <a:pt x="510" y="2281"/>
                        <a:pt x="1140" y="2281"/>
                      </a:cubicBezTo>
                      <a:cubicBezTo>
                        <a:pt x="1771" y="2281"/>
                        <a:pt x="2281" y="1771"/>
                        <a:pt x="2281" y="1141"/>
                      </a:cubicBezTo>
                      <a:cubicBezTo>
                        <a:pt x="2281" y="511"/>
                        <a:pt x="1771" y="0"/>
                        <a:pt x="114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4" name="Google Shape;1164;p31"/>
                <p:cNvSpPr/>
                <p:nvPr/>
              </p:nvSpPr>
              <p:spPr>
                <a:xfrm rot="157512">
                  <a:off x="6574005" y="5703526"/>
                  <a:ext cx="57072" cy="57047"/>
                </a:xfrm>
                <a:custGeom>
                  <a:rect b="b" l="l" r="r" t="t"/>
                  <a:pathLst>
                    <a:path extrusionOk="0" h="2282" w="2283">
                      <a:moveTo>
                        <a:pt x="1141" y="1"/>
                      </a:moveTo>
                      <a:cubicBezTo>
                        <a:pt x="511" y="1"/>
                        <a:pt x="0" y="511"/>
                        <a:pt x="0" y="1141"/>
                      </a:cubicBezTo>
                      <a:cubicBezTo>
                        <a:pt x="0" y="1771"/>
                        <a:pt x="511" y="2282"/>
                        <a:pt x="1141" y="2282"/>
                      </a:cubicBezTo>
                      <a:cubicBezTo>
                        <a:pt x="1771" y="2282"/>
                        <a:pt x="2282" y="1771"/>
                        <a:pt x="2282" y="1141"/>
                      </a:cubicBezTo>
                      <a:cubicBezTo>
                        <a:pt x="2282" y="511"/>
                        <a:pt x="1771" y="1"/>
                        <a:pt x="114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5" name="Google Shape;1165;p31"/>
                <p:cNvSpPr/>
                <p:nvPr/>
              </p:nvSpPr>
              <p:spPr>
                <a:xfrm rot="157512">
                  <a:off x="5957267" y="6080755"/>
                  <a:ext cx="57072" cy="57047"/>
                </a:xfrm>
                <a:custGeom>
                  <a:rect b="b" l="l" r="r" t="t"/>
                  <a:pathLst>
                    <a:path extrusionOk="0" h="2282" w="2283">
                      <a:moveTo>
                        <a:pt x="1141" y="0"/>
                      </a:moveTo>
                      <a:cubicBezTo>
                        <a:pt x="511" y="0"/>
                        <a:pt x="0" y="510"/>
                        <a:pt x="0" y="1140"/>
                      </a:cubicBezTo>
                      <a:cubicBezTo>
                        <a:pt x="0" y="1770"/>
                        <a:pt x="511" y="2281"/>
                        <a:pt x="1141" y="2281"/>
                      </a:cubicBezTo>
                      <a:cubicBezTo>
                        <a:pt x="1771" y="2281"/>
                        <a:pt x="2282" y="1770"/>
                        <a:pt x="2282" y="1140"/>
                      </a:cubicBezTo>
                      <a:cubicBezTo>
                        <a:pt x="2282" y="510"/>
                        <a:pt x="1771" y="0"/>
                        <a:pt x="114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6" name="Google Shape;1166;p31"/>
                <p:cNvSpPr/>
                <p:nvPr/>
              </p:nvSpPr>
              <p:spPr>
                <a:xfrm rot="157512">
                  <a:off x="5929801" y="4996682"/>
                  <a:ext cx="57072" cy="57047"/>
                </a:xfrm>
                <a:custGeom>
                  <a:rect b="b" l="l" r="r" t="t"/>
                  <a:pathLst>
                    <a:path extrusionOk="0" h="2282" w="2283">
                      <a:moveTo>
                        <a:pt x="1142" y="0"/>
                      </a:moveTo>
                      <a:cubicBezTo>
                        <a:pt x="511" y="0"/>
                        <a:pt x="1" y="510"/>
                        <a:pt x="1" y="1140"/>
                      </a:cubicBezTo>
                      <a:cubicBezTo>
                        <a:pt x="1" y="1771"/>
                        <a:pt x="511" y="2281"/>
                        <a:pt x="1142" y="2281"/>
                      </a:cubicBezTo>
                      <a:cubicBezTo>
                        <a:pt x="1772" y="2281"/>
                        <a:pt x="2283" y="1771"/>
                        <a:pt x="2283" y="1140"/>
                      </a:cubicBezTo>
                      <a:cubicBezTo>
                        <a:pt x="2283" y="510"/>
                        <a:pt x="1772" y="0"/>
                        <a:pt x="114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7" name="Google Shape;1167;p31"/>
                <p:cNvSpPr/>
                <p:nvPr/>
              </p:nvSpPr>
              <p:spPr>
                <a:xfrm rot="157512">
                  <a:off x="9015730" y="3465389"/>
                  <a:ext cx="57047" cy="57072"/>
                </a:xfrm>
                <a:custGeom>
                  <a:rect b="b" l="l" r="r" t="t"/>
                  <a:pathLst>
                    <a:path extrusionOk="0" h="2283" w="2282">
                      <a:moveTo>
                        <a:pt x="1142" y="0"/>
                      </a:moveTo>
                      <a:cubicBezTo>
                        <a:pt x="512" y="0"/>
                        <a:pt x="1" y="511"/>
                        <a:pt x="1" y="1141"/>
                      </a:cubicBezTo>
                      <a:cubicBezTo>
                        <a:pt x="1" y="1771"/>
                        <a:pt x="512" y="2282"/>
                        <a:pt x="1142" y="2282"/>
                      </a:cubicBezTo>
                      <a:cubicBezTo>
                        <a:pt x="1771" y="2282"/>
                        <a:pt x="2282" y="1771"/>
                        <a:pt x="2282" y="1141"/>
                      </a:cubicBezTo>
                      <a:cubicBezTo>
                        <a:pt x="2282" y="511"/>
                        <a:pt x="1771" y="0"/>
                        <a:pt x="114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1168" name="Google Shape;1168;p31"/>
            <p:cNvSpPr/>
            <p:nvPr/>
          </p:nvSpPr>
          <p:spPr>
            <a:xfrm rot="157512">
              <a:off x="8799542" y="3225845"/>
              <a:ext cx="57022" cy="57072"/>
            </a:xfrm>
            <a:custGeom>
              <a:rect b="b" l="l" r="r" t="t"/>
              <a:pathLst>
                <a:path extrusionOk="0" h="2283" w="2281">
                  <a:moveTo>
                    <a:pt x="1141" y="1"/>
                  </a:moveTo>
                  <a:cubicBezTo>
                    <a:pt x="511" y="1"/>
                    <a:pt x="0" y="512"/>
                    <a:pt x="0" y="1142"/>
                  </a:cubicBezTo>
                  <a:cubicBezTo>
                    <a:pt x="0" y="1772"/>
                    <a:pt x="511" y="2283"/>
                    <a:pt x="1141" y="2283"/>
                  </a:cubicBezTo>
                  <a:cubicBezTo>
                    <a:pt x="1771" y="2283"/>
                    <a:pt x="2281" y="1772"/>
                    <a:pt x="2281" y="1142"/>
                  </a:cubicBezTo>
                  <a:cubicBezTo>
                    <a:pt x="2281" y="512"/>
                    <a:pt x="1771" y="1"/>
                    <a:pt x="114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9" name="Google Shape;1169;p31"/>
            <p:cNvSpPr/>
            <p:nvPr/>
          </p:nvSpPr>
          <p:spPr>
            <a:xfrm rot="157512">
              <a:off x="5710335" y="4761896"/>
              <a:ext cx="57072" cy="57072"/>
            </a:xfrm>
            <a:custGeom>
              <a:rect b="b" l="l" r="r" t="t"/>
              <a:pathLst>
                <a:path extrusionOk="0" h="2283" w="2283">
                  <a:moveTo>
                    <a:pt x="1141" y="1"/>
                  </a:moveTo>
                  <a:cubicBezTo>
                    <a:pt x="511" y="1"/>
                    <a:pt x="0" y="511"/>
                    <a:pt x="0" y="1142"/>
                  </a:cubicBezTo>
                  <a:cubicBezTo>
                    <a:pt x="0" y="1772"/>
                    <a:pt x="511" y="2283"/>
                    <a:pt x="1141" y="2283"/>
                  </a:cubicBezTo>
                  <a:cubicBezTo>
                    <a:pt x="1771" y="2283"/>
                    <a:pt x="2282" y="1772"/>
                    <a:pt x="2282" y="1142"/>
                  </a:cubicBezTo>
                  <a:cubicBezTo>
                    <a:pt x="2282" y="511"/>
                    <a:pt x="1771" y="1"/>
                    <a:pt x="114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0" name="Google Shape;1170;p31"/>
            <p:cNvSpPr/>
            <p:nvPr/>
          </p:nvSpPr>
          <p:spPr>
            <a:xfrm rot="157512">
              <a:off x="7885492" y="4168682"/>
              <a:ext cx="57047" cy="57047"/>
            </a:xfrm>
            <a:custGeom>
              <a:rect b="b" l="l" r="r" t="t"/>
              <a:pathLst>
                <a:path extrusionOk="0" h="2282" w="2282">
                  <a:moveTo>
                    <a:pt x="1141" y="0"/>
                  </a:moveTo>
                  <a:cubicBezTo>
                    <a:pt x="511" y="0"/>
                    <a:pt x="0" y="511"/>
                    <a:pt x="0" y="1141"/>
                  </a:cubicBezTo>
                  <a:cubicBezTo>
                    <a:pt x="0" y="1770"/>
                    <a:pt x="511" y="2281"/>
                    <a:pt x="1141" y="2281"/>
                  </a:cubicBezTo>
                  <a:cubicBezTo>
                    <a:pt x="1772" y="2281"/>
                    <a:pt x="2281" y="1770"/>
                    <a:pt x="2281" y="1141"/>
                  </a:cubicBezTo>
                  <a:cubicBezTo>
                    <a:pt x="2281" y="511"/>
                    <a:pt x="1772" y="0"/>
                    <a:pt x="114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71" name="Google Shape;1171;p31"/>
          <p:cNvGrpSpPr/>
          <p:nvPr/>
        </p:nvGrpSpPr>
        <p:grpSpPr>
          <a:xfrm>
            <a:off x="-3382536" y="-1517162"/>
            <a:ext cx="5036265" cy="4113315"/>
            <a:chOff x="4780389" y="2513201"/>
            <a:chExt cx="5036265" cy="4113315"/>
          </a:xfrm>
        </p:grpSpPr>
        <p:grpSp>
          <p:nvGrpSpPr>
            <p:cNvPr id="1172" name="Google Shape;1172;p31"/>
            <p:cNvGrpSpPr/>
            <p:nvPr/>
          </p:nvGrpSpPr>
          <p:grpSpPr>
            <a:xfrm>
              <a:off x="4780389" y="2513201"/>
              <a:ext cx="5036265" cy="4113315"/>
              <a:chOff x="4673664" y="2214101"/>
              <a:chExt cx="5036265" cy="4113315"/>
            </a:xfrm>
          </p:grpSpPr>
          <p:sp>
            <p:nvSpPr>
              <p:cNvPr id="1173" name="Google Shape;1173;p31"/>
              <p:cNvSpPr/>
              <p:nvPr/>
            </p:nvSpPr>
            <p:spPr>
              <a:xfrm rot="157512">
                <a:off x="9047033" y="4559649"/>
                <a:ext cx="57072" cy="57047"/>
              </a:xfrm>
              <a:custGeom>
                <a:rect b="b" l="l" r="r" t="t"/>
                <a:pathLst>
                  <a:path extrusionOk="0" h="2282" w="2283">
                    <a:moveTo>
                      <a:pt x="1141" y="1"/>
                    </a:moveTo>
                    <a:cubicBezTo>
                      <a:pt x="511" y="1"/>
                      <a:pt x="0" y="512"/>
                      <a:pt x="0" y="1142"/>
                    </a:cubicBezTo>
                    <a:cubicBezTo>
                      <a:pt x="0" y="1771"/>
                      <a:pt x="511" y="2282"/>
                      <a:pt x="1141" y="2282"/>
                    </a:cubicBezTo>
                    <a:cubicBezTo>
                      <a:pt x="1771" y="2282"/>
                      <a:pt x="2282" y="1771"/>
                      <a:pt x="2282" y="1142"/>
                    </a:cubicBezTo>
                    <a:cubicBezTo>
                      <a:pt x="2282" y="512"/>
                      <a:pt x="1771" y="1"/>
                      <a:pt x="114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74" name="Google Shape;1174;p31"/>
              <p:cNvGrpSpPr/>
              <p:nvPr/>
            </p:nvGrpSpPr>
            <p:grpSpPr>
              <a:xfrm>
                <a:off x="4673664" y="2214101"/>
                <a:ext cx="5036265" cy="4113315"/>
                <a:chOff x="4673664" y="2214101"/>
                <a:chExt cx="5036265" cy="4113315"/>
              </a:xfrm>
            </p:grpSpPr>
            <p:grpSp>
              <p:nvGrpSpPr>
                <p:cNvPr id="1175" name="Google Shape;1175;p31"/>
                <p:cNvGrpSpPr/>
                <p:nvPr/>
              </p:nvGrpSpPr>
              <p:grpSpPr>
                <a:xfrm>
                  <a:off x="4673664" y="2214101"/>
                  <a:ext cx="5036265" cy="4113315"/>
                  <a:chOff x="3825164" y="427026"/>
                  <a:chExt cx="5036265" cy="4113315"/>
                </a:xfrm>
              </p:grpSpPr>
              <p:sp>
                <p:nvSpPr>
                  <p:cNvPr id="1176" name="Google Shape;1176;p31"/>
                  <p:cNvSpPr/>
                  <p:nvPr/>
                </p:nvSpPr>
                <p:spPr>
                  <a:xfrm rot="157512">
                    <a:off x="6915828" y="473247"/>
                    <a:ext cx="650167" cy="721089"/>
                  </a:xfrm>
                  <a:custGeom>
                    <a:rect b="b" l="l" r="r" t="t"/>
                    <a:pathLst>
                      <a:path extrusionOk="0" fill="none" h="28845" w="26008">
                        <a:moveTo>
                          <a:pt x="26008" y="20744"/>
                        </a:moveTo>
                        <a:lnTo>
                          <a:pt x="24980" y="6321"/>
                        </a:lnTo>
                        <a:lnTo>
                          <a:pt x="11976" y="1"/>
                        </a:lnTo>
                        <a:lnTo>
                          <a:pt x="0" y="8102"/>
                        </a:lnTo>
                        <a:lnTo>
                          <a:pt x="1028" y="22524"/>
                        </a:lnTo>
                        <a:lnTo>
                          <a:pt x="14032"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7" name="Google Shape;1177;p31"/>
                  <p:cNvSpPr/>
                  <p:nvPr/>
                </p:nvSpPr>
                <p:spPr>
                  <a:xfrm rot="157512">
                    <a:off x="7541687" y="457392"/>
                    <a:ext cx="650192" cy="721114"/>
                  </a:xfrm>
                  <a:custGeom>
                    <a:rect b="b" l="l" r="r" t="t"/>
                    <a:pathLst>
                      <a:path extrusionOk="0" fill="none" h="28846" w="26009">
                        <a:moveTo>
                          <a:pt x="26009" y="20743"/>
                        </a:moveTo>
                        <a:lnTo>
                          <a:pt x="24981" y="6321"/>
                        </a:lnTo>
                        <a:lnTo>
                          <a:pt x="11976" y="1"/>
                        </a:lnTo>
                        <a:lnTo>
                          <a:pt x="1" y="8102"/>
                        </a:lnTo>
                        <a:lnTo>
                          <a:pt x="1029" y="22525"/>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8" name="Google Shape;1178;p31"/>
                  <p:cNvSpPr/>
                  <p:nvPr/>
                </p:nvSpPr>
                <p:spPr>
                  <a:xfrm rot="157512">
                    <a:off x="8167572" y="441537"/>
                    <a:ext cx="650192" cy="721089"/>
                  </a:xfrm>
                  <a:custGeom>
                    <a:rect b="b" l="l" r="r" t="t"/>
                    <a:pathLst>
                      <a:path extrusionOk="0" fill="none" h="28845" w="26009">
                        <a:moveTo>
                          <a:pt x="26008" y="20743"/>
                        </a:moveTo>
                        <a:lnTo>
                          <a:pt x="24980" y="6321"/>
                        </a:lnTo>
                        <a:lnTo>
                          <a:pt x="11976" y="0"/>
                        </a:lnTo>
                        <a:lnTo>
                          <a:pt x="1" y="8102"/>
                        </a:lnTo>
                        <a:lnTo>
                          <a:pt x="1029" y="22524"/>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9" name="Google Shape;1179;p31"/>
                  <p:cNvSpPr/>
                  <p:nvPr/>
                </p:nvSpPr>
                <p:spPr>
                  <a:xfrm rot="157512">
                    <a:off x="7242491" y="1007356"/>
                    <a:ext cx="650192" cy="721089"/>
                  </a:xfrm>
                  <a:custGeom>
                    <a:rect b="b" l="l" r="r" t="t"/>
                    <a:pathLst>
                      <a:path extrusionOk="0" fill="none" h="28845" w="26009">
                        <a:moveTo>
                          <a:pt x="26008" y="20743"/>
                        </a:moveTo>
                        <a:lnTo>
                          <a:pt x="24980" y="6321"/>
                        </a:lnTo>
                        <a:lnTo>
                          <a:pt x="11976" y="1"/>
                        </a:lnTo>
                        <a:lnTo>
                          <a:pt x="0" y="8102"/>
                        </a:lnTo>
                        <a:lnTo>
                          <a:pt x="1028" y="22525"/>
                        </a:lnTo>
                        <a:lnTo>
                          <a:pt x="14033" y="28844"/>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0" name="Google Shape;1180;p31"/>
                  <p:cNvSpPr/>
                  <p:nvPr/>
                </p:nvSpPr>
                <p:spPr>
                  <a:xfrm rot="157512">
                    <a:off x="7868375" y="991501"/>
                    <a:ext cx="650167" cy="721089"/>
                  </a:xfrm>
                  <a:custGeom>
                    <a:rect b="b" l="l" r="r" t="t"/>
                    <a:pathLst>
                      <a:path extrusionOk="0" fill="none" h="28845" w="26008">
                        <a:moveTo>
                          <a:pt x="26008" y="20743"/>
                        </a:moveTo>
                        <a:lnTo>
                          <a:pt x="24980" y="6321"/>
                        </a:lnTo>
                        <a:lnTo>
                          <a:pt x="11976" y="0"/>
                        </a:lnTo>
                        <a:lnTo>
                          <a:pt x="0" y="8102"/>
                        </a:lnTo>
                        <a:lnTo>
                          <a:pt x="1028" y="22524"/>
                        </a:lnTo>
                        <a:lnTo>
                          <a:pt x="14032"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1" name="Google Shape;1181;p31"/>
                  <p:cNvSpPr/>
                  <p:nvPr/>
                </p:nvSpPr>
                <p:spPr>
                  <a:xfrm rot="157512">
                    <a:off x="6943294" y="1557320"/>
                    <a:ext cx="650167" cy="721089"/>
                  </a:xfrm>
                  <a:custGeom>
                    <a:rect b="b" l="l" r="r" t="t"/>
                    <a:pathLst>
                      <a:path extrusionOk="0" fill="none" h="28845" w="26008">
                        <a:moveTo>
                          <a:pt x="26008" y="20743"/>
                        </a:moveTo>
                        <a:lnTo>
                          <a:pt x="24980" y="6320"/>
                        </a:lnTo>
                        <a:lnTo>
                          <a:pt x="11975" y="1"/>
                        </a:lnTo>
                        <a:lnTo>
                          <a:pt x="0" y="8102"/>
                        </a:lnTo>
                        <a:lnTo>
                          <a:pt x="1028" y="22524"/>
                        </a:lnTo>
                        <a:lnTo>
                          <a:pt x="14032" y="28844"/>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2" name="Google Shape;1182;p31"/>
                  <p:cNvSpPr/>
                  <p:nvPr/>
                </p:nvSpPr>
                <p:spPr>
                  <a:xfrm rot="157512">
                    <a:off x="7569154" y="1541466"/>
                    <a:ext cx="650217" cy="721064"/>
                  </a:xfrm>
                  <a:custGeom>
                    <a:rect b="b" l="l" r="r" t="t"/>
                    <a:pathLst>
                      <a:path extrusionOk="0" fill="none" h="28844" w="26010">
                        <a:moveTo>
                          <a:pt x="26009" y="20743"/>
                        </a:moveTo>
                        <a:lnTo>
                          <a:pt x="24980" y="6321"/>
                        </a:lnTo>
                        <a:lnTo>
                          <a:pt x="11976" y="0"/>
                        </a:lnTo>
                        <a:lnTo>
                          <a:pt x="1" y="8101"/>
                        </a:lnTo>
                        <a:lnTo>
                          <a:pt x="1029" y="22524"/>
                        </a:lnTo>
                        <a:lnTo>
                          <a:pt x="14033" y="28844"/>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3" name="Google Shape;1183;p31"/>
                  <p:cNvSpPr/>
                  <p:nvPr/>
                </p:nvSpPr>
                <p:spPr>
                  <a:xfrm rot="157512">
                    <a:off x="8195039" y="1525586"/>
                    <a:ext cx="650217" cy="721114"/>
                  </a:xfrm>
                  <a:custGeom>
                    <a:rect b="b" l="l" r="r" t="t"/>
                    <a:pathLst>
                      <a:path extrusionOk="0" fill="none" h="28846" w="26010">
                        <a:moveTo>
                          <a:pt x="26009" y="20743"/>
                        </a:moveTo>
                        <a:lnTo>
                          <a:pt x="24980" y="6322"/>
                        </a:lnTo>
                        <a:lnTo>
                          <a:pt x="11976" y="1"/>
                        </a:lnTo>
                        <a:lnTo>
                          <a:pt x="0" y="8103"/>
                        </a:lnTo>
                        <a:lnTo>
                          <a:pt x="1029" y="22525"/>
                        </a:lnTo>
                        <a:lnTo>
                          <a:pt x="14033" y="28846"/>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4" name="Google Shape;1184;p31"/>
                  <p:cNvSpPr/>
                  <p:nvPr/>
                </p:nvSpPr>
                <p:spPr>
                  <a:xfrm rot="157512">
                    <a:off x="4140535" y="2170703"/>
                    <a:ext cx="650217" cy="721089"/>
                  </a:xfrm>
                  <a:custGeom>
                    <a:rect b="b" l="l" r="r" t="t"/>
                    <a:pathLst>
                      <a:path extrusionOk="0" fill="none" h="28845" w="26010">
                        <a:moveTo>
                          <a:pt x="26009" y="20743"/>
                        </a:moveTo>
                        <a:lnTo>
                          <a:pt x="24980" y="6321"/>
                        </a:lnTo>
                        <a:lnTo>
                          <a:pt x="11977" y="0"/>
                        </a:lnTo>
                        <a:lnTo>
                          <a:pt x="1" y="8102"/>
                        </a:lnTo>
                        <a:lnTo>
                          <a:pt x="1028" y="22524"/>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5" name="Google Shape;1185;p31"/>
                  <p:cNvSpPr/>
                  <p:nvPr/>
                </p:nvSpPr>
                <p:spPr>
                  <a:xfrm rot="157512">
                    <a:off x="4766419" y="2154848"/>
                    <a:ext cx="650192" cy="721089"/>
                  </a:xfrm>
                  <a:custGeom>
                    <a:rect b="b" l="l" r="r" t="t"/>
                    <a:pathLst>
                      <a:path extrusionOk="0" fill="none" h="28845" w="26009">
                        <a:moveTo>
                          <a:pt x="26009" y="20743"/>
                        </a:moveTo>
                        <a:lnTo>
                          <a:pt x="24980" y="6321"/>
                        </a:lnTo>
                        <a:lnTo>
                          <a:pt x="11977" y="1"/>
                        </a:lnTo>
                        <a:lnTo>
                          <a:pt x="0" y="8102"/>
                        </a:lnTo>
                        <a:lnTo>
                          <a:pt x="1029" y="22524"/>
                        </a:lnTo>
                        <a:lnTo>
                          <a:pt x="14034"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6" name="Google Shape;1186;p31"/>
                  <p:cNvSpPr/>
                  <p:nvPr/>
                </p:nvSpPr>
                <p:spPr>
                  <a:xfrm rot="157512">
                    <a:off x="5392303" y="2138993"/>
                    <a:ext cx="650192" cy="721089"/>
                  </a:xfrm>
                  <a:custGeom>
                    <a:rect b="b" l="l" r="r" t="t"/>
                    <a:pathLst>
                      <a:path extrusionOk="0" fill="none" h="28845" w="26009">
                        <a:moveTo>
                          <a:pt x="26009" y="20743"/>
                        </a:moveTo>
                        <a:lnTo>
                          <a:pt x="24981" y="6321"/>
                        </a:lnTo>
                        <a:lnTo>
                          <a:pt x="11976" y="0"/>
                        </a:lnTo>
                        <a:lnTo>
                          <a:pt x="0" y="8102"/>
                        </a:lnTo>
                        <a:lnTo>
                          <a:pt x="1029" y="22524"/>
                        </a:lnTo>
                        <a:lnTo>
                          <a:pt x="14033" y="28844"/>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7" name="Google Shape;1187;p31"/>
                  <p:cNvSpPr/>
                  <p:nvPr/>
                </p:nvSpPr>
                <p:spPr>
                  <a:xfrm rot="157512">
                    <a:off x="6018188" y="2123139"/>
                    <a:ext cx="650192" cy="721089"/>
                  </a:xfrm>
                  <a:custGeom>
                    <a:rect b="b" l="l" r="r" t="t"/>
                    <a:pathLst>
                      <a:path extrusionOk="0" fill="none" h="28845" w="26009">
                        <a:moveTo>
                          <a:pt x="26008" y="20743"/>
                        </a:moveTo>
                        <a:lnTo>
                          <a:pt x="24981" y="6321"/>
                        </a:lnTo>
                        <a:lnTo>
                          <a:pt x="11976" y="0"/>
                        </a:lnTo>
                        <a:lnTo>
                          <a:pt x="1" y="8102"/>
                        </a:lnTo>
                        <a:lnTo>
                          <a:pt x="1029" y="22524"/>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8" name="Google Shape;1188;p31"/>
                  <p:cNvSpPr/>
                  <p:nvPr/>
                </p:nvSpPr>
                <p:spPr>
                  <a:xfrm rot="157512">
                    <a:off x="6644073" y="2107259"/>
                    <a:ext cx="650192" cy="721114"/>
                  </a:xfrm>
                  <a:custGeom>
                    <a:rect b="b" l="l" r="r" t="t"/>
                    <a:pathLst>
                      <a:path extrusionOk="0" fill="none" h="28846" w="26009">
                        <a:moveTo>
                          <a:pt x="26008" y="20743"/>
                        </a:moveTo>
                        <a:lnTo>
                          <a:pt x="24980" y="6321"/>
                        </a:lnTo>
                        <a:lnTo>
                          <a:pt x="11976" y="1"/>
                        </a:lnTo>
                        <a:lnTo>
                          <a:pt x="1" y="8103"/>
                        </a:lnTo>
                        <a:lnTo>
                          <a:pt x="1028" y="22525"/>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9" name="Google Shape;1189;p31"/>
                  <p:cNvSpPr/>
                  <p:nvPr/>
                </p:nvSpPr>
                <p:spPr>
                  <a:xfrm rot="157512">
                    <a:off x="7269957" y="2091430"/>
                    <a:ext cx="650192" cy="721064"/>
                  </a:xfrm>
                  <a:custGeom>
                    <a:rect b="b" l="l" r="r" t="t"/>
                    <a:pathLst>
                      <a:path extrusionOk="0" fill="none" h="28844" w="26009">
                        <a:moveTo>
                          <a:pt x="26009" y="20743"/>
                        </a:moveTo>
                        <a:lnTo>
                          <a:pt x="24980" y="6320"/>
                        </a:lnTo>
                        <a:lnTo>
                          <a:pt x="11976" y="0"/>
                        </a:lnTo>
                        <a:lnTo>
                          <a:pt x="0" y="8101"/>
                        </a:lnTo>
                        <a:lnTo>
                          <a:pt x="1028" y="22523"/>
                        </a:lnTo>
                        <a:lnTo>
                          <a:pt x="14033" y="28844"/>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0" name="Google Shape;1190;p31"/>
                  <p:cNvSpPr/>
                  <p:nvPr/>
                </p:nvSpPr>
                <p:spPr>
                  <a:xfrm rot="157512">
                    <a:off x="7895842" y="2075550"/>
                    <a:ext cx="650192" cy="721089"/>
                  </a:xfrm>
                  <a:custGeom>
                    <a:rect b="b" l="l" r="r" t="t"/>
                    <a:pathLst>
                      <a:path extrusionOk="0" fill="none" h="28845" w="26009">
                        <a:moveTo>
                          <a:pt x="26009" y="20743"/>
                        </a:moveTo>
                        <a:lnTo>
                          <a:pt x="24980" y="6322"/>
                        </a:lnTo>
                        <a:lnTo>
                          <a:pt x="11976" y="1"/>
                        </a:lnTo>
                        <a:lnTo>
                          <a:pt x="0" y="8102"/>
                        </a:lnTo>
                        <a:lnTo>
                          <a:pt x="1029" y="22525"/>
                        </a:lnTo>
                        <a:lnTo>
                          <a:pt x="14032"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1" name="Google Shape;1191;p31"/>
                  <p:cNvSpPr/>
                  <p:nvPr/>
                </p:nvSpPr>
                <p:spPr>
                  <a:xfrm rot="157512">
                    <a:off x="3841337" y="2720667"/>
                    <a:ext cx="650192" cy="721114"/>
                  </a:xfrm>
                  <a:custGeom>
                    <a:rect b="b" l="l" r="r" t="t"/>
                    <a:pathLst>
                      <a:path extrusionOk="0" fill="none" h="28846" w="26009">
                        <a:moveTo>
                          <a:pt x="26009" y="20743"/>
                        </a:moveTo>
                        <a:lnTo>
                          <a:pt x="24980" y="6321"/>
                        </a:lnTo>
                        <a:lnTo>
                          <a:pt x="11975" y="0"/>
                        </a:lnTo>
                        <a:lnTo>
                          <a:pt x="0" y="8102"/>
                        </a:lnTo>
                        <a:lnTo>
                          <a:pt x="1029" y="22524"/>
                        </a:lnTo>
                        <a:lnTo>
                          <a:pt x="14032"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2" name="Google Shape;1192;p31"/>
                  <p:cNvSpPr/>
                  <p:nvPr/>
                </p:nvSpPr>
                <p:spPr>
                  <a:xfrm rot="157512">
                    <a:off x="4467198" y="2704787"/>
                    <a:ext cx="650217" cy="721114"/>
                  </a:xfrm>
                  <a:custGeom>
                    <a:rect b="b" l="l" r="r" t="t"/>
                    <a:pathLst>
                      <a:path extrusionOk="0" fill="none" h="28846" w="26010">
                        <a:moveTo>
                          <a:pt x="26010" y="20743"/>
                        </a:moveTo>
                        <a:lnTo>
                          <a:pt x="24982" y="6322"/>
                        </a:lnTo>
                        <a:lnTo>
                          <a:pt x="11977" y="1"/>
                        </a:lnTo>
                        <a:lnTo>
                          <a:pt x="1" y="8103"/>
                        </a:lnTo>
                        <a:lnTo>
                          <a:pt x="1030" y="22525"/>
                        </a:lnTo>
                        <a:lnTo>
                          <a:pt x="14033" y="28846"/>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3" name="Google Shape;1193;p31"/>
                  <p:cNvSpPr/>
                  <p:nvPr/>
                </p:nvSpPr>
                <p:spPr>
                  <a:xfrm rot="157512">
                    <a:off x="5093107" y="2688958"/>
                    <a:ext cx="650192" cy="721089"/>
                  </a:xfrm>
                  <a:custGeom>
                    <a:rect b="b" l="l" r="r" t="t"/>
                    <a:pathLst>
                      <a:path extrusionOk="0" fill="none" h="28845" w="26009">
                        <a:moveTo>
                          <a:pt x="26008" y="20743"/>
                        </a:moveTo>
                        <a:lnTo>
                          <a:pt x="24980" y="6320"/>
                        </a:lnTo>
                        <a:lnTo>
                          <a:pt x="11976" y="0"/>
                        </a:lnTo>
                        <a:lnTo>
                          <a:pt x="1" y="8102"/>
                        </a:lnTo>
                        <a:lnTo>
                          <a:pt x="1029" y="22523"/>
                        </a:lnTo>
                        <a:lnTo>
                          <a:pt x="14033" y="28844"/>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4" name="Google Shape;1194;p31"/>
                  <p:cNvSpPr/>
                  <p:nvPr/>
                </p:nvSpPr>
                <p:spPr>
                  <a:xfrm rot="157512">
                    <a:off x="5718992" y="2673103"/>
                    <a:ext cx="650192" cy="721064"/>
                  </a:xfrm>
                  <a:custGeom>
                    <a:rect b="b" l="l" r="r" t="t"/>
                    <a:pathLst>
                      <a:path extrusionOk="0" fill="none" h="28844" w="26009">
                        <a:moveTo>
                          <a:pt x="26008" y="20743"/>
                        </a:moveTo>
                        <a:lnTo>
                          <a:pt x="24980" y="6321"/>
                        </a:lnTo>
                        <a:lnTo>
                          <a:pt x="11976" y="0"/>
                        </a:lnTo>
                        <a:lnTo>
                          <a:pt x="0" y="8101"/>
                        </a:lnTo>
                        <a:lnTo>
                          <a:pt x="1028" y="22524"/>
                        </a:lnTo>
                        <a:lnTo>
                          <a:pt x="14033" y="28844"/>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5" name="Google Shape;1195;p31"/>
                  <p:cNvSpPr/>
                  <p:nvPr/>
                </p:nvSpPr>
                <p:spPr>
                  <a:xfrm rot="157512">
                    <a:off x="6344876" y="2657223"/>
                    <a:ext cx="650167" cy="721114"/>
                  </a:xfrm>
                  <a:custGeom>
                    <a:rect b="b" l="l" r="r" t="t"/>
                    <a:pathLst>
                      <a:path extrusionOk="0" fill="none" h="28846" w="26008">
                        <a:moveTo>
                          <a:pt x="26008" y="20743"/>
                        </a:moveTo>
                        <a:lnTo>
                          <a:pt x="24980" y="6321"/>
                        </a:lnTo>
                        <a:lnTo>
                          <a:pt x="11975" y="1"/>
                        </a:lnTo>
                        <a:lnTo>
                          <a:pt x="0" y="8103"/>
                        </a:lnTo>
                        <a:lnTo>
                          <a:pt x="1028" y="22525"/>
                        </a:lnTo>
                        <a:lnTo>
                          <a:pt x="14032"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6" name="Google Shape;1196;p31"/>
                  <p:cNvSpPr/>
                  <p:nvPr/>
                </p:nvSpPr>
                <p:spPr>
                  <a:xfrm rot="157512">
                    <a:off x="6970736" y="2641369"/>
                    <a:ext cx="650217" cy="721114"/>
                  </a:xfrm>
                  <a:custGeom>
                    <a:rect b="b" l="l" r="r" t="t"/>
                    <a:pathLst>
                      <a:path extrusionOk="0" fill="none" h="28846" w="26010">
                        <a:moveTo>
                          <a:pt x="26010" y="20743"/>
                        </a:moveTo>
                        <a:lnTo>
                          <a:pt x="24981" y="6321"/>
                        </a:lnTo>
                        <a:lnTo>
                          <a:pt x="11976" y="0"/>
                        </a:lnTo>
                        <a:lnTo>
                          <a:pt x="1" y="8102"/>
                        </a:lnTo>
                        <a:lnTo>
                          <a:pt x="1029" y="22524"/>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7" name="Google Shape;1197;p31"/>
                  <p:cNvSpPr/>
                  <p:nvPr/>
                </p:nvSpPr>
                <p:spPr>
                  <a:xfrm rot="157512">
                    <a:off x="4168001" y="3254751"/>
                    <a:ext cx="650217" cy="721114"/>
                  </a:xfrm>
                  <a:custGeom>
                    <a:rect b="b" l="l" r="r" t="t"/>
                    <a:pathLst>
                      <a:path extrusionOk="0" fill="none" h="28846" w="26010">
                        <a:moveTo>
                          <a:pt x="26009" y="20744"/>
                        </a:moveTo>
                        <a:lnTo>
                          <a:pt x="24980" y="6322"/>
                        </a:lnTo>
                        <a:lnTo>
                          <a:pt x="11977" y="1"/>
                        </a:lnTo>
                        <a:lnTo>
                          <a:pt x="0" y="8103"/>
                        </a:lnTo>
                        <a:lnTo>
                          <a:pt x="1029" y="22525"/>
                        </a:lnTo>
                        <a:lnTo>
                          <a:pt x="14034" y="28846"/>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8" name="Google Shape;1198;p31"/>
                  <p:cNvSpPr/>
                  <p:nvPr/>
                </p:nvSpPr>
                <p:spPr>
                  <a:xfrm rot="157512">
                    <a:off x="4793885" y="3238896"/>
                    <a:ext cx="650192" cy="721114"/>
                  </a:xfrm>
                  <a:custGeom>
                    <a:rect b="b" l="l" r="r" t="t"/>
                    <a:pathLst>
                      <a:path extrusionOk="0" fill="none" h="28846" w="26009">
                        <a:moveTo>
                          <a:pt x="26009" y="20743"/>
                        </a:moveTo>
                        <a:lnTo>
                          <a:pt x="24981" y="6321"/>
                        </a:lnTo>
                        <a:lnTo>
                          <a:pt x="11977" y="0"/>
                        </a:lnTo>
                        <a:lnTo>
                          <a:pt x="0" y="8103"/>
                        </a:lnTo>
                        <a:lnTo>
                          <a:pt x="1029" y="22525"/>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9" name="Google Shape;1199;p31"/>
                  <p:cNvSpPr/>
                  <p:nvPr/>
                </p:nvSpPr>
                <p:spPr>
                  <a:xfrm rot="157512">
                    <a:off x="5419770" y="3223067"/>
                    <a:ext cx="650192" cy="721064"/>
                  </a:xfrm>
                  <a:custGeom>
                    <a:rect b="b" l="l" r="r" t="t"/>
                    <a:pathLst>
                      <a:path extrusionOk="0" fill="none" h="28844" w="26009">
                        <a:moveTo>
                          <a:pt x="26009" y="20743"/>
                        </a:moveTo>
                        <a:lnTo>
                          <a:pt x="24981" y="6320"/>
                        </a:lnTo>
                        <a:lnTo>
                          <a:pt x="11976" y="0"/>
                        </a:lnTo>
                        <a:lnTo>
                          <a:pt x="1" y="8101"/>
                        </a:lnTo>
                        <a:lnTo>
                          <a:pt x="1029" y="22523"/>
                        </a:lnTo>
                        <a:lnTo>
                          <a:pt x="14033" y="28844"/>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0" name="Google Shape;1200;p31"/>
                  <p:cNvSpPr/>
                  <p:nvPr/>
                </p:nvSpPr>
                <p:spPr>
                  <a:xfrm rot="157512">
                    <a:off x="6045654" y="3207187"/>
                    <a:ext cx="650192" cy="721114"/>
                  </a:xfrm>
                  <a:custGeom>
                    <a:rect b="b" l="l" r="r" t="t"/>
                    <a:pathLst>
                      <a:path extrusionOk="0" fill="none" h="28846" w="26009">
                        <a:moveTo>
                          <a:pt x="26008" y="20743"/>
                        </a:moveTo>
                        <a:lnTo>
                          <a:pt x="24980" y="6321"/>
                        </a:lnTo>
                        <a:lnTo>
                          <a:pt x="11976" y="1"/>
                        </a:lnTo>
                        <a:lnTo>
                          <a:pt x="1" y="8102"/>
                        </a:lnTo>
                        <a:lnTo>
                          <a:pt x="1029" y="22525"/>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1" name="Google Shape;1201;p31"/>
                  <p:cNvSpPr/>
                  <p:nvPr/>
                </p:nvSpPr>
                <p:spPr>
                  <a:xfrm rot="157512">
                    <a:off x="3868779" y="3804714"/>
                    <a:ext cx="650217" cy="721114"/>
                  </a:xfrm>
                  <a:custGeom>
                    <a:rect b="b" l="l" r="r" t="t"/>
                    <a:pathLst>
                      <a:path extrusionOk="0" fill="none" h="28846" w="26010">
                        <a:moveTo>
                          <a:pt x="26010" y="20744"/>
                        </a:moveTo>
                        <a:lnTo>
                          <a:pt x="24982" y="6322"/>
                        </a:lnTo>
                        <a:lnTo>
                          <a:pt x="11977" y="1"/>
                        </a:lnTo>
                        <a:lnTo>
                          <a:pt x="1" y="8102"/>
                        </a:lnTo>
                        <a:lnTo>
                          <a:pt x="1030" y="22525"/>
                        </a:lnTo>
                        <a:lnTo>
                          <a:pt x="14034" y="28846"/>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2" name="Google Shape;1202;p31"/>
                  <p:cNvSpPr/>
                  <p:nvPr/>
                </p:nvSpPr>
                <p:spPr>
                  <a:xfrm rot="157512">
                    <a:off x="4494689" y="3788860"/>
                    <a:ext cx="650192" cy="721114"/>
                  </a:xfrm>
                  <a:custGeom>
                    <a:rect b="b" l="l" r="r" t="t"/>
                    <a:pathLst>
                      <a:path extrusionOk="0" fill="none" h="28846" w="26009">
                        <a:moveTo>
                          <a:pt x="26008" y="20743"/>
                        </a:moveTo>
                        <a:lnTo>
                          <a:pt x="24980" y="6321"/>
                        </a:lnTo>
                        <a:lnTo>
                          <a:pt x="11976" y="1"/>
                        </a:lnTo>
                        <a:lnTo>
                          <a:pt x="1" y="8103"/>
                        </a:lnTo>
                        <a:lnTo>
                          <a:pt x="1029" y="22525"/>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3" name="Google Shape;1203;p31"/>
                  <p:cNvSpPr/>
                  <p:nvPr/>
                </p:nvSpPr>
                <p:spPr>
                  <a:xfrm rot="157512">
                    <a:off x="5120574" y="3773006"/>
                    <a:ext cx="650192" cy="721089"/>
                  </a:xfrm>
                  <a:custGeom>
                    <a:rect b="b" l="l" r="r" t="t"/>
                    <a:pathLst>
                      <a:path extrusionOk="0" fill="none" h="28845" w="26009">
                        <a:moveTo>
                          <a:pt x="26008" y="20744"/>
                        </a:moveTo>
                        <a:lnTo>
                          <a:pt x="24980" y="6321"/>
                        </a:lnTo>
                        <a:lnTo>
                          <a:pt x="11976" y="0"/>
                        </a:lnTo>
                        <a:lnTo>
                          <a:pt x="0" y="8102"/>
                        </a:lnTo>
                        <a:lnTo>
                          <a:pt x="1028" y="22524"/>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204" name="Google Shape;1204;p31"/>
                <p:cNvSpPr/>
                <p:nvPr/>
              </p:nvSpPr>
              <p:spPr>
                <a:xfrm rot="157512">
                  <a:off x="6228998" y="4446717"/>
                  <a:ext cx="57072" cy="57047"/>
                </a:xfrm>
                <a:custGeom>
                  <a:rect b="b" l="l" r="r" t="t"/>
                  <a:pathLst>
                    <a:path extrusionOk="0" h="2282" w="2283">
                      <a:moveTo>
                        <a:pt x="1142" y="0"/>
                      </a:moveTo>
                      <a:cubicBezTo>
                        <a:pt x="512" y="0"/>
                        <a:pt x="1" y="511"/>
                        <a:pt x="1" y="1141"/>
                      </a:cubicBezTo>
                      <a:cubicBezTo>
                        <a:pt x="1" y="1771"/>
                        <a:pt x="512" y="2281"/>
                        <a:pt x="1142" y="2281"/>
                      </a:cubicBezTo>
                      <a:cubicBezTo>
                        <a:pt x="1772" y="2281"/>
                        <a:pt x="2283" y="1772"/>
                        <a:pt x="2283" y="1141"/>
                      </a:cubicBezTo>
                      <a:cubicBezTo>
                        <a:pt x="2283" y="511"/>
                        <a:pt x="1772" y="0"/>
                        <a:pt x="114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5" name="Google Shape;1205;p31"/>
                <p:cNvSpPr/>
                <p:nvPr/>
              </p:nvSpPr>
              <p:spPr>
                <a:xfrm rot="157512">
                  <a:off x="9351770" y="4005108"/>
                  <a:ext cx="57047" cy="57072"/>
                </a:xfrm>
                <a:custGeom>
                  <a:rect b="b" l="l" r="r" t="t"/>
                  <a:pathLst>
                    <a:path extrusionOk="0" h="2283" w="2282">
                      <a:moveTo>
                        <a:pt x="1141" y="0"/>
                      </a:moveTo>
                      <a:cubicBezTo>
                        <a:pt x="511" y="0"/>
                        <a:pt x="0" y="511"/>
                        <a:pt x="0" y="1141"/>
                      </a:cubicBezTo>
                      <a:cubicBezTo>
                        <a:pt x="0" y="1772"/>
                        <a:pt x="511" y="2282"/>
                        <a:pt x="1141" y="2282"/>
                      </a:cubicBezTo>
                      <a:cubicBezTo>
                        <a:pt x="1771" y="2282"/>
                        <a:pt x="2281" y="1772"/>
                        <a:pt x="2281" y="1141"/>
                      </a:cubicBezTo>
                      <a:cubicBezTo>
                        <a:pt x="2281" y="511"/>
                        <a:pt x="1771" y="0"/>
                        <a:pt x="114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6" name="Google Shape;1206;p31"/>
                <p:cNvSpPr/>
                <p:nvPr/>
              </p:nvSpPr>
              <p:spPr>
                <a:xfrm rot="157512">
                  <a:off x="8403706" y="3847890"/>
                  <a:ext cx="57072" cy="57047"/>
                </a:xfrm>
                <a:custGeom>
                  <a:rect b="b" l="l" r="r" t="t"/>
                  <a:pathLst>
                    <a:path extrusionOk="0" h="2282" w="2283">
                      <a:moveTo>
                        <a:pt x="1141" y="1"/>
                      </a:moveTo>
                      <a:cubicBezTo>
                        <a:pt x="511" y="1"/>
                        <a:pt x="0" y="511"/>
                        <a:pt x="0" y="1141"/>
                      </a:cubicBezTo>
                      <a:cubicBezTo>
                        <a:pt x="0" y="1771"/>
                        <a:pt x="511" y="2282"/>
                        <a:pt x="1141" y="2282"/>
                      </a:cubicBezTo>
                      <a:cubicBezTo>
                        <a:pt x="1771" y="2282"/>
                        <a:pt x="2282" y="1771"/>
                        <a:pt x="2282" y="1141"/>
                      </a:cubicBezTo>
                      <a:cubicBezTo>
                        <a:pt x="2282" y="511"/>
                        <a:pt x="1771" y="1"/>
                        <a:pt x="114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7" name="Google Shape;1207;p31"/>
                <p:cNvSpPr/>
                <p:nvPr/>
              </p:nvSpPr>
              <p:spPr>
                <a:xfrm rot="157512">
                  <a:off x="8124633" y="5115580"/>
                  <a:ext cx="57047" cy="57047"/>
                </a:xfrm>
                <a:custGeom>
                  <a:rect b="b" l="l" r="r" t="t"/>
                  <a:pathLst>
                    <a:path extrusionOk="0" h="2282" w="2282">
                      <a:moveTo>
                        <a:pt x="1140" y="0"/>
                      </a:moveTo>
                      <a:cubicBezTo>
                        <a:pt x="511" y="0"/>
                        <a:pt x="0" y="511"/>
                        <a:pt x="0" y="1141"/>
                      </a:cubicBezTo>
                      <a:cubicBezTo>
                        <a:pt x="0" y="1771"/>
                        <a:pt x="510" y="2281"/>
                        <a:pt x="1140" y="2281"/>
                      </a:cubicBezTo>
                      <a:cubicBezTo>
                        <a:pt x="1771" y="2281"/>
                        <a:pt x="2281" y="1771"/>
                        <a:pt x="2281" y="1141"/>
                      </a:cubicBezTo>
                      <a:cubicBezTo>
                        <a:pt x="2281" y="511"/>
                        <a:pt x="1771" y="0"/>
                        <a:pt x="114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8" name="Google Shape;1208;p31"/>
                <p:cNvSpPr/>
                <p:nvPr/>
              </p:nvSpPr>
              <p:spPr>
                <a:xfrm rot="157512">
                  <a:off x="6574005" y="5703526"/>
                  <a:ext cx="57072" cy="57047"/>
                </a:xfrm>
                <a:custGeom>
                  <a:rect b="b" l="l" r="r" t="t"/>
                  <a:pathLst>
                    <a:path extrusionOk="0" h="2282" w="2283">
                      <a:moveTo>
                        <a:pt x="1141" y="1"/>
                      </a:moveTo>
                      <a:cubicBezTo>
                        <a:pt x="511" y="1"/>
                        <a:pt x="0" y="511"/>
                        <a:pt x="0" y="1141"/>
                      </a:cubicBezTo>
                      <a:cubicBezTo>
                        <a:pt x="0" y="1771"/>
                        <a:pt x="511" y="2282"/>
                        <a:pt x="1141" y="2282"/>
                      </a:cubicBezTo>
                      <a:cubicBezTo>
                        <a:pt x="1771" y="2282"/>
                        <a:pt x="2282" y="1771"/>
                        <a:pt x="2282" y="1141"/>
                      </a:cubicBezTo>
                      <a:cubicBezTo>
                        <a:pt x="2282" y="511"/>
                        <a:pt x="1771" y="1"/>
                        <a:pt x="114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9" name="Google Shape;1209;p31"/>
                <p:cNvSpPr/>
                <p:nvPr/>
              </p:nvSpPr>
              <p:spPr>
                <a:xfrm rot="157512">
                  <a:off x="5957267" y="6080755"/>
                  <a:ext cx="57072" cy="57047"/>
                </a:xfrm>
                <a:custGeom>
                  <a:rect b="b" l="l" r="r" t="t"/>
                  <a:pathLst>
                    <a:path extrusionOk="0" h="2282" w="2283">
                      <a:moveTo>
                        <a:pt x="1141" y="0"/>
                      </a:moveTo>
                      <a:cubicBezTo>
                        <a:pt x="511" y="0"/>
                        <a:pt x="0" y="510"/>
                        <a:pt x="0" y="1140"/>
                      </a:cubicBezTo>
                      <a:cubicBezTo>
                        <a:pt x="0" y="1770"/>
                        <a:pt x="511" y="2281"/>
                        <a:pt x="1141" y="2281"/>
                      </a:cubicBezTo>
                      <a:cubicBezTo>
                        <a:pt x="1771" y="2281"/>
                        <a:pt x="2282" y="1770"/>
                        <a:pt x="2282" y="1140"/>
                      </a:cubicBezTo>
                      <a:cubicBezTo>
                        <a:pt x="2282" y="510"/>
                        <a:pt x="1771" y="0"/>
                        <a:pt x="114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0" name="Google Shape;1210;p31"/>
                <p:cNvSpPr/>
                <p:nvPr/>
              </p:nvSpPr>
              <p:spPr>
                <a:xfrm rot="157512">
                  <a:off x="5929801" y="4996682"/>
                  <a:ext cx="57072" cy="57047"/>
                </a:xfrm>
                <a:custGeom>
                  <a:rect b="b" l="l" r="r" t="t"/>
                  <a:pathLst>
                    <a:path extrusionOk="0" h="2282" w="2283">
                      <a:moveTo>
                        <a:pt x="1142" y="0"/>
                      </a:moveTo>
                      <a:cubicBezTo>
                        <a:pt x="511" y="0"/>
                        <a:pt x="1" y="510"/>
                        <a:pt x="1" y="1140"/>
                      </a:cubicBezTo>
                      <a:cubicBezTo>
                        <a:pt x="1" y="1771"/>
                        <a:pt x="511" y="2281"/>
                        <a:pt x="1142" y="2281"/>
                      </a:cubicBezTo>
                      <a:cubicBezTo>
                        <a:pt x="1772" y="2281"/>
                        <a:pt x="2283" y="1771"/>
                        <a:pt x="2283" y="1140"/>
                      </a:cubicBezTo>
                      <a:cubicBezTo>
                        <a:pt x="2283" y="510"/>
                        <a:pt x="1772" y="0"/>
                        <a:pt x="114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1" name="Google Shape;1211;p31"/>
                <p:cNvSpPr/>
                <p:nvPr/>
              </p:nvSpPr>
              <p:spPr>
                <a:xfrm rot="157512">
                  <a:off x="9015730" y="3465389"/>
                  <a:ext cx="57047" cy="57072"/>
                </a:xfrm>
                <a:custGeom>
                  <a:rect b="b" l="l" r="r" t="t"/>
                  <a:pathLst>
                    <a:path extrusionOk="0" h="2283" w="2282">
                      <a:moveTo>
                        <a:pt x="1142" y="0"/>
                      </a:moveTo>
                      <a:cubicBezTo>
                        <a:pt x="512" y="0"/>
                        <a:pt x="1" y="511"/>
                        <a:pt x="1" y="1141"/>
                      </a:cubicBezTo>
                      <a:cubicBezTo>
                        <a:pt x="1" y="1771"/>
                        <a:pt x="512" y="2282"/>
                        <a:pt x="1142" y="2282"/>
                      </a:cubicBezTo>
                      <a:cubicBezTo>
                        <a:pt x="1771" y="2282"/>
                        <a:pt x="2282" y="1771"/>
                        <a:pt x="2282" y="1141"/>
                      </a:cubicBezTo>
                      <a:cubicBezTo>
                        <a:pt x="2282" y="511"/>
                        <a:pt x="1771" y="0"/>
                        <a:pt x="114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1212" name="Google Shape;1212;p31"/>
            <p:cNvSpPr/>
            <p:nvPr/>
          </p:nvSpPr>
          <p:spPr>
            <a:xfrm rot="157512">
              <a:off x="8799542" y="3225845"/>
              <a:ext cx="57022" cy="57072"/>
            </a:xfrm>
            <a:custGeom>
              <a:rect b="b" l="l" r="r" t="t"/>
              <a:pathLst>
                <a:path extrusionOk="0" h="2283" w="2281">
                  <a:moveTo>
                    <a:pt x="1141" y="1"/>
                  </a:moveTo>
                  <a:cubicBezTo>
                    <a:pt x="511" y="1"/>
                    <a:pt x="0" y="512"/>
                    <a:pt x="0" y="1142"/>
                  </a:cubicBezTo>
                  <a:cubicBezTo>
                    <a:pt x="0" y="1772"/>
                    <a:pt x="511" y="2283"/>
                    <a:pt x="1141" y="2283"/>
                  </a:cubicBezTo>
                  <a:cubicBezTo>
                    <a:pt x="1771" y="2283"/>
                    <a:pt x="2281" y="1772"/>
                    <a:pt x="2281" y="1142"/>
                  </a:cubicBezTo>
                  <a:cubicBezTo>
                    <a:pt x="2281" y="512"/>
                    <a:pt x="1771" y="1"/>
                    <a:pt x="114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3" name="Google Shape;1213;p31"/>
            <p:cNvSpPr/>
            <p:nvPr/>
          </p:nvSpPr>
          <p:spPr>
            <a:xfrm rot="157512">
              <a:off x="5710335" y="4761896"/>
              <a:ext cx="57072" cy="57072"/>
            </a:xfrm>
            <a:custGeom>
              <a:rect b="b" l="l" r="r" t="t"/>
              <a:pathLst>
                <a:path extrusionOk="0" h="2283" w="2283">
                  <a:moveTo>
                    <a:pt x="1141" y="1"/>
                  </a:moveTo>
                  <a:cubicBezTo>
                    <a:pt x="511" y="1"/>
                    <a:pt x="0" y="511"/>
                    <a:pt x="0" y="1142"/>
                  </a:cubicBezTo>
                  <a:cubicBezTo>
                    <a:pt x="0" y="1772"/>
                    <a:pt x="511" y="2283"/>
                    <a:pt x="1141" y="2283"/>
                  </a:cubicBezTo>
                  <a:cubicBezTo>
                    <a:pt x="1771" y="2283"/>
                    <a:pt x="2282" y="1772"/>
                    <a:pt x="2282" y="1142"/>
                  </a:cubicBezTo>
                  <a:cubicBezTo>
                    <a:pt x="2282" y="511"/>
                    <a:pt x="1771" y="1"/>
                    <a:pt x="114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4" name="Google Shape;1214;p31"/>
            <p:cNvSpPr/>
            <p:nvPr/>
          </p:nvSpPr>
          <p:spPr>
            <a:xfrm rot="157512">
              <a:off x="7885492" y="4168682"/>
              <a:ext cx="57047" cy="57047"/>
            </a:xfrm>
            <a:custGeom>
              <a:rect b="b" l="l" r="r" t="t"/>
              <a:pathLst>
                <a:path extrusionOk="0" h="2282" w="2282">
                  <a:moveTo>
                    <a:pt x="1141" y="0"/>
                  </a:moveTo>
                  <a:cubicBezTo>
                    <a:pt x="511" y="0"/>
                    <a:pt x="0" y="511"/>
                    <a:pt x="0" y="1141"/>
                  </a:cubicBezTo>
                  <a:cubicBezTo>
                    <a:pt x="0" y="1770"/>
                    <a:pt x="511" y="2281"/>
                    <a:pt x="1141" y="2281"/>
                  </a:cubicBezTo>
                  <a:cubicBezTo>
                    <a:pt x="1772" y="2281"/>
                    <a:pt x="2281" y="1770"/>
                    <a:pt x="2281" y="1141"/>
                  </a:cubicBezTo>
                  <a:cubicBezTo>
                    <a:pt x="2281" y="511"/>
                    <a:pt x="1772" y="0"/>
                    <a:pt x="114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15" name="Google Shape;1215;p31"/>
          <p:cNvGrpSpPr/>
          <p:nvPr/>
        </p:nvGrpSpPr>
        <p:grpSpPr>
          <a:xfrm>
            <a:off x="274225" y="2188525"/>
            <a:ext cx="76825" cy="76800"/>
            <a:chOff x="3104875" y="1099400"/>
            <a:chExt cx="76825" cy="76800"/>
          </a:xfrm>
        </p:grpSpPr>
        <p:sp>
          <p:nvSpPr>
            <p:cNvPr id="1216" name="Google Shape;1216;p31"/>
            <p:cNvSpPr/>
            <p:nvPr/>
          </p:nvSpPr>
          <p:spPr>
            <a:xfrm>
              <a:off x="3104875" y="1099400"/>
              <a:ext cx="76825" cy="76800"/>
            </a:xfrm>
            <a:custGeom>
              <a:rect b="b" l="l" r="r" t="t"/>
              <a:pathLst>
                <a:path extrusionOk="0" fill="none" h="3072" w="3073">
                  <a:moveTo>
                    <a:pt x="1" y="3072"/>
                  </a:moveTo>
                  <a:lnTo>
                    <a:pt x="3072" y="0"/>
                  </a:lnTo>
                </a:path>
              </a:pathLst>
            </a:custGeom>
            <a:noFill/>
            <a:ln cap="flat" cmpd="sng" w="23350">
              <a:solidFill>
                <a:schemeClr val="dk1"/>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7" name="Google Shape;1217;p31"/>
            <p:cNvSpPr/>
            <p:nvPr/>
          </p:nvSpPr>
          <p:spPr>
            <a:xfrm>
              <a:off x="3104875" y="1099400"/>
              <a:ext cx="76825" cy="76800"/>
            </a:xfrm>
            <a:custGeom>
              <a:rect b="b" l="l" r="r" t="t"/>
              <a:pathLst>
                <a:path extrusionOk="0" fill="none" h="3072" w="3073">
                  <a:moveTo>
                    <a:pt x="1" y="0"/>
                  </a:moveTo>
                  <a:lnTo>
                    <a:pt x="3072" y="3072"/>
                  </a:lnTo>
                </a:path>
              </a:pathLst>
            </a:custGeom>
            <a:noFill/>
            <a:ln cap="flat" cmpd="sng" w="23350">
              <a:solidFill>
                <a:schemeClr val="dk1"/>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18" name="Google Shape;1218;p31"/>
          <p:cNvGrpSpPr/>
          <p:nvPr/>
        </p:nvGrpSpPr>
        <p:grpSpPr>
          <a:xfrm>
            <a:off x="3783350" y="4781250"/>
            <a:ext cx="76825" cy="76800"/>
            <a:chOff x="3104875" y="1099400"/>
            <a:chExt cx="76825" cy="76800"/>
          </a:xfrm>
        </p:grpSpPr>
        <p:sp>
          <p:nvSpPr>
            <p:cNvPr id="1219" name="Google Shape;1219;p31"/>
            <p:cNvSpPr/>
            <p:nvPr/>
          </p:nvSpPr>
          <p:spPr>
            <a:xfrm>
              <a:off x="3104875" y="1099400"/>
              <a:ext cx="76825" cy="76800"/>
            </a:xfrm>
            <a:custGeom>
              <a:rect b="b" l="l" r="r" t="t"/>
              <a:pathLst>
                <a:path extrusionOk="0" fill="none" h="3072" w="3073">
                  <a:moveTo>
                    <a:pt x="1" y="3072"/>
                  </a:moveTo>
                  <a:lnTo>
                    <a:pt x="3072" y="0"/>
                  </a:lnTo>
                </a:path>
              </a:pathLst>
            </a:custGeom>
            <a:noFill/>
            <a:ln cap="flat" cmpd="sng" w="23350">
              <a:solidFill>
                <a:schemeClr val="dk1"/>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0" name="Google Shape;1220;p31"/>
            <p:cNvSpPr/>
            <p:nvPr/>
          </p:nvSpPr>
          <p:spPr>
            <a:xfrm>
              <a:off x="3104875" y="1099400"/>
              <a:ext cx="76825" cy="76800"/>
            </a:xfrm>
            <a:custGeom>
              <a:rect b="b" l="l" r="r" t="t"/>
              <a:pathLst>
                <a:path extrusionOk="0" fill="none" h="3072" w="3073">
                  <a:moveTo>
                    <a:pt x="1" y="0"/>
                  </a:moveTo>
                  <a:lnTo>
                    <a:pt x="3072" y="3072"/>
                  </a:lnTo>
                </a:path>
              </a:pathLst>
            </a:custGeom>
            <a:noFill/>
            <a:ln cap="flat" cmpd="sng" w="23350">
              <a:solidFill>
                <a:schemeClr val="dk1"/>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21" name="Google Shape;1221;p31"/>
          <p:cNvGrpSpPr/>
          <p:nvPr/>
        </p:nvGrpSpPr>
        <p:grpSpPr>
          <a:xfrm>
            <a:off x="7034175" y="263575"/>
            <a:ext cx="76825" cy="76800"/>
            <a:chOff x="3104875" y="1099400"/>
            <a:chExt cx="76825" cy="76800"/>
          </a:xfrm>
        </p:grpSpPr>
        <p:sp>
          <p:nvSpPr>
            <p:cNvPr id="1222" name="Google Shape;1222;p31"/>
            <p:cNvSpPr/>
            <p:nvPr/>
          </p:nvSpPr>
          <p:spPr>
            <a:xfrm>
              <a:off x="3104875" y="1099400"/>
              <a:ext cx="76825" cy="76800"/>
            </a:xfrm>
            <a:custGeom>
              <a:rect b="b" l="l" r="r" t="t"/>
              <a:pathLst>
                <a:path extrusionOk="0" fill="none" h="3072" w="3073">
                  <a:moveTo>
                    <a:pt x="1" y="3072"/>
                  </a:moveTo>
                  <a:lnTo>
                    <a:pt x="3072" y="0"/>
                  </a:lnTo>
                </a:path>
              </a:pathLst>
            </a:custGeom>
            <a:noFill/>
            <a:ln cap="flat" cmpd="sng" w="23350">
              <a:solidFill>
                <a:schemeClr val="dk1"/>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3" name="Google Shape;1223;p31"/>
            <p:cNvSpPr/>
            <p:nvPr/>
          </p:nvSpPr>
          <p:spPr>
            <a:xfrm>
              <a:off x="3104875" y="1099400"/>
              <a:ext cx="76825" cy="76800"/>
            </a:xfrm>
            <a:custGeom>
              <a:rect b="b" l="l" r="r" t="t"/>
              <a:pathLst>
                <a:path extrusionOk="0" fill="none" h="3072" w="3073">
                  <a:moveTo>
                    <a:pt x="1" y="0"/>
                  </a:moveTo>
                  <a:lnTo>
                    <a:pt x="3072" y="3072"/>
                  </a:lnTo>
                </a:path>
              </a:pathLst>
            </a:custGeom>
            <a:noFill/>
            <a:ln cap="flat" cmpd="sng" w="23350">
              <a:solidFill>
                <a:schemeClr val="dk1"/>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1224" name="Google Shape;1224;p31"/>
          <p:cNvPicPr preferRelativeResize="0"/>
          <p:nvPr/>
        </p:nvPicPr>
        <p:blipFill rotWithShape="1">
          <a:blip r:embed="rId2">
            <a:alphaModFix/>
          </a:blip>
          <a:srcRect b="4591" l="24331" r="23342" t="5721"/>
          <a:stretch/>
        </p:blipFill>
        <p:spPr>
          <a:xfrm rot="2268302">
            <a:off x="204037" y="2189887"/>
            <a:ext cx="1857374" cy="1790699"/>
          </a:xfrm>
          <a:prstGeom prst="rect">
            <a:avLst/>
          </a:prstGeom>
          <a:noFill/>
          <a:ln>
            <a:noFill/>
          </a:ln>
        </p:spPr>
      </p:pic>
      <p:pic>
        <p:nvPicPr>
          <p:cNvPr id="1225" name="Google Shape;1225;p31"/>
          <p:cNvPicPr preferRelativeResize="0"/>
          <p:nvPr/>
        </p:nvPicPr>
        <p:blipFill rotWithShape="1">
          <a:blip r:embed="rId3">
            <a:alphaModFix/>
          </a:blip>
          <a:srcRect b="8336" l="18647" r="8852" t="7960"/>
          <a:stretch/>
        </p:blipFill>
        <p:spPr>
          <a:xfrm rot="-1406513">
            <a:off x="899285" y="427425"/>
            <a:ext cx="1175233" cy="763227"/>
          </a:xfrm>
          <a:prstGeom prst="rect">
            <a:avLst/>
          </a:prstGeom>
          <a:noFill/>
          <a:ln>
            <a:noFill/>
          </a:ln>
        </p:spPr>
      </p:pic>
      <p:pic>
        <p:nvPicPr>
          <p:cNvPr id="1226" name="Google Shape;1226;p31"/>
          <p:cNvPicPr preferRelativeResize="0"/>
          <p:nvPr/>
        </p:nvPicPr>
        <p:blipFill rotWithShape="1">
          <a:blip r:embed="rId4">
            <a:alphaModFix/>
          </a:blip>
          <a:srcRect b="5838" l="25537" r="23467" t="7152"/>
          <a:stretch/>
        </p:blipFill>
        <p:spPr>
          <a:xfrm>
            <a:off x="6925599" y="755225"/>
            <a:ext cx="1920000" cy="1842726"/>
          </a:xfrm>
          <a:prstGeom prst="rect">
            <a:avLst/>
          </a:prstGeom>
          <a:noFill/>
          <a:ln>
            <a:noFill/>
          </a:ln>
        </p:spPr>
      </p:pic>
      <p:pic>
        <p:nvPicPr>
          <p:cNvPr id="1227" name="Google Shape;1227;p31"/>
          <p:cNvPicPr preferRelativeResize="0"/>
          <p:nvPr/>
        </p:nvPicPr>
        <p:blipFill rotWithShape="1">
          <a:blip r:embed="rId5">
            <a:alphaModFix/>
          </a:blip>
          <a:srcRect b="0" l="15236" r="10474" t="0"/>
          <a:stretch/>
        </p:blipFill>
        <p:spPr>
          <a:xfrm rot="1220421">
            <a:off x="6684874" y="2035009"/>
            <a:ext cx="1552575" cy="1390851"/>
          </a:xfrm>
          <a:prstGeom prst="rect">
            <a:avLst/>
          </a:prstGeom>
          <a:noFill/>
          <a:ln>
            <a:noFill/>
          </a:ln>
        </p:spPr>
      </p:pic>
      <p:pic>
        <p:nvPicPr>
          <p:cNvPr id="1228" name="Google Shape;1228;p31"/>
          <p:cNvPicPr preferRelativeResize="0"/>
          <p:nvPr/>
        </p:nvPicPr>
        <p:blipFill rotWithShape="1">
          <a:blip r:embed="rId6">
            <a:alphaModFix/>
          </a:blip>
          <a:srcRect b="0" l="22009" r="18455" t="0"/>
          <a:stretch/>
        </p:blipFill>
        <p:spPr>
          <a:xfrm rot="-1592621">
            <a:off x="1473480" y="2658333"/>
            <a:ext cx="903663" cy="853812"/>
          </a:xfrm>
          <a:prstGeom prst="rect">
            <a:avLst/>
          </a:prstGeom>
          <a:noFill/>
          <a:ln>
            <a:noFill/>
          </a:ln>
        </p:spPr>
      </p:pic>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lide" type="blank">
  <p:cSld name="BLANK">
    <p:spTree>
      <p:nvGrpSpPr>
        <p:cNvPr id="1232" name="Shape 1232"/>
        <p:cNvGrpSpPr/>
        <p:nvPr/>
      </p:nvGrpSpPr>
      <p:grpSpPr>
        <a:xfrm>
          <a:off x="0" y="0"/>
          <a:ext cx="0" cy="0"/>
          <a:chOff x="0" y="0"/>
          <a:chExt cx="0" cy="0"/>
        </a:xfrm>
      </p:grpSpPr>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CUSTOM">
    <p:spTree>
      <p:nvGrpSpPr>
        <p:cNvPr id="1233" name="Shape 1233"/>
        <p:cNvGrpSpPr/>
        <p:nvPr/>
      </p:nvGrpSpPr>
      <p:grpSpPr>
        <a:xfrm>
          <a:off x="0" y="0"/>
          <a:ext cx="0" cy="0"/>
          <a:chOff x="0" y="0"/>
          <a:chExt cx="0" cy="0"/>
        </a:xfrm>
      </p:grpSpPr>
      <p:sp>
        <p:nvSpPr>
          <p:cNvPr id="1234" name="Google Shape;1234;p34"/>
          <p:cNvSpPr txBox="1"/>
          <p:nvPr>
            <p:ph type="title"/>
          </p:nvPr>
        </p:nvSpPr>
        <p:spPr>
          <a:xfrm>
            <a:off x="716775" y="510900"/>
            <a:ext cx="7710600" cy="482400"/>
          </a:xfrm>
          <a:prstGeom prst="rect">
            <a:avLst/>
          </a:prstGeom>
        </p:spPr>
        <p:txBody>
          <a:bodyPr anchorCtr="0" anchor="t" bIns="91425" lIns="91425" spcFirstLastPara="1" rIns="91425" wrap="square" tIns="91425">
            <a:noAutofit/>
          </a:bodyPr>
          <a:lstStyle>
            <a:lvl1pPr lvl="0" rtl="0">
              <a:spcBef>
                <a:spcPts val="0"/>
              </a:spcBef>
              <a:spcAft>
                <a:spcPts val="0"/>
              </a:spcAft>
              <a:buSzPts val="2400"/>
              <a:buNone/>
              <a:defRPr>
                <a:solidFill>
                  <a:schemeClr val="lt1"/>
                </a:solidFill>
              </a:defRPr>
            </a:lvl1pPr>
            <a:lvl2pPr lvl="1" rtl="0">
              <a:spcBef>
                <a:spcPts val="0"/>
              </a:spcBef>
              <a:spcAft>
                <a:spcPts val="0"/>
              </a:spcAft>
              <a:buSzPts val="2400"/>
              <a:buNone/>
              <a:defRPr/>
            </a:lvl2pPr>
            <a:lvl3pPr lvl="2" rtl="0">
              <a:spcBef>
                <a:spcPts val="0"/>
              </a:spcBef>
              <a:spcAft>
                <a:spcPts val="0"/>
              </a:spcAft>
              <a:buSzPts val="2400"/>
              <a:buNone/>
              <a:defRPr/>
            </a:lvl3pPr>
            <a:lvl4pPr lvl="3" rtl="0">
              <a:spcBef>
                <a:spcPts val="0"/>
              </a:spcBef>
              <a:spcAft>
                <a:spcPts val="0"/>
              </a:spcAft>
              <a:buSzPts val="2400"/>
              <a:buNone/>
              <a:defRPr/>
            </a:lvl4pPr>
            <a:lvl5pPr lvl="4" rtl="0">
              <a:spcBef>
                <a:spcPts val="0"/>
              </a:spcBef>
              <a:spcAft>
                <a:spcPts val="0"/>
              </a:spcAft>
              <a:buSzPts val="2400"/>
              <a:buNone/>
              <a:defRPr/>
            </a:lvl5pPr>
            <a:lvl6pPr lvl="5" rtl="0">
              <a:spcBef>
                <a:spcPts val="0"/>
              </a:spcBef>
              <a:spcAft>
                <a:spcPts val="0"/>
              </a:spcAft>
              <a:buSzPts val="2400"/>
              <a:buNone/>
              <a:defRPr/>
            </a:lvl6pPr>
            <a:lvl7pPr lvl="6" rtl="0">
              <a:spcBef>
                <a:spcPts val="0"/>
              </a:spcBef>
              <a:spcAft>
                <a:spcPts val="0"/>
              </a:spcAft>
              <a:buSzPts val="2400"/>
              <a:buNone/>
              <a:defRPr/>
            </a:lvl7pPr>
            <a:lvl8pPr lvl="7" rtl="0">
              <a:spcBef>
                <a:spcPts val="0"/>
              </a:spcBef>
              <a:spcAft>
                <a:spcPts val="0"/>
              </a:spcAft>
              <a:buSzPts val="2400"/>
              <a:buNone/>
              <a:defRPr/>
            </a:lvl8pPr>
            <a:lvl9pPr lvl="8" rtl="0">
              <a:spcBef>
                <a:spcPts val="0"/>
              </a:spcBef>
              <a:spcAft>
                <a:spcPts val="0"/>
              </a:spcAft>
              <a:buSzPts val="2400"/>
              <a:buNone/>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5" Type="http://schemas.openxmlformats.org/officeDocument/2006/relationships/slideLayout" Target="../slideLayouts/slideLayout5.xml"/><Relationship Id="rId6" Type="http://schemas.openxmlformats.org/officeDocument/2006/relationships/slideLayout" Target="../slideLayouts/slideLayout6.xml"/><Relationship Id="rId29" Type="http://schemas.openxmlformats.org/officeDocument/2006/relationships/slideLayout" Target="../slideLayouts/slideLayout29.xml"/><Relationship Id="rId7" Type="http://schemas.openxmlformats.org/officeDocument/2006/relationships/slideLayout" Target="../slideLayouts/slideLayout7.xml"/><Relationship Id="rId8" Type="http://schemas.openxmlformats.org/officeDocument/2006/relationships/slideLayout" Target="../slideLayouts/slideLayout8.xml"/><Relationship Id="rId31" Type="http://schemas.openxmlformats.org/officeDocument/2006/relationships/theme" Target="../theme/theme2.xml"/><Relationship Id="rId30" Type="http://schemas.openxmlformats.org/officeDocument/2006/relationships/slideLayout" Target="../slideLayouts/slideLayout30.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slideLayout" Target="../slideLayouts/slideLayout3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713225" y="539500"/>
            <a:ext cx="7717500" cy="5727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Clr>
                <a:schemeClr val="dk1"/>
              </a:buClr>
              <a:buSzPts val="3200"/>
              <a:buFont typeface="Montserrat Black"/>
              <a:buNone/>
              <a:defRPr sz="3200">
                <a:solidFill>
                  <a:schemeClr val="dk1"/>
                </a:solidFill>
                <a:latin typeface="Montserrat Black"/>
                <a:ea typeface="Montserrat Black"/>
                <a:cs typeface="Montserrat Black"/>
                <a:sym typeface="Montserrat Black"/>
              </a:defRPr>
            </a:lvl1pPr>
            <a:lvl2pPr lvl="1" rtl="0">
              <a:spcBef>
                <a:spcPts val="0"/>
              </a:spcBef>
              <a:spcAft>
                <a:spcPts val="0"/>
              </a:spcAft>
              <a:buClr>
                <a:schemeClr val="dk1"/>
              </a:buClr>
              <a:buSzPts val="3200"/>
              <a:buFont typeface="Bebas Neue"/>
              <a:buNone/>
              <a:defRPr sz="3200">
                <a:solidFill>
                  <a:schemeClr val="dk1"/>
                </a:solidFill>
                <a:latin typeface="Bebas Neue"/>
                <a:ea typeface="Bebas Neue"/>
                <a:cs typeface="Bebas Neue"/>
                <a:sym typeface="Bebas Neue"/>
              </a:defRPr>
            </a:lvl2pPr>
            <a:lvl3pPr lvl="2" rtl="0">
              <a:spcBef>
                <a:spcPts val="0"/>
              </a:spcBef>
              <a:spcAft>
                <a:spcPts val="0"/>
              </a:spcAft>
              <a:buClr>
                <a:schemeClr val="dk1"/>
              </a:buClr>
              <a:buSzPts val="3200"/>
              <a:buFont typeface="Bebas Neue"/>
              <a:buNone/>
              <a:defRPr sz="3200">
                <a:solidFill>
                  <a:schemeClr val="dk1"/>
                </a:solidFill>
                <a:latin typeface="Bebas Neue"/>
                <a:ea typeface="Bebas Neue"/>
                <a:cs typeface="Bebas Neue"/>
                <a:sym typeface="Bebas Neue"/>
              </a:defRPr>
            </a:lvl3pPr>
            <a:lvl4pPr lvl="3" rtl="0">
              <a:spcBef>
                <a:spcPts val="0"/>
              </a:spcBef>
              <a:spcAft>
                <a:spcPts val="0"/>
              </a:spcAft>
              <a:buClr>
                <a:schemeClr val="dk1"/>
              </a:buClr>
              <a:buSzPts val="3200"/>
              <a:buFont typeface="Bebas Neue"/>
              <a:buNone/>
              <a:defRPr sz="3200">
                <a:solidFill>
                  <a:schemeClr val="dk1"/>
                </a:solidFill>
                <a:latin typeface="Bebas Neue"/>
                <a:ea typeface="Bebas Neue"/>
                <a:cs typeface="Bebas Neue"/>
                <a:sym typeface="Bebas Neue"/>
              </a:defRPr>
            </a:lvl4pPr>
            <a:lvl5pPr lvl="4" rtl="0">
              <a:spcBef>
                <a:spcPts val="0"/>
              </a:spcBef>
              <a:spcAft>
                <a:spcPts val="0"/>
              </a:spcAft>
              <a:buClr>
                <a:schemeClr val="dk1"/>
              </a:buClr>
              <a:buSzPts val="3200"/>
              <a:buFont typeface="Bebas Neue"/>
              <a:buNone/>
              <a:defRPr sz="3200">
                <a:solidFill>
                  <a:schemeClr val="dk1"/>
                </a:solidFill>
                <a:latin typeface="Bebas Neue"/>
                <a:ea typeface="Bebas Neue"/>
                <a:cs typeface="Bebas Neue"/>
                <a:sym typeface="Bebas Neue"/>
              </a:defRPr>
            </a:lvl5pPr>
            <a:lvl6pPr lvl="5" rtl="0">
              <a:spcBef>
                <a:spcPts val="0"/>
              </a:spcBef>
              <a:spcAft>
                <a:spcPts val="0"/>
              </a:spcAft>
              <a:buClr>
                <a:schemeClr val="dk1"/>
              </a:buClr>
              <a:buSzPts val="3200"/>
              <a:buFont typeface="Bebas Neue"/>
              <a:buNone/>
              <a:defRPr sz="3200">
                <a:solidFill>
                  <a:schemeClr val="dk1"/>
                </a:solidFill>
                <a:latin typeface="Bebas Neue"/>
                <a:ea typeface="Bebas Neue"/>
                <a:cs typeface="Bebas Neue"/>
                <a:sym typeface="Bebas Neue"/>
              </a:defRPr>
            </a:lvl6pPr>
            <a:lvl7pPr lvl="6" rtl="0">
              <a:spcBef>
                <a:spcPts val="0"/>
              </a:spcBef>
              <a:spcAft>
                <a:spcPts val="0"/>
              </a:spcAft>
              <a:buClr>
                <a:schemeClr val="dk1"/>
              </a:buClr>
              <a:buSzPts val="3200"/>
              <a:buFont typeface="Bebas Neue"/>
              <a:buNone/>
              <a:defRPr sz="3200">
                <a:solidFill>
                  <a:schemeClr val="dk1"/>
                </a:solidFill>
                <a:latin typeface="Bebas Neue"/>
                <a:ea typeface="Bebas Neue"/>
                <a:cs typeface="Bebas Neue"/>
                <a:sym typeface="Bebas Neue"/>
              </a:defRPr>
            </a:lvl7pPr>
            <a:lvl8pPr lvl="7" rtl="0">
              <a:spcBef>
                <a:spcPts val="0"/>
              </a:spcBef>
              <a:spcAft>
                <a:spcPts val="0"/>
              </a:spcAft>
              <a:buClr>
                <a:schemeClr val="dk1"/>
              </a:buClr>
              <a:buSzPts val="3200"/>
              <a:buFont typeface="Bebas Neue"/>
              <a:buNone/>
              <a:defRPr sz="3200">
                <a:solidFill>
                  <a:schemeClr val="dk1"/>
                </a:solidFill>
                <a:latin typeface="Bebas Neue"/>
                <a:ea typeface="Bebas Neue"/>
                <a:cs typeface="Bebas Neue"/>
                <a:sym typeface="Bebas Neue"/>
              </a:defRPr>
            </a:lvl8pPr>
            <a:lvl9pPr lvl="8" rtl="0">
              <a:spcBef>
                <a:spcPts val="0"/>
              </a:spcBef>
              <a:spcAft>
                <a:spcPts val="0"/>
              </a:spcAft>
              <a:buClr>
                <a:schemeClr val="dk1"/>
              </a:buClr>
              <a:buSzPts val="3200"/>
              <a:buFont typeface="Bebas Neue"/>
              <a:buNone/>
              <a:defRPr sz="3200">
                <a:solidFill>
                  <a:schemeClr val="dk1"/>
                </a:solidFill>
                <a:latin typeface="Bebas Neue"/>
                <a:ea typeface="Bebas Neue"/>
                <a:cs typeface="Bebas Neue"/>
                <a:sym typeface="Bebas Neue"/>
              </a:defRPr>
            </a:lvl9pPr>
          </a:lstStyle>
          <a:p/>
        </p:txBody>
      </p:sp>
      <p:sp>
        <p:nvSpPr>
          <p:cNvPr id="7" name="Google Shape;7;p1"/>
          <p:cNvSpPr txBox="1"/>
          <p:nvPr>
            <p:ph idx="1" type="body"/>
          </p:nvPr>
        </p:nvSpPr>
        <p:spPr>
          <a:xfrm>
            <a:off x="713225" y="1152475"/>
            <a:ext cx="7717500" cy="3416400"/>
          </a:xfrm>
          <a:prstGeom prst="rect">
            <a:avLst/>
          </a:prstGeom>
          <a:noFill/>
          <a:ln>
            <a:noFill/>
          </a:ln>
        </p:spPr>
        <p:txBody>
          <a:bodyPr anchorCtr="0" anchor="t" bIns="91425" lIns="91425" spcFirstLastPara="1" rIns="91425" wrap="square" tIns="91425">
            <a:noAutofit/>
          </a:bodyPr>
          <a:lstStyle>
            <a:lvl1pPr indent="-317500" lvl="0" marL="457200">
              <a:lnSpc>
                <a:spcPct val="100000"/>
              </a:lnSpc>
              <a:spcBef>
                <a:spcPts val="0"/>
              </a:spcBef>
              <a:spcAft>
                <a:spcPts val="0"/>
              </a:spcAft>
              <a:buClr>
                <a:schemeClr val="dk2"/>
              </a:buClr>
              <a:buSzPts val="1400"/>
              <a:buFont typeface="Montserrat"/>
              <a:buChar char="◆"/>
              <a:defRPr>
                <a:solidFill>
                  <a:schemeClr val="dk1"/>
                </a:solidFill>
                <a:latin typeface="Montserrat"/>
                <a:ea typeface="Montserrat"/>
                <a:cs typeface="Montserrat"/>
                <a:sym typeface="Montserrat"/>
              </a:defRPr>
            </a:lvl1pPr>
            <a:lvl2pPr indent="-317500" lvl="1" marL="914400">
              <a:lnSpc>
                <a:spcPct val="100000"/>
              </a:lnSpc>
              <a:spcBef>
                <a:spcPts val="0"/>
              </a:spcBef>
              <a:spcAft>
                <a:spcPts val="0"/>
              </a:spcAft>
              <a:buClr>
                <a:schemeClr val="dk1"/>
              </a:buClr>
              <a:buSzPts val="1400"/>
              <a:buFont typeface="Montserrat"/>
              <a:buChar char="○"/>
              <a:defRPr>
                <a:solidFill>
                  <a:schemeClr val="dk1"/>
                </a:solidFill>
                <a:latin typeface="Montserrat"/>
                <a:ea typeface="Montserrat"/>
                <a:cs typeface="Montserrat"/>
                <a:sym typeface="Montserrat"/>
              </a:defRPr>
            </a:lvl2pPr>
            <a:lvl3pPr indent="-317500" lvl="2" marL="1371600">
              <a:lnSpc>
                <a:spcPct val="100000"/>
              </a:lnSpc>
              <a:spcBef>
                <a:spcPts val="0"/>
              </a:spcBef>
              <a:spcAft>
                <a:spcPts val="0"/>
              </a:spcAft>
              <a:buClr>
                <a:schemeClr val="dk1"/>
              </a:buClr>
              <a:buSzPts val="1400"/>
              <a:buFont typeface="Montserrat"/>
              <a:buChar char="■"/>
              <a:defRPr>
                <a:solidFill>
                  <a:schemeClr val="dk1"/>
                </a:solidFill>
                <a:latin typeface="Montserrat"/>
                <a:ea typeface="Montserrat"/>
                <a:cs typeface="Montserrat"/>
                <a:sym typeface="Montserrat"/>
              </a:defRPr>
            </a:lvl3pPr>
            <a:lvl4pPr indent="-317500" lvl="3" marL="1828800">
              <a:lnSpc>
                <a:spcPct val="100000"/>
              </a:lnSpc>
              <a:spcBef>
                <a:spcPts val="0"/>
              </a:spcBef>
              <a:spcAft>
                <a:spcPts val="0"/>
              </a:spcAft>
              <a:buClr>
                <a:schemeClr val="dk1"/>
              </a:buClr>
              <a:buSzPts val="1400"/>
              <a:buFont typeface="Montserrat"/>
              <a:buChar char="●"/>
              <a:defRPr>
                <a:solidFill>
                  <a:schemeClr val="dk1"/>
                </a:solidFill>
                <a:latin typeface="Montserrat"/>
                <a:ea typeface="Montserrat"/>
                <a:cs typeface="Montserrat"/>
                <a:sym typeface="Montserrat"/>
              </a:defRPr>
            </a:lvl4pPr>
            <a:lvl5pPr indent="-317500" lvl="4" marL="2286000">
              <a:lnSpc>
                <a:spcPct val="100000"/>
              </a:lnSpc>
              <a:spcBef>
                <a:spcPts val="0"/>
              </a:spcBef>
              <a:spcAft>
                <a:spcPts val="0"/>
              </a:spcAft>
              <a:buClr>
                <a:schemeClr val="dk1"/>
              </a:buClr>
              <a:buSzPts val="1400"/>
              <a:buFont typeface="Montserrat"/>
              <a:buChar char="○"/>
              <a:defRPr>
                <a:solidFill>
                  <a:schemeClr val="dk1"/>
                </a:solidFill>
                <a:latin typeface="Montserrat"/>
                <a:ea typeface="Montserrat"/>
                <a:cs typeface="Montserrat"/>
                <a:sym typeface="Montserrat"/>
              </a:defRPr>
            </a:lvl5pPr>
            <a:lvl6pPr indent="-317500" lvl="5" marL="2743200">
              <a:lnSpc>
                <a:spcPct val="100000"/>
              </a:lnSpc>
              <a:spcBef>
                <a:spcPts val="0"/>
              </a:spcBef>
              <a:spcAft>
                <a:spcPts val="0"/>
              </a:spcAft>
              <a:buClr>
                <a:schemeClr val="dk1"/>
              </a:buClr>
              <a:buSzPts val="1400"/>
              <a:buFont typeface="Montserrat"/>
              <a:buChar char="■"/>
              <a:defRPr>
                <a:solidFill>
                  <a:schemeClr val="dk1"/>
                </a:solidFill>
                <a:latin typeface="Montserrat"/>
                <a:ea typeface="Montserrat"/>
                <a:cs typeface="Montserrat"/>
                <a:sym typeface="Montserrat"/>
              </a:defRPr>
            </a:lvl6pPr>
            <a:lvl7pPr indent="-317500" lvl="6" marL="3200400">
              <a:lnSpc>
                <a:spcPct val="100000"/>
              </a:lnSpc>
              <a:spcBef>
                <a:spcPts val="0"/>
              </a:spcBef>
              <a:spcAft>
                <a:spcPts val="0"/>
              </a:spcAft>
              <a:buClr>
                <a:schemeClr val="dk1"/>
              </a:buClr>
              <a:buSzPts val="1400"/>
              <a:buFont typeface="Montserrat"/>
              <a:buChar char="●"/>
              <a:defRPr>
                <a:solidFill>
                  <a:schemeClr val="dk1"/>
                </a:solidFill>
                <a:latin typeface="Montserrat"/>
                <a:ea typeface="Montserrat"/>
                <a:cs typeface="Montserrat"/>
                <a:sym typeface="Montserrat"/>
              </a:defRPr>
            </a:lvl7pPr>
            <a:lvl8pPr indent="-317500" lvl="7" marL="3657600">
              <a:lnSpc>
                <a:spcPct val="100000"/>
              </a:lnSpc>
              <a:spcBef>
                <a:spcPts val="0"/>
              </a:spcBef>
              <a:spcAft>
                <a:spcPts val="0"/>
              </a:spcAft>
              <a:buClr>
                <a:schemeClr val="dk1"/>
              </a:buClr>
              <a:buSzPts val="1400"/>
              <a:buFont typeface="Montserrat"/>
              <a:buChar char="○"/>
              <a:defRPr>
                <a:solidFill>
                  <a:schemeClr val="dk1"/>
                </a:solidFill>
                <a:latin typeface="Montserrat"/>
                <a:ea typeface="Montserrat"/>
                <a:cs typeface="Montserrat"/>
                <a:sym typeface="Montserrat"/>
              </a:defRPr>
            </a:lvl8pPr>
            <a:lvl9pPr indent="-317500" lvl="8" marL="4114800">
              <a:lnSpc>
                <a:spcPct val="100000"/>
              </a:lnSpc>
              <a:spcBef>
                <a:spcPts val="0"/>
              </a:spcBef>
              <a:spcAft>
                <a:spcPts val="0"/>
              </a:spcAft>
              <a:buClr>
                <a:schemeClr val="dk1"/>
              </a:buClr>
              <a:buSzPts val="1400"/>
              <a:buFont typeface="Montserrat"/>
              <a:buChar char="■"/>
              <a:defRPr>
                <a:solidFill>
                  <a:schemeClr val="dk1"/>
                </a:solidFill>
                <a:latin typeface="Montserrat"/>
                <a:ea typeface="Montserrat"/>
                <a:cs typeface="Montserrat"/>
                <a:sym typeface="Montserrat"/>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rgbClr val="0E2A47"/>
        </a:solidFill>
      </p:bgPr>
    </p:bg>
    <p:spTree>
      <p:nvGrpSpPr>
        <p:cNvPr id="1229" name="Shape 1229"/>
        <p:cNvGrpSpPr/>
        <p:nvPr/>
      </p:nvGrpSpPr>
      <p:grpSpPr>
        <a:xfrm>
          <a:off x="0" y="0"/>
          <a:ext cx="0" cy="0"/>
          <a:chOff x="0" y="0"/>
          <a:chExt cx="0" cy="0"/>
        </a:xfrm>
      </p:grpSpPr>
      <p:sp>
        <p:nvSpPr>
          <p:cNvPr id="1230" name="Google Shape;1230;p32"/>
          <p:cNvSpPr txBox="1"/>
          <p:nvPr>
            <p:ph type="title"/>
          </p:nvPr>
        </p:nvSpPr>
        <p:spPr>
          <a:xfrm>
            <a:off x="1068100" y="933450"/>
            <a:ext cx="7047300" cy="482400"/>
          </a:xfrm>
          <a:prstGeom prst="rect">
            <a:avLst/>
          </a:prstGeom>
          <a:noFill/>
          <a:ln>
            <a:noFill/>
          </a:ln>
        </p:spPr>
        <p:txBody>
          <a:bodyPr anchorCtr="0" anchor="t" bIns="91425" lIns="91425" spcFirstLastPara="1" rIns="91425" wrap="square" tIns="91425">
            <a:noAutofit/>
          </a:bodyPr>
          <a:lstStyle>
            <a:lvl1pPr lvl="0" rtl="0" algn="ctr">
              <a:spcBef>
                <a:spcPts val="0"/>
              </a:spcBef>
              <a:spcAft>
                <a:spcPts val="0"/>
              </a:spcAft>
              <a:buClr>
                <a:srgbClr val="FFFFFF"/>
              </a:buClr>
              <a:buSzPts val="2400"/>
              <a:buNone/>
              <a:defRPr sz="2400">
                <a:solidFill>
                  <a:srgbClr val="FFFFFF"/>
                </a:solidFill>
              </a:defRPr>
            </a:lvl1pPr>
            <a:lvl2pPr lvl="1" rtl="0" algn="ctr">
              <a:spcBef>
                <a:spcPts val="0"/>
              </a:spcBef>
              <a:spcAft>
                <a:spcPts val="0"/>
              </a:spcAft>
              <a:buClr>
                <a:srgbClr val="FFFFFF"/>
              </a:buClr>
              <a:buSzPts val="2400"/>
              <a:buNone/>
              <a:defRPr sz="2400">
                <a:solidFill>
                  <a:srgbClr val="FFFFFF"/>
                </a:solidFill>
              </a:defRPr>
            </a:lvl2pPr>
            <a:lvl3pPr lvl="2" rtl="0" algn="ctr">
              <a:spcBef>
                <a:spcPts val="0"/>
              </a:spcBef>
              <a:spcAft>
                <a:spcPts val="0"/>
              </a:spcAft>
              <a:buClr>
                <a:srgbClr val="FFFFFF"/>
              </a:buClr>
              <a:buSzPts val="2400"/>
              <a:buNone/>
              <a:defRPr sz="2400">
                <a:solidFill>
                  <a:srgbClr val="FFFFFF"/>
                </a:solidFill>
              </a:defRPr>
            </a:lvl3pPr>
            <a:lvl4pPr lvl="3" rtl="0" algn="ctr">
              <a:spcBef>
                <a:spcPts val="0"/>
              </a:spcBef>
              <a:spcAft>
                <a:spcPts val="0"/>
              </a:spcAft>
              <a:buClr>
                <a:srgbClr val="FFFFFF"/>
              </a:buClr>
              <a:buSzPts val="2400"/>
              <a:buNone/>
              <a:defRPr sz="2400">
                <a:solidFill>
                  <a:srgbClr val="FFFFFF"/>
                </a:solidFill>
              </a:defRPr>
            </a:lvl4pPr>
            <a:lvl5pPr lvl="4" rtl="0" algn="ctr">
              <a:spcBef>
                <a:spcPts val="0"/>
              </a:spcBef>
              <a:spcAft>
                <a:spcPts val="0"/>
              </a:spcAft>
              <a:buClr>
                <a:srgbClr val="FFFFFF"/>
              </a:buClr>
              <a:buSzPts val="2400"/>
              <a:buNone/>
              <a:defRPr sz="2400">
                <a:solidFill>
                  <a:srgbClr val="FFFFFF"/>
                </a:solidFill>
              </a:defRPr>
            </a:lvl5pPr>
            <a:lvl6pPr lvl="5" rtl="0" algn="ctr">
              <a:spcBef>
                <a:spcPts val="0"/>
              </a:spcBef>
              <a:spcAft>
                <a:spcPts val="0"/>
              </a:spcAft>
              <a:buClr>
                <a:srgbClr val="FFFFFF"/>
              </a:buClr>
              <a:buSzPts val="2400"/>
              <a:buNone/>
              <a:defRPr sz="2400">
                <a:solidFill>
                  <a:srgbClr val="FFFFFF"/>
                </a:solidFill>
              </a:defRPr>
            </a:lvl6pPr>
            <a:lvl7pPr lvl="6" rtl="0" algn="ctr">
              <a:spcBef>
                <a:spcPts val="0"/>
              </a:spcBef>
              <a:spcAft>
                <a:spcPts val="0"/>
              </a:spcAft>
              <a:buClr>
                <a:srgbClr val="FFFFFF"/>
              </a:buClr>
              <a:buSzPts val="2400"/>
              <a:buNone/>
              <a:defRPr sz="2400">
                <a:solidFill>
                  <a:srgbClr val="FFFFFF"/>
                </a:solidFill>
              </a:defRPr>
            </a:lvl7pPr>
            <a:lvl8pPr lvl="7" rtl="0" algn="ctr">
              <a:spcBef>
                <a:spcPts val="0"/>
              </a:spcBef>
              <a:spcAft>
                <a:spcPts val="0"/>
              </a:spcAft>
              <a:buClr>
                <a:srgbClr val="FFFFFF"/>
              </a:buClr>
              <a:buSzPts val="2400"/>
              <a:buNone/>
              <a:defRPr sz="2400">
                <a:solidFill>
                  <a:srgbClr val="FFFFFF"/>
                </a:solidFill>
              </a:defRPr>
            </a:lvl8pPr>
            <a:lvl9pPr lvl="8" rtl="0" algn="ctr">
              <a:spcBef>
                <a:spcPts val="0"/>
              </a:spcBef>
              <a:spcAft>
                <a:spcPts val="0"/>
              </a:spcAft>
              <a:buClr>
                <a:srgbClr val="FFFFFF"/>
              </a:buClr>
              <a:buSzPts val="2400"/>
              <a:buNone/>
              <a:defRPr sz="2400">
                <a:solidFill>
                  <a:srgbClr val="FFFFFF"/>
                </a:solidFill>
              </a:defRPr>
            </a:lvl9pPr>
          </a:lstStyle>
          <a:p/>
        </p:txBody>
      </p:sp>
      <p:sp>
        <p:nvSpPr>
          <p:cNvPr id="1231" name="Google Shape;1231;p32"/>
          <p:cNvSpPr txBox="1"/>
          <p:nvPr>
            <p:ph idx="1" type="body"/>
          </p:nvPr>
        </p:nvSpPr>
        <p:spPr>
          <a:xfrm>
            <a:off x="1068100" y="1695450"/>
            <a:ext cx="7047300" cy="2502000"/>
          </a:xfrm>
          <a:prstGeom prst="rect">
            <a:avLst/>
          </a:prstGeom>
          <a:noFill/>
          <a:ln>
            <a:noFill/>
          </a:ln>
        </p:spPr>
        <p:txBody>
          <a:bodyPr anchorCtr="0" anchor="t" bIns="91425" lIns="91425" spcFirstLastPara="1" rIns="91425" wrap="square" tIns="91425">
            <a:noAutofit/>
          </a:bodyPr>
          <a:lstStyle>
            <a:lvl1pPr indent="-298450" lvl="0" marL="45720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1pPr>
            <a:lvl2pPr indent="-298450" lvl="1" marL="91440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2pPr>
            <a:lvl3pPr indent="-298450" lvl="2" marL="137160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3pPr>
            <a:lvl4pPr indent="-298450" lvl="3" marL="182880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4pPr>
            <a:lvl5pPr indent="-298450" lvl="4" marL="228600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5pPr>
            <a:lvl6pPr indent="-298450" lvl="5" marL="274320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6pPr>
            <a:lvl7pPr indent="-298450" lvl="6" marL="320040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7pPr>
            <a:lvl8pPr indent="-298450" lvl="7" marL="365760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8pPr>
            <a:lvl9pPr indent="-298450" lvl="8" marL="411480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9pPr>
          </a:lstStyle>
          <a:p/>
        </p:txBody>
      </p:sp>
    </p:spTree>
  </p:cSld>
  <p:clrMap accent1="accent1" accent2="accent2" accent3="accent3" accent4="accent4" accent5="accent5" accent6="accent6" bg1="lt1" bg2="dk2" tx1="dk1" tx2="lt2" folHlink="folHlink" hlink="hlink"/>
  <p:sldLayoutIdLst>
    <p:sldLayoutId id="2147483678" r:id="rId1"/>
    <p:sldLayoutId id="2147483679" r:id="rId2"/>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5.png"/><Relationship Id="rId4" Type="http://schemas.openxmlformats.org/officeDocument/2006/relationships/image" Target="../media/image1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 Id="rId3" Type="http://schemas.openxmlformats.org/officeDocument/2006/relationships/image" Target="../media/image15.png"/><Relationship Id="rId4" Type="http://schemas.openxmlformats.org/officeDocument/2006/relationships/image" Target="../media/image1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4.xml"/><Relationship Id="rId3" Type="http://schemas.openxmlformats.org/officeDocument/2006/relationships/image" Target="../media/image13.png"/><Relationship Id="rId4" Type="http://schemas.openxmlformats.org/officeDocument/2006/relationships/image" Target="../media/image15.png"/><Relationship Id="rId5" Type="http://schemas.openxmlformats.org/officeDocument/2006/relationships/image" Target="../media/image1.png"/><Relationship Id="rId6" Type="http://schemas.openxmlformats.org/officeDocument/2006/relationships/image" Target="../media/image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xml"/><Relationship Id="rId3" Type="http://schemas.openxmlformats.org/officeDocument/2006/relationships/image" Target="../media/image15.png"/><Relationship Id="rId4" Type="http://schemas.openxmlformats.org/officeDocument/2006/relationships/image" Target="../media/image4.png"/><Relationship Id="rId5"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 Id="rId3" Type="http://schemas.openxmlformats.org/officeDocument/2006/relationships/image" Target="../media/image16.png"/><Relationship Id="rId4" Type="http://schemas.openxmlformats.org/officeDocument/2006/relationships/image" Target="../media/image14.png"/><Relationship Id="rId9" Type="http://schemas.openxmlformats.org/officeDocument/2006/relationships/image" Target="../media/image9.png"/><Relationship Id="rId5" Type="http://schemas.openxmlformats.org/officeDocument/2006/relationships/image" Target="../media/image13.png"/><Relationship Id="rId6" Type="http://schemas.openxmlformats.org/officeDocument/2006/relationships/image" Target="../media/image8.png"/><Relationship Id="rId7" Type="http://schemas.openxmlformats.org/officeDocument/2006/relationships/image" Target="../media/image7.png"/><Relationship Id="rId8" Type="http://schemas.openxmlformats.org/officeDocument/2006/relationships/image" Target="../media/image10.png"/><Relationship Id="rId10" Type="http://schemas.openxmlformats.org/officeDocument/2006/relationships/image" Target="../media/image1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7.xml"/><Relationship Id="rId3" Type="http://schemas.openxmlformats.org/officeDocument/2006/relationships/image" Target="../media/image1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17.png"/><Relationship Id="rId4" Type="http://schemas.openxmlformats.org/officeDocument/2006/relationships/image" Target="../media/image18.png"/><Relationship Id="rId5" Type="http://schemas.openxmlformats.org/officeDocument/2006/relationships/image" Target="../media/image14.png"/><Relationship Id="rId6" Type="http://schemas.openxmlformats.org/officeDocument/2006/relationships/image" Target="../media/image15.png"/><Relationship Id="rId7" Type="http://schemas.openxmlformats.org/officeDocument/2006/relationships/image" Target="../media/image1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8" name="Shape 1238"/>
        <p:cNvGrpSpPr/>
        <p:nvPr/>
      </p:nvGrpSpPr>
      <p:grpSpPr>
        <a:xfrm>
          <a:off x="0" y="0"/>
          <a:ext cx="0" cy="0"/>
          <a:chOff x="0" y="0"/>
          <a:chExt cx="0" cy="0"/>
        </a:xfrm>
      </p:grpSpPr>
      <p:pic>
        <p:nvPicPr>
          <p:cNvPr id="1239" name="Google Shape;1239;p35"/>
          <p:cNvPicPr preferRelativeResize="0"/>
          <p:nvPr/>
        </p:nvPicPr>
        <p:blipFill>
          <a:blip r:embed="rId3">
            <a:alphaModFix/>
          </a:blip>
          <a:stretch>
            <a:fillRect/>
          </a:stretch>
        </p:blipFill>
        <p:spPr>
          <a:xfrm>
            <a:off x="5143500" y="-5350"/>
            <a:ext cx="4000501" cy="5143501"/>
          </a:xfrm>
          <a:prstGeom prst="rect">
            <a:avLst/>
          </a:prstGeom>
          <a:noFill/>
          <a:ln>
            <a:noFill/>
          </a:ln>
        </p:spPr>
      </p:pic>
      <p:pic>
        <p:nvPicPr>
          <p:cNvPr id="1240" name="Google Shape;1240;p35"/>
          <p:cNvPicPr preferRelativeResize="0"/>
          <p:nvPr/>
        </p:nvPicPr>
        <p:blipFill rotWithShape="1">
          <a:blip r:embed="rId4">
            <a:alphaModFix/>
          </a:blip>
          <a:srcRect b="5838" l="25537" r="23467" t="7152"/>
          <a:stretch/>
        </p:blipFill>
        <p:spPr>
          <a:xfrm>
            <a:off x="5176174" y="3371625"/>
            <a:ext cx="1920000" cy="1842726"/>
          </a:xfrm>
          <a:prstGeom prst="rect">
            <a:avLst/>
          </a:prstGeom>
          <a:noFill/>
          <a:ln>
            <a:noFill/>
          </a:ln>
        </p:spPr>
      </p:pic>
      <p:grpSp>
        <p:nvGrpSpPr>
          <p:cNvPr id="1241" name="Google Shape;1241;p35"/>
          <p:cNvGrpSpPr/>
          <p:nvPr/>
        </p:nvGrpSpPr>
        <p:grpSpPr>
          <a:xfrm>
            <a:off x="7905475" y="1913575"/>
            <a:ext cx="76825" cy="76800"/>
            <a:chOff x="3104875" y="1099400"/>
            <a:chExt cx="76825" cy="76800"/>
          </a:xfrm>
        </p:grpSpPr>
        <p:sp>
          <p:nvSpPr>
            <p:cNvPr id="1242" name="Google Shape;1242;p35"/>
            <p:cNvSpPr/>
            <p:nvPr/>
          </p:nvSpPr>
          <p:spPr>
            <a:xfrm>
              <a:off x="3104875" y="1099400"/>
              <a:ext cx="76825" cy="76800"/>
            </a:xfrm>
            <a:custGeom>
              <a:rect b="b" l="l" r="r" t="t"/>
              <a:pathLst>
                <a:path extrusionOk="0" fill="none" h="3072" w="3073">
                  <a:moveTo>
                    <a:pt x="1" y="3072"/>
                  </a:moveTo>
                  <a:lnTo>
                    <a:pt x="3072" y="0"/>
                  </a:lnTo>
                </a:path>
              </a:pathLst>
            </a:custGeom>
            <a:noFill/>
            <a:ln cap="flat" cmpd="sng" w="23350">
              <a:solidFill>
                <a:schemeClr val="dk1"/>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3" name="Google Shape;1243;p35"/>
            <p:cNvSpPr/>
            <p:nvPr/>
          </p:nvSpPr>
          <p:spPr>
            <a:xfrm>
              <a:off x="3104875" y="1099400"/>
              <a:ext cx="76825" cy="76800"/>
            </a:xfrm>
            <a:custGeom>
              <a:rect b="b" l="l" r="r" t="t"/>
              <a:pathLst>
                <a:path extrusionOk="0" fill="none" h="3072" w="3073">
                  <a:moveTo>
                    <a:pt x="1" y="0"/>
                  </a:moveTo>
                  <a:lnTo>
                    <a:pt x="3072" y="3072"/>
                  </a:lnTo>
                </a:path>
              </a:pathLst>
            </a:custGeom>
            <a:noFill/>
            <a:ln cap="flat" cmpd="sng" w="23350">
              <a:solidFill>
                <a:schemeClr val="dk1"/>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244" name="Google Shape;1244;p35"/>
          <p:cNvSpPr txBox="1"/>
          <p:nvPr>
            <p:ph type="ctrTitle"/>
          </p:nvPr>
        </p:nvSpPr>
        <p:spPr>
          <a:xfrm>
            <a:off x="713225" y="1608775"/>
            <a:ext cx="8850600" cy="16122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2300">
                <a:latin typeface="Montserrat"/>
                <a:ea typeface="Montserrat"/>
                <a:cs typeface="Montserrat"/>
                <a:sym typeface="Montserrat"/>
              </a:rPr>
              <a:t>CMPE 217 Human AI Interaction Project</a:t>
            </a:r>
            <a:endParaRPr sz="3000"/>
          </a:p>
          <a:p>
            <a:pPr indent="0" lvl="0" marL="0" rtl="0" algn="l">
              <a:lnSpc>
                <a:spcPct val="100000"/>
              </a:lnSpc>
              <a:spcBef>
                <a:spcPts val="0"/>
              </a:spcBef>
              <a:spcAft>
                <a:spcPts val="0"/>
              </a:spcAft>
              <a:buNone/>
            </a:pPr>
            <a:r>
              <a:rPr lang="en" sz="3000"/>
              <a:t>GAN-Based EEG Artifact Removal</a:t>
            </a:r>
            <a:endParaRPr sz="3000">
              <a:latin typeface="Montserrat"/>
              <a:ea typeface="Montserrat"/>
              <a:cs typeface="Montserrat"/>
              <a:sym typeface="Montserrat"/>
            </a:endParaRPr>
          </a:p>
          <a:p>
            <a:pPr indent="0" lvl="0" marL="0" rtl="0" algn="l">
              <a:lnSpc>
                <a:spcPct val="100000"/>
              </a:lnSpc>
              <a:spcBef>
                <a:spcPts val="0"/>
              </a:spcBef>
              <a:spcAft>
                <a:spcPts val="0"/>
              </a:spcAft>
              <a:buNone/>
            </a:pPr>
            <a:r>
              <a:rPr lang="en" sz="3000"/>
              <a:t>TUH EEG Artifact Corpus (TUAR)</a:t>
            </a:r>
            <a:endParaRPr sz="2300">
              <a:latin typeface="Montserrat"/>
              <a:ea typeface="Montserrat"/>
              <a:cs typeface="Montserrat"/>
              <a:sym typeface="Montserrat"/>
            </a:endParaRPr>
          </a:p>
        </p:txBody>
      </p:sp>
      <p:sp>
        <p:nvSpPr>
          <p:cNvPr id="1245" name="Google Shape;1245;p35"/>
          <p:cNvSpPr txBox="1"/>
          <p:nvPr>
            <p:ph idx="1" type="subTitle"/>
          </p:nvPr>
        </p:nvSpPr>
        <p:spPr>
          <a:xfrm>
            <a:off x="713225" y="3597313"/>
            <a:ext cx="4528800" cy="365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Itzel Xu</a:t>
            </a:r>
            <a:endParaRPr/>
          </a:p>
          <a:p>
            <a:pPr indent="0" lvl="0" marL="0" rtl="0" algn="l">
              <a:spcBef>
                <a:spcPts val="0"/>
              </a:spcBef>
              <a:spcAft>
                <a:spcPts val="0"/>
              </a:spcAft>
              <a:buNone/>
            </a:pPr>
            <a:r>
              <a:rPr lang="en"/>
              <a:t>May 12th, 2025</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9" name="Shape 1249"/>
        <p:cNvGrpSpPr/>
        <p:nvPr/>
      </p:nvGrpSpPr>
      <p:grpSpPr>
        <a:xfrm>
          <a:off x="0" y="0"/>
          <a:ext cx="0" cy="0"/>
          <a:chOff x="0" y="0"/>
          <a:chExt cx="0" cy="0"/>
        </a:xfrm>
      </p:grpSpPr>
      <p:pic>
        <p:nvPicPr>
          <p:cNvPr id="1250" name="Google Shape;1250;p36"/>
          <p:cNvPicPr preferRelativeResize="0"/>
          <p:nvPr/>
        </p:nvPicPr>
        <p:blipFill>
          <a:blip r:embed="rId3">
            <a:alphaModFix/>
          </a:blip>
          <a:stretch>
            <a:fillRect/>
          </a:stretch>
        </p:blipFill>
        <p:spPr>
          <a:xfrm>
            <a:off x="1784850" y="35175"/>
            <a:ext cx="7359152" cy="5063925"/>
          </a:xfrm>
          <a:prstGeom prst="rect">
            <a:avLst/>
          </a:prstGeom>
          <a:noFill/>
          <a:ln>
            <a:noFill/>
          </a:ln>
        </p:spPr>
      </p:pic>
      <p:sp>
        <p:nvSpPr>
          <p:cNvPr id="1251" name="Google Shape;1251;p36"/>
          <p:cNvSpPr txBox="1"/>
          <p:nvPr>
            <p:ph type="title"/>
          </p:nvPr>
        </p:nvSpPr>
        <p:spPr>
          <a:xfrm>
            <a:off x="720000" y="539500"/>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TABLE OF CONTENTS</a:t>
            </a:r>
            <a:endParaRPr/>
          </a:p>
        </p:txBody>
      </p:sp>
      <p:sp>
        <p:nvSpPr>
          <p:cNvPr id="1252" name="Google Shape;1252;p36"/>
          <p:cNvSpPr txBox="1"/>
          <p:nvPr>
            <p:ph idx="2" type="title"/>
          </p:nvPr>
        </p:nvSpPr>
        <p:spPr>
          <a:xfrm>
            <a:off x="890575" y="1520950"/>
            <a:ext cx="976800" cy="4845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01</a:t>
            </a:r>
            <a:endParaRPr/>
          </a:p>
        </p:txBody>
      </p:sp>
      <p:sp>
        <p:nvSpPr>
          <p:cNvPr id="1253" name="Google Shape;1253;p36"/>
          <p:cNvSpPr txBox="1"/>
          <p:nvPr>
            <p:ph idx="3" type="subTitle"/>
          </p:nvPr>
        </p:nvSpPr>
        <p:spPr>
          <a:xfrm>
            <a:off x="1954644" y="1520950"/>
            <a:ext cx="3742800" cy="4845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Problem Statement</a:t>
            </a:r>
            <a:endParaRPr/>
          </a:p>
        </p:txBody>
      </p:sp>
      <p:sp>
        <p:nvSpPr>
          <p:cNvPr id="1254" name="Google Shape;1254;p36"/>
          <p:cNvSpPr txBox="1"/>
          <p:nvPr>
            <p:ph idx="5" type="title"/>
          </p:nvPr>
        </p:nvSpPr>
        <p:spPr>
          <a:xfrm>
            <a:off x="890575" y="2154035"/>
            <a:ext cx="976800" cy="4845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02</a:t>
            </a:r>
            <a:endParaRPr/>
          </a:p>
        </p:txBody>
      </p:sp>
      <p:sp>
        <p:nvSpPr>
          <p:cNvPr id="1255" name="Google Shape;1255;p36"/>
          <p:cNvSpPr txBox="1"/>
          <p:nvPr>
            <p:ph idx="6" type="subTitle"/>
          </p:nvPr>
        </p:nvSpPr>
        <p:spPr>
          <a:xfrm>
            <a:off x="1954644" y="2154035"/>
            <a:ext cx="3742800" cy="4845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Solution</a:t>
            </a:r>
            <a:endParaRPr/>
          </a:p>
        </p:txBody>
      </p:sp>
      <p:sp>
        <p:nvSpPr>
          <p:cNvPr id="1256" name="Google Shape;1256;p36"/>
          <p:cNvSpPr txBox="1"/>
          <p:nvPr>
            <p:ph idx="8" type="title"/>
          </p:nvPr>
        </p:nvSpPr>
        <p:spPr>
          <a:xfrm>
            <a:off x="890575" y="2787120"/>
            <a:ext cx="976800" cy="4845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03</a:t>
            </a:r>
            <a:endParaRPr/>
          </a:p>
        </p:txBody>
      </p:sp>
      <p:sp>
        <p:nvSpPr>
          <p:cNvPr id="1257" name="Google Shape;1257;p36"/>
          <p:cNvSpPr txBox="1"/>
          <p:nvPr>
            <p:ph idx="9" type="subTitle"/>
          </p:nvPr>
        </p:nvSpPr>
        <p:spPr>
          <a:xfrm>
            <a:off x="1954644" y="2787120"/>
            <a:ext cx="3742800" cy="4845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Experiment</a:t>
            </a:r>
            <a:endParaRPr/>
          </a:p>
        </p:txBody>
      </p:sp>
      <p:sp>
        <p:nvSpPr>
          <p:cNvPr id="1258" name="Google Shape;1258;p36"/>
          <p:cNvSpPr txBox="1"/>
          <p:nvPr>
            <p:ph idx="14" type="title"/>
          </p:nvPr>
        </p:nvSpPr>
        <p:spPr>
          <a:xfrm>
            <a:off x="890575" y="3420205"/>
            <a:ext cx="976800" cy="4845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04</a:t>
            </a:r>
            <a:endParaRPr/>
          </a:p>
        </p:txBody>
      </p:sp>
      <p:sp>
        <p:nvSpPr>
          <p:cNvPr id="1259" name="Google Shape;1259;p36"/>
          <p:cNvSpPr txBox="1"/>
          <p:nvPr>
            <p:ph idx="15" type="subTitle"/>
          </p:nvPr>
        </p:nvSpPr>
        <p:spPr>
          <a:xfrm>
            <a:off x="1954644" y="3420205"/>
            <a:ext cx="3742800" cy="4845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Results &amp; Evaluation </a:t>
            </a:r>
            <a:endParaRPr/>
          </a:p>
        </p:txBody>
      </p:sp>
      <p:sp>
        <p:nvSpPr>
          <p:cNvPr id="1260" name="Google Shape;1260;p36"/>
          <p:cNvSpPr txBox="1"/>
          <p:nvPr>
            <p:ph idx="17" type="title"/>
          </p:nvPr>
        </p:nvSpPr>
        <p:spPr>
          <a:xfrm>
            <a:off x="890575" y="4053290"/>
            <a:ext cx="976800" cy="4845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05</a:t>
            </a:r>
            <a:endParaRPr/>
          </a:p>
        </p:txBody>
      </p:sp>
      <p:sp>
        <p:nvSpPr>
          <p:cNvPr id="1261" name="Google Shape;1261;p36"/>
          <p:cNvSpPr txBox="1"/>
          <p:nvPr>
            <p:ph idx="18" type="subTitle"/>
          </p:nvPr>
        </p:nvSpPr>
        <p:spPr>
          <a:xfrm>
            <a:off x="1954652" y="4053300"/>
            <a:ext cx="4650000" cy="4845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Conclusion</a:t>
            </a:r>
            <a:endParaRPr/>
          </a:p>
        </p:txBody>
      </p:sp>
      <p:grpSp>
        <p:nvGrpSpPr>
          <p:cNvPr id="1262" name="Google Shape;1262;p36"/>
          <p:cNvGrpSpPr/>
          <p:nvPr/>
        </p:nvGrpSpPr>
        <p:grpSpPr>
          <a:xfrm>
            <a:off x="7429225" y="1024425"/>
            <a:ext cx="76825" cy="76800"/>
            <a:chOff x="3104875" y="1099400"/>
            <a:chExt cx="76825" cy="76800"/>
          </a:xfrm>
        </p:grpSpPr>
        <p:sp>
          <p:nvSpPr>
            <p:cNvPr id="1263" name="Google Shape;1263;p36"/>
            <p:cNvSpPr/>
            <p:nvPr/>
          </p:nvSpPr>
          <p:spPr>
            <a:xfrm>
              <a:off x="3104875" y="1099400"/>
              <a:ext cx="76825" cy="76800"/>
            </a:xfrm>
            <a:custGeom>
              <a:rect b="b" l="l" r="r" t="t"/>
              <a:pathLst>
                <a:path extrusionOk="0" fill="none" h="3072" w="3073">
                  <a:moveTo>
                    <a:pt x="1" y="3072"/>
                  </a:moveTo>
                  <a:lnTo>
                    <a:pt x="3072" y="0"/>
                  </a:lnTo>
                </a:path>
              </a:pathLst>
            </a:custGeom>
            <a:noFill/>
            <a:ln cap="flat" cmpd="sng" w="23350">
              <a:solidFill>
                <a:schemeClr val="dk1"/>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4" name="Google Shape;1264;p36"/>
            <p:cNvSpPr/>
            <p:nvPr/>
          </p:nvSpPr>
          <p:spPr>
            <a:xfrm>
              <a:off x="3104875" y="1099400"/>
              <a:ext cx="76825" cy="76800"/>
            </a:xfrm>
            <a:custGeom>
              <a:rect b="b" l="l" r="r" t="t"/>
              <a:pathLst>
                <a:path extrusionOk="0" fill="none" h="3072" w="3073">
                  <a:moveTo>
                    <a:pt x="1" y="0"/>
                  </a:moveTo>
                  <a:lnTo>
                    <a:pt x="3072" y="3072"/>
                  </a:lnTo>
                </a:path>
              </a:pathLst>
            </a:custGeom>
            <a:noFill/>
            <a:ln cap="flat" cmpd="sng" w="23350">
              <a:solidFill>
                <a:schemeClr val="dk1"/>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8" name="Shape 1268"/>
        <p:cNvGrpSpPr/>
        <p:nvPr/>
      </p:nvGrpSpPr>
      <p:grpSpPr>
        <a:xfrm>
          <a:off x="0" y="0"/>
          <a:ext cx="0" cy="0"/>
          <a:chOff x="0" y="0"/>
          <a:chExt cx="0" cy="0"/>
        </a:xfrm>
      </p:grpSpPr>
      <p:pic>
        <p:nvPicPr>
          <p:cNvPr id="1269" name="Google Shape;1269;p37"/>
          <p:cNvPicPr preferRelativeResize="0"/>
          <p:nvPr/>
        </p:nvPicPr>
        <p:blipFill rotWithShape="1">
          <a:blip r:embed="rId3">
            <a:alphaModFix/>
          </a:blip>
          <a:srcRect b="0" l="15236" r="10474" t="0"/>
          <a:stretch/>
        </p:blipFill>
        <p:spPr>
          <a:xfrm rot="-5710310">
            <a:off x="7338638" y="782512"/>
            <a:ext cx="1552574" cy="1390852"/>
          </a:xfrm>
          <a:prstGeom prst="rect">
            <a:avLst/>
          </a:prstGeom>
          <a:noFill/>
          <a:ln>
            <a:noFill/>
          </a:ln>
        </p:spPr>
      </p:pic>
      <p:pic>
        <p:nvPicPr>
          <p:cNvPr id="1270" name="Google Shape;1270;p37"/>
          <p:cNvPicPr preferRelativeResize="0"/>
          <p:nvPr/>
        </p:nvPicPr>
        <p:blipFill rotWithShape="1">
          <a:blip r:embed="rId4">
            <a:alphaModFix/>
          </a:blip>
          <a:srcRect b="0" l="22009" r="18455" t="0"/>
          <a:stretch/>
        </p:blipFill>
        <p:spPr>
          <a:xfrm rot="-8473750">
            <a:off x="511779" y="2063733"/>
            <a:ext cx="903665" cy="853809"/>
          </a:xfrm>
          <a:prstGeom prst="rect">
            <a:avLst/>
          </a:prstGeom>
          <a:noFill/>
          <a:ln>
            <a:noFill/>
          </a:ln>
        </p:spPr>
      </p:pic>
      <p:sp>
        <p:nvSpPr>
          <p:cNvPr id="1271" name="Google Shape;1271;p37"/>
          <p:cNvSpPr txBox="1"/>
          <p:nvPr>
            <p:ph type="title"/>
          </p:nvPr>
        </p:nvSpPr>
        <p:spPr>
          <a:xfrm>
            <a:off x="720000" y="539500"/>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Problem Statement</a:t>
            </a:r>
            <a:endParaRPr/>
          </a:p>
        </p:txBody>
      </p:sp>
      <p:sp>
        <p:nvSpPr>
          <p:cNvPr id="1272" name="Google Shape;1272;p37"/>
          <p:cNvSpPr txBox="1"/>
          <p:nvPr>
            <p:ph idx="1" type="subTitle"/>
          </p:nvPr>
        </p:nvSpPr>
        <p:spPr>
          <a:xfrm>
            <a:off x="5055200" y="2088050"/>
            <a:ext cx="3746100" cy="2098200"/>
          </a:xfrm>
          <a:prstGeom prst="rect">
            <a:avLst/>
          </a:prstGeom>
        </p:spPr>
        <p:txBody>
          <a:bodyPr anchorCtr="0" anchor="t" bIns="91425" lIns="91425" spcFirstLastPara="1" rIns="91425" wrap="square" tIns="91425">
            <a:noAutofit/>
          </a:bodyPr>
          <a:lstStyle/>
          <a:p>
            <a:pPr indent="-406400" lvl="0" marL="457200" rtl="0" algn="l">
              <a:spcBef>
                <a:spcPts val="0"/>
              </a:spcBef>
              <a:spcAft>
                <a:spcPts val="0"/>
              </a:spcAft>
              <a:buSzPts val="2800"/>
              <a:buChar char="●"/>
            </a:pPr>
            <a:r>
              <a:rPr lang="en"/>
              <a:t>Deep learning methods require reliable labels</a:t>
            </a:r>
            <a:endParaRPr/>
          </a:p>
          <a:p>
            <a:pPr indent="-406400" lvl="0" marL="457200" rtl="0" algn="l">
              <a:spcBef>
                <a:spcPts val="0"/>
              </a:spcBef>
              <a:spcAft>
                <a:spcPts val="0"/>
              </a:spcAft>
              <a:buSzPts val="2800"/>
              <a:buChar char="●"/>
            </a:pPr>
            <a:r>
              <a:rPr lang="en"/>
              <a:t>Synthetic data provides ground truth but lacks clinical realism</a:t>
            </a:r>
            <a:endParaRPr/>
          </a:p>
          <a:p>
            <a:pPr indent="-406400" lvl="0" marL="457200" rtl="0" algn="l">
              <a:spcBef>
                <a:spcPts val="0"/>
              </a:spcBef>
              <a:spcAft>
                <a:spcPts val="0"/>
              </a:spcAft>
              <a:buSzPts val="2800"/>
              <a:buChar char="●"/>
            </a:pPr>
            <a:r>
              <a:rPr lang="en"/>
              <a:t>No true clean signal</a:t>
            </a:r>
            <a:endParaRPr/>
          </a:p>
          <a:p>
            <a:pPr indent="0" lvl="0" marL="0" rtl="0" algn="l">
              <a:spcBef>
                <a:spcPts val="0"/>
              </a:spcBef>
              <a:spcAft>
                <a:spcPts val="0"/>
              </a:spcAft>
              <a:buNone/>
            </a:pPr>
            <a:r>
              <a:t/>
            </a:r>
            <a:endParaRPr/>
          </a:p>
        </p:txBody>
      </p:sp>
      <p:sp>
        <p:nvSpPr>
          <p:cNvPr id="1273" name="Google Shape;1273;p37"/>
          <p:cNvSpPr txBox="1"/>
          <p:nvPr>
            <p:ph idx="2" type="subTitle"/>
          </p:nvPr>
        </p:nvSpPr>
        <p:spPr>
          <a:xfrm>
            <a:off x="626000" y="2117900"/>
            <a:ext cx="4829100" cy="2484300"/>
          </a:xfrm>
          <a:prstGeom prst="rect">
            <a:avLst/>
          </a:prstGeom>
        </p:spPr>
        <p:txBody>
          <a:bodyPr anchorCtr="0" anchor="t" bIns="91425" lIns="91425" spcFirstLastPara="1" rIns="91425" wrap="square" tIns="91425">
            <a:noAutofit/>
          </a:bodyPr>
          <a:lstStyle/>
          <a:p>
            <a:pPr indent="-406400" lvl="0" marL="457200" rtl="0" algn="l">
              <a:spcBef>
                <a:spcPts val="0"/>
              </a:spcBef>
              <a:spcAft>
                <a:spcPts val="0"/>
              </a:spcAft>
              <a:buSzPts val="2800"/>
              <a:buChar char="●"/>
            </a:pPr>
            <a:r>
              <a:rPr b="1" lang="en"/>
              <a:t>Low-pass filters</a:t>
            </a:r>
            <a:r>
              <a:rPr lang="en"/>
              <a:t> - attenuate genuine high‑gamma oscillations</a:t>
            </a:r>
            <a:endParaRPr/>
          </a:p>
          <a:p>
            <a:pPr indent="-406400" lvl="0" marL="457200" rtl="0" algn="l">
              <a:spcBef>
                <a:spcPts val="0"/>
              </a:spcBef>
              <a:spcAft>
                <a:spcPts val="0"/>
              </a:spcAft>
              <a:buSzPts val="2800"/>
              <a:buChar char="●"/>
            </a:pPr>
            <a:r>
              <a:rPr b="1" lang="en"/>
              <a:t>ICA</a:t>
            </a:r>
            <a:r>
              <a:rPr lang="en"/>
              <a:t> - needs manual identification of artifact components</a:t>
            </a:r>
            <a:endParaRPr/>
          </a:p>
          <a:p>
            <a:pPr indent="-406400" lvl="0" marL="457200" rtl="0" algn="l">
              <a:spcBef>
                <a:spcPts val="0"/>
              </a:spcBef>
              <a:spcAft>
                <a:spcPts val="0"/>
              </a:spcAft>
              <a:buSzPts val="2800"/>
              <a:buChar char="●"/>
            </a:pPr>
            <a:r>
              <a:rPr b="1" lang="en"/>
              <a:t>Beamforming</a:t>
            </a:r>
            <a:r>
              <a:rPr lang="en"/>
              <a:t> - knowledge of spatial artifact sources</a:t>
            </a:r>
            <a:endParaRPr/>
          </a:p>
        </p:txBody>
      </p:sp>
      <p:sp>
        <p:nvSpPr>
          <p:cNvPr id="1274" name="Google Shape;1274;p37"/>
          <p:cNvSpPr txBox="1"/>
          <p:nvPr>
            <p:ph idx="3" type="subTitle"/>
          </p:nvPr>
        </p:nvSpPr>
        <p:spPr>
          <a:xfrm>
            <a:off x="5297700" y="1360550"/>
            <a:ext cx="3126300" cy="7275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Lack of Real‑World Ground Truth</a:t>
            </a:r>
            <a:endParaRPr/>
          </a:p>
        </p:txBody>
      </p:sp>
      <p:sp>
        <p:nvSpPr>
          <p:cNvPr id="1275" name="Google Shape;1275;p37"/>
          <p:cNvSpPr txBox="1"/>
          <p:nvPr>
            <p:ph idx="4" type="subTitle"/>
          </p:nvPr>
        </p:nvSpPr>
        <p:spPr>
          <a:xfrm>
            <a:off x="1088000" y="1648300"/>
            <a:ext cx="4367100" cy="1040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Artifact Removal</a:t>
            </a:r>
            <a:endParaRPr/>
          </a:p>
          <a:p>
            <a:pPr indent="0" lvl="0" marL="0" rtl="0" algn="l">
              <a:spcBef>
                <a:spcPts val="0"/>
              </a:spcBef>
              <a:spcAft>
                <a:spcPts val="0"/>
              </a:spcAft>
              <a:buNone/>
            </a:pPr>
            <a:r>
              <a:rPr lang="en" sz="1200">
                <a:latin typeface="Montserrat"/>
                <a:ea typeface="Montserrat"/>
                <a:cs typeface="Montserrat"/>
                <a:sym typeface="Montserrat"/>
              </a:rPr>
              <a:t>overlapping noise sources—such as eye blinks, muscle activity, and other artifacts—can severely distort the true brain signals.</a:t>
            </a:r>
            <a:endParaRPr sz="1200">
              <a:latin typeface="Montserrat"/>
              <a:ea typeface="Montserrat"/>
              <a:cs typeface="Montserrat"/>
              <a:sym typeface="Montserrat"/>
            </a:endParaRPr>
          </a:p>
          <a:p>
            <a:pPr indent="0" lvl="0" marL="0" rtl="0" algn="l">
              <a:spcBef>
                <a:spcPts val="0"/>
              </a:spcBef>
              <a:spcAft>
                <a:spcPts val="0"/>
              </a:spcAft>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9" name="Shape 1279"/>
        <p:cNvGrpSpPr/>
        <p:nvPr/>
      </p:nvGrpSpPr>
      <p:grpSpPr>
        <a:xfrm>
          <a:off x="0" y="0"/>
          <a:ext cx="0" cy="0"/>
          <a:chOff x="0" y="0"/>
          <a:chExt cx="0" cy="0"/>
        </a:xfrm>
      </p:grpSpPr>
      <p:pic>
        <p:nvPicPr>
          <p:cNvPr id="1280" name="Google Shape;1280;p38"/>
          <p:cNvPicPr preferRelativeResize="0"/>
          <p:nvPr/>
        </p:nvPicPr>
        <p:blipFill rotWithShape="1">
          <a:blip r:embed="rId3">
            <a:alphaModFix/>
          </a:blip>
          <a:srcRect b="0" l="22009" r="18455" t="0"/>
          <a:stretch/>
        </p:blipFill>
        <p:spPr>
          <a:xfrm rot="-1020103">
            <a:off x="7502688" y="835489"/>
            <a:ext cx="652201" cy="616226"/>
          </a:xfrm>
          <a:prstGeom prst="rect">
            <a:avLst/>
          </a:prstGeom>
          <a:noFill/>
          <a:ln>
            <a:noFill/>
          </a:ln>
        </p:spPr>
      </p:pic>
      <p:pic>
        <p:nvPicPr>
          <p:cNvPr id="1281" name="Google Shape;1281;p38"/>
          <p:cNvPicPr preferRelativeResize="0"/>
          <p:nvPr/>
        </p:nvPicPr>
        <p:blipFill rotWithShape="1">
          <a:blip r:embed="rId4">
            <a:alphaModFix/>
          </a:blip>
          <a:srcRect b="0" l="15236" r="10474" t="0"/>
          <a:stretch/>
        </p:blipFill>
        <p:spPr>
          <a:xfrm rot="1220421">
            <a:off x="-697726" y="1967572"/>
            <a:ext cx="1552575" cy="1390851"/>
          </a:xfrm>
          <a:prstGeom prst="rect">
            <a:avLst/>
          </a:prstGeom>
          <a:noFill/>
          <a:ln>
            <a:noFill/>
          </a:ln>
        </p:spPr>
      </p:pic>
      <p:sp>
        <p:nvSpPr>
          <p:cNvPr id="1282" name="Google Shape;1282;p38"/>
          <p:cNvSpPr txBox="1"/>
          <p:nvPr>
            <p:ph type="title"/>
          </p:nvPr>
        </p:nvSpPr>
        <p:spPr>
          <a:xfrm>
            <a:off x="720000" y="234700"/>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Solution</a:t>
            </a:r>
            <a:endParaRPr/>
          </a:p>
        </p:txBody>
      </p:sp>
      <p:sp>
        <p:nvSpPr>
          <p:cNvPr id="1283" name="Google Shape;1283;p38"/>
          <p:cNvSpPr txBox="1"/>
          <p:nvPr>
            <p:ph idx="7" type="subTitle"/>
          </p:nvPr>
        </p:nvSpPr>
        <p:spPr>
          <a:xfrm>
            <a:off x="4808275" y="841600"/>
            <a:ext cx="2893800" cy="5250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TUAR Dataset</a:t>
            </a:r>
            <a:endParaRPr sz="1500"/>
          </a:p>
        </p:txBody>
      </p:sp>
      <p:sp>
        <p:nvSpPr>
          <p:cNvPr id="1284" name="Google Shape;1284;p38"/>
          <p:cNvSpPr txBox="1"/>
          <p:nvPr>
            <p:ph idx="5" type="subTitle"/>
          </p:nvPr>
        </p:nvSpPr>
        <p:spPr>
          <a:xfrm>
            <a:off x="359350" y="917800"/>
            <a:ext cx="2839500" cy="5250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LSTM‑GAN</a:t>
            </a:r>
            <a:endParaRPr sz="1500"/>
          </a:p>
        </p:txBody>
      </p:sp>
      <p:sp>
        <p:nvSpPr>
          <p:cNvPr id="1285" name="Google Shape;1285;p38"/>
          <p:cNvSpPr txBox="1"/>
          <p:nvPr>
            <p:ph idx="1" type="subTitle"/>
          </p:nvPr>
        </p:nvSpPr>
        <p:spPr>
          <a:xfrm>
            <a:off x="387025" y="1442775"/>
            <a:ext cx="4468800" cy="1291500"/>
          </a:xfrm>
          <a:prstGeom prst="rect">
            <a:avLst/>
          </a:prstGeom>
        </p:spPr>
        <p:txBody>
          <a:bodyPr anchorCtr="0" anchor="t" bIns="91425" lIns="91425" spcFirstLastPara="1" rIns="91425" wrap="square" tIns="91425">
            <a:noAutofit/>
          </a:bodyPr>
          <a:lstStyle/>
          <a:p>
            <a:pPr indent="-317500" lvl="0" marL="457200" rtl="0" algn="l">
              <a:spcBef>
                <a:spcPts val="0"/>
              </a:spcBef>
              <a:spcAft>
                <a:spcPts val="0"/>
              </a:spcAft>
              <a:buSzPts val="1400"/>
              <a:buChar char="●"/>
            </a:pPr>
            <a:r>
              <a:rPr b="1" lang="en"/>
              <a:t>Generator</a:t>
            </a:r>
            <a:r>
              <a:rPr lang="en"/>
              <a:t> (denoiser) - learns artifact</a:t>
            </a:r>
            <a:endParaRPr/>
          </a:p>
          <a:p>
            <a:pPr indent="-317500" lvl="0" marL="457200" rtl="0" algn="l">
              <a:spcBef>
                <a:spcPts val="0"/>
              </a:spcBef>
              <a:spcAft>
                <a:spcPts val="0"/>
              </a:spcAft>
              <a:buSzPts val="1400"/>
              <a:buChar char="●"/>
            </a:pPr>
            <a:r>
              <a:rPr b="1" lang="en"/>
              <a:t>Discriminator </a:t>
            </a:r>
            <a:r>
              <a:rPr lang="en"/>
              <a:t>- distinguishes denoised vs. real clean EEG</a:t>
            </a:r>
            <a:endParaRPr/>
          </a:p>
          <a:p>
            <a:pPr indent="-317500" lvl="0" marL="457200" rtl="0" algn="l">
              <a:spcBef>
                <a:spcPts val="0"/>
              </a:spcBef>
              <a:spcAft>
                <a:spcPts val="0"/>
              </a:spcAft>
              <a:buSzPts val="1400"/>
              <a:buChar char="●"/>
            </a:pPr>
            <a:r>
              <a:rPr b="1" lang="en"/>
              <a:t>LSTM layer</a:t>
            </a:r>
            <a:r>
              <a:rPr lang="en"/>
              <a:t> - captures temporal dynamics of EEG</a:t>
            </a:r>
            <a:endParaRPr/>
          </a:p>
        </p:txBody>
      </p:sp>
      <p:sp>
        <p:nvSpPr>
          <p:cNvPr id="1286" name="Google Shape;1286;p38"/>
          <p:cNvSpPr txBox="1"/>
          <p:nvPr>
            <p:ph idx="2" type="subTitle"/>
          </p:nvPr>
        </p:nvSpPr>
        <p:spPr>
          <a:xfrm>
            <a:off x="4482875" y="1400800"/>
            <a:ext cx="4383000" cy="1596300"/>
          </a:xfrm>
          <a:prstGeom prst="rect">
            <a:avLst/>
          </a:prstGeom>
        </p:spPr>
        <p:txBody>
          <a:bodyPr anchorCtr="0" anchor="t" bIns="91425" lIns="91425" spcFirstLastPara="1" rIns="91425" wrap="square" tIns="91425">
            <a:noAutofit/>
          </a:bodyPr>
          <a:lstStyle/>
          <a:p>
            <a:pPr indent="-317500" lvl="0" marL="457200" rtl="0" algn="l">
              <a:spcBef>
                <a:spcPts val="0"/>
              </a:spcBef>
              <a:spcAft>
                <a:spcPts val="0"/>
              </a:spcAft>
              <a:buSzPts val="1400"/>
              <a:buChar char="●"/>
            </a:pPr>
            <a:r>
              <a:rPr lang="en"/>
              <a:t>310 </a:t>
            </a:r>
            <a:r>
              <a:rPr lang="en"/>
              <a:t>bipolar</a:t>
            </a:r>
            <a:r>
              <a:rPr lang="en"/>
              <a:t> EEG files each with 20-21 channels</a:t>
            </a:r>
            <a:endParaRPr/>
          </a:p>
          <a:p>
            <a:pPr indent="-317500" lvl="0" marL="457200" rtl="0" algn="l">
              <a:spcBef>
                <a:spcPts val="0"/>
              </a:spcBef>
              <a:spcAft>
                <a:spcPts val="0"/>
              </a:spcAft>
              <a:buSzPts val="1400"/>
              <a:buChar char="●"/>
            </a:pPr>
            <a:r>
              <a:rPr lang="en"/>
              <a:t>Duration - 99.98 hrs,  avg 19.35 mins/each</a:t>
            </a:r>
            <a:endParaRPr/>
          </a:p>
          <a:p>
            <a:pPr indent="-317500" lvl="0" marL="457200" rtl="0" algn="l">
              <a:spcBef>
                <a:spcPts val="0"/>
              </a:spcBef>
              <a:spcAft>
                <a:spcPts val="0"/>
              </a:spcAft>
              <a:buSzPts val="1400"/>
              <a:buChar char="●"/>
            </a:pPr>
            <a:r>
              <a:rPr lang="en"/>
              <a:t>10 types of artifact annotation - </a:t>
            </a:r>
            <a:endParaRPr/>
          </a:p>
          <a:p>
            <a:pPr indent="0" lvl="0" marL="457200" rtl="0" algn="l">
              <a:spcBef>
                <a:spcPts val="0"/>
              </a:spcBef>
              <a:spcAft>
                <a:spcPts val="0"/>
              </a:spcAft>
              <a:buNone/>
            </a:pPr>
            <a:r>
              <a:rPr lang="en"/>
              <a:t>ex. </a:t>
            </a:r>
            <a:r>
              <a:rPr lang="en"/>
              <a:t>m</a:t>
            </a:r>
            <a:r>
              <a:rPr lang="en"/>
              <a:t>usc, eyem, chew, shiv, elec, ect.</a:t>
            </a:r>
            <a:endParaRPr/>
          </a:p>
        </p:txBody>
      </p:sp>
      <p:sp>
        <p:nvSpPr>
          <p:cNvPr id="1287" name="Google Shape;1287;p38"/>
          <p:cNvSpPr txBox="1"/>
          <p:nvPr/>
        </p:nvSpPr>
        <p:spPr>
          <a:xfrm>
            <a:off x="1389175" y="4006975"/>
            <a:ext cx="1055100" cy="415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solidFill>
                  <a:srgbClr val="212121"/>
                </a:solidFill>
                <a:latin typeface="Montserrat"/>
                <a:ea typeface="Montserrat"/>
                <a:cs typeface="Montserrat"/>
                <a:sym typeface="Montserrat"/>
              </a:rPr>
              <a:t>Latent vectors</a:t>
            </a:r>
            <a:endParaRPr sz="1000">
              <a:solidFill>
                <a:srgbClr val="212121"/>
              </a:solidFill>
              <a:latin typeface="Montserrat"/>
              <a:ea typeface="Montserrat"/>
              <a:cs typeface="Montserrat"/>
              <a:sym typeface="Montserrat"/>
            </a:endParaRPr>
          </a:p>
        </p:txBody>
      </p:sp>
      <p:sp>
        <p:nvSpPr>
          <p:cNvPr id="1288" name="Google Shape;1288;p38"/>
          <p:cNvSpPr txBox="1"/>
          <p:nvPr/>
        </p:nvSpPr>
        <p:spPr>
          <a:xfrm>
            <a:off x="2283075" y="4006975"/>
            <a:ext cx="929100" cy="415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solidFill>
                  <a:srgbClr val="212121"/>
                </a:solidFill>
                <a:latin typeface="Montserrat"/>
                <a:ea typeface="Montserrat"/>
                <a:cs typeface="Montserrat"/>
                <a:sym typeface="Montserrat"/>
              </a:rPr>
              <a:t>Codebook</a:t>
            </a:r>
            <a:endParaRPr sz="1000">
              <a:solidFill>
                <a:srgbClr val="212121"/>
              </a:solidFill>
              <a:latin typeface="Montserrat"/>
              <a:ea typeface="Montserrat"/>
              <a:cs typeface="Montserrat"/>
              <a:sym typeface="Montserrat"/>
            </a:endParaRPr>
          </a:p>
        </p:txBody>
      </p:sp>
      <p:sp>
        <p:nvSpPr>
          <p:cNvPr id="1289" name="Google Shape;1289;p38"/>
          <p:cNvSpPr txBox="1"/>
          <p:nvPr/>
        </p:nvSpPr>
        <p:spPr>
          <a:xfrm>
            <a:off x="1034300" y="4574875"/>
            <a:ext cx="2751900" cy="299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latin typeface="Montserrat"/>
                <a:ea typeface="Montserrat"/>
                <a:cs typeface="Montserrat"/>
                <a:sym typeface="Montserrat"/>
              </a:rPr>
              <a:t>Fig1. LSTM‑GAN Architecture</a:t>
            </a:r>
            <a:endParaRPr>
              <a:solidFill>
                <a:schemeClr val="dk1"/>
              </a:solidFill>
              <a:latin typeface="Montserrat"/>
              <a:ea typeface="Montserrat"/>
              <a:cs typeface="Montserrat"/>
              <a:sym typeface="Montserrat"/>
            </a:endParaRPr>
          </a:p>
        </p:txBody>
      </p:sp>
      <p:sp>
        <p:nvSpPr>
          <p:cNvPr id="1290" name="Google Shape;1290;p38"/>
          <p:cNvSpPr txBox="1"/>
          <p:nvPr/>
        </p:nvSpPr>
        <p:spPr>
          <a:xfrm>
            <a:off x="5881925" y="4230425"/>
            <a:ext cx="2200200" cy="299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latin typeface="Montserrat"/>
                <a:ea typeface="Montserrat"/>
                <a:cs typeface="Montserrat"/>
                <a:sym typeface="Montserrat"/>
              </a:rPr>
              <a:t>Fig2. TUAR signal </a:t>
            </a:r>
            <a:endParaRPr>
              <a:solidFill>
                <a:schemeClr val="dk1"/>
              </a:solidFill>
              <a:latin typeface="Montserrat"/>
              <a:ea typeface="Montserrat"/>
              <a:cs typeface="Montserrat"/>
              <a:sym typeface="Montserrat"/>
            </a:endParaRPr>
          </a:p>
        </p:txBody>
      </p:sp>
      <p:pic>
        <p:nvPicPr>
          <p:cNvPr id="1291" name="Google Shape;1291;p38" title="LSTM.png"/>
          <p:cNvPicPr preferRelativeResize="0"/>
          <p:nvPr/>
        </p:nvPicPr>
        <p:blipFill>
          <a:blip r:embed="rId5">
            <a:alphaModFix/>
          </a:blip>
          <a:stretch>
            <a:fillRect/>
          </a:stretch>
        </p:blipFill>
        <p:spPr>
          <a:xfrm>
            <a:off x="672451" y="2782075"/>
            <a:ext cx="3787450" cy="1792800"/>
          </a:xfrm>
          <a:prstGeom prst="rect">
            <a:avLst/>
          </a:prstGeom>
          <a:noFill/>
          <a:ln>
            <a:noFill/>
          </a:ln>
        </p:spPr>
      </p:pic>
      <p:pic>
        <p:nvPicPr>
          <p:cNvPr id="1292" name="Google Shape;1292;p38" title="EEGsignal.png"/>
          <p:cNvPicPr preferRelativeResize="0"/>
          <p:nvPr/>
        </p:nvPicPr>
        <p:blipFill>
          <a:blip r:embed="rId6">
            <a:alphaModFix/>
          </a:blip>
          <a:stretch>
            <a:fillRect/>
          </a:stretch>
        </p:blipFill>
        <p:spPr>
          <a:xfrm>
            <a:off x="4808275" y="2954200"/>
            <a:ext cx="3895148" cy="1291399"/>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6" name="Shape 1296"/>
        <p:cNvGrpSpPr/>
        <p:nvPr/>
      </p:nvGrpSpPr>
      <p:grpSpPr>
        <a:xfrm>
          <a:off x="0" y="0"/>
          <a:ext cx="0" cy="0"/>
          <a:chOff x="0" y="0"/>
          <a:chExt cx="0" cy="0"/>
        </a:xfrm>
      </p:grpSpPr>
      <p:pic>
        <p:nvPicPr>
          <p:cNvPr id="1297" name="Google Shape;1297;p39"/>
          <p:cNvPicPr preferRelativeResize="0"/>
          <p:nvPr/>
        </p:nvPicPr>
        <p:blipFill rotWithShape="1">
          <a:blip r:embed="rId3">
            <a:alphaModFix/>
          </a:blip>
          <a:srcRect b="0" l="15236" r="10474" t="0"/>
          <a:stretch/>
        </p:blipFill>
        <p:spPr>
          <a:xfrm rot="-1358193">
            <a:off x="-20476" y="54223"/>
            <a:ext cx="1552576" cy="1390852"/>
          </a:xfrm>
          <a:prstGeom prst="rect">
            <a:avLst/>
          </a:prstGeom>
          <a:noFill/>
          <a:ln>
            <a:noFill/>
          </a:ln>
        </p:spPr>
      </p:pic>
      <p:sp>
        <p:nvSpPr>
          <p:cNvPr id="1298" name="Google Shape;1298;p39"/>
          <p:cNvSpPr txBox="1"/>
          <p:nvPr>
            <p:ph type="title"/>
          </p:nvPr>
        </p:nvSpPr>
        <p:spPr>
          <a:xfrm>
            <a:off x="2896875" y="387100"/>
            <a:ext cx="4005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Experiment</a:t>
            </a:r>
            <a:endParaRPr/>
          </a:p>
        </p:txBody>
      </p:sp>
      <p:sp>
        <p:nvSpPr>
          <p:cNvPr id="1299" name="Google Shape;1299;p39"/>
          <p:cNvSpPr txBox="1"/>
          <p:nvPr>
            <p:ph idx="4294967295" type="subTitle"/>
          </p:nvPr>
        </p:nvSpPr>
        <p:spPr>
          <a:xfrm>
            <a:off x="565050" y="1030025"/>
            <a:ext cx="5368200" cy="3611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800"/>
              <a:t>Preprocessing</a:t>
            </a:r>
            <a:endParaRPr b="1" sz="1800"/>
          </a:p>
          <a:p>
            <a:pPr indent="-311150" lvl="0" marL="457200" rtl="0" algn="l">
              <a:spcBef>
                <a:spcPts val="0"/>
              </a:spcBef>
              <a:spcAft>
                <a:spcPts val="0"/>
              </a:spcAft>
              <a:buSzPts val="1300"/>
              <a:buChar char="●"/>
            </a:pPr>
            <a:r>
              <a:rPr lang="en" sz="1300"/>
              <a:t>Read .edf files by reference to bipolar montage</a:t>
            </a:r>
            <a:endParaRPr sz="1300"/>
          </a:p>
          <a:p>
            <a:pPr indent="-311150" lvl="0" marL="457200" rtl="0" algn="l">
              <a:spcBef>
                <a:spcPts val="0"/>
              </a:spcBef>
              <a:spcAft>
                <a:spcPts val="0"/>
              </a:spcAft>
              <a:buSzPts val="1300"/>
              <a:buChar char="●"/>
            </a:pPr>
            <a:r>
              <a:rPr lang="en" sz="1300"/>
              <a:t>Segment into 4 s windows</a:t>
            </a:r>
            <a:endParaRPr sz="1300"/>
          </a:p>
          <a:p>
            <a:pPr indent="0" lvl="0" marL="457200" rtl="0" algn="l">
              <a:spcBef>
                <a:spcPts val="0"/>
              </a:spcBef>
              <a:spcAft>
                <a:spcPts val="0"/>
              </a:spcAft>
              <a:buNone/>
            </a:pPr>
            <a:r>
              <a:t/>
            </a:r>
            <a:endParaRPr sz="1300"/>
          </a:p>
          <a:p>
            <a:pPr indent="0" lvl="0" marL="0" rtl="0" algn="l">
              <a:spcBef>
                <a:spcPts val="0"/>
              </a:spcBef>
              <a:spcAft>
                <a:spcPts val="0"/>
              </a:spcAft>
              <a:buNone/>
            </a:pPr>
            <a:r>
              <a:rPr b="1" lang="en" sz="1800"/>
              <a:t>Artifact Masking</a:t>
            </a:r>
            <a:endParaRPr b="1" sz="1800"/>
          </a:p>
          <a:p>
            <a:pPr indent="-311150" lvl="0" marL="457200" rtl="0" algn="l">
              <a:spcBef>
                <a:spcPts val="0"/>
              </a:spcBef>
              <a:spcAft>
                <a:spcPts val="0"/>
              </a:spcAft>
              <a:buSzPts val="1300"/>
              <a:buChar char="●"/>
            </a:pPr>
            <a:r>
              <a:rPr lang="en" sz="1300"/>
              <a:t>Use annotation labels to identify artifact vs. clean segments.</a:t>
            </a:r>
            <a:endParaRPr sz="1300"/>
          </a:p>
          <a:p>
            <a:pPr indent="0" lvl="0" marL="457200" rtl="0" algn="l">
              <a:spcBef>
                <a:spcPts val="0"/>
              </a:spcBef>
              <a:spcAft>
                <a:spcPts val="0"/>
              </a:spcAft>
              <a:buNone/>
            </a:pPr>
            <a:r>
              <a:t/>
            </a:r>
            <a:endParaRPr sz="1300"/>
          </a:p>
          <a:p>
            <a:pPr indent="0" lvl="0" marL="0" rtl="0" algn="l">
              <a:spcBef>
                <a:spcPts val="0"/>
              </a:spcBef>
              <a:spcAft>
                <a:spcPts val="0"/>
              </a:spcAft>
              <a:buNone/>
            </a:pPr>
            <a:r>
              <a:rPr b="1" lang="en" sz="1800"/>
              <a:t>Data Pair Generation</a:t>
            </a:r>
            <a:endParaRPr b="1" sz="1800"/>
          </a:p>
          <a:p>
            <a:pPr indent="-317500" lvl="0" marL="457200" rtl="0" algn="l">
              <a:spcBef>
                <a:spcPts val="0"/>
              </a:spcBef>
              <a:spcAft>
                <a:spcPts val="0"/>
              </a:spcAft>
              <a:buSzPts val="1400"/>
              <a:buChar char="●"/>
            </a:pPr>
            <a:r>
              <a:rPr lang="en"/>
              <a:t>Noisy EEG(ouput) ≈ </a:t>
            </a:r>
            <a:r>
              <a:rPr lang="en"/>
              <a:t>Clean EEG(input)</a:t>
            </a:r>
            <a:r>
              <a:rPr lang="en"/>
              <a:t> + Noisy EEG</a:t>
            </a:r>
            <a:endParaRPr/>
          </a:p>
          <a:p>
            <a:pPr indent="0" lvl="0" marL="457200" rtl="0" algn="l">
              <a:spcBef>
                <a:spcPts val="0"/>
              </a:spcBef>
              <a:spcAft>
                <a:spcPts val="0"/>
              </a:spcAft>
              <a:buNone/>
            </a:pPr>
            <a:r>
              <a:t/>
            </a:r>
            <a:endParaRPr/>
          </a:p>
          <a:p>
            <a:pPr indent="0" lvl="0" marL="0" rtl="0" algn="l">
              <a:spcBef>
                <a:spcPts val="0"/>
              </a:spcBef>
              <a:spcAft>
                <a:spcPts val="0"/>
              </a:spcAft>
              <a:buNone/>
            </a:pPr>
            <a:r>
              <a:rPr b="1" lang="en" sz="1800"/>
              <a:t>Model Training</a:t>
            </a:r>
            <a:endParaRPr b="1" sz="1800"/>
          </a:p>
          <a:p>
            <a:pPr indent="-342900" lvl="0" marL="457200" rtl="0" algn="l">
              <a:spcBef>
                <a:spcPts val="0"/>
              </a:spcBef>
              <a:spcAft>
                <a:spcPts val="0"/>
              </a:spcAft>
              <a:buSzPts val="1800"/>
              <a:buChar char="●"/>
            </a:pPr>
            <a:r>
              <a:rPr lang="en"/>
              <a:t>Train the LSTM-GAN on these noisy/clean pairs</a:t>
            </a:r>
            <a:endParaRPr b="1" sz="1800"/>
          </a:p>
          <a:p>
            <a:pPr indent="-317500" lvl="0" marL="457200" rtl="0" algn="l">
              <a:spcBef>
                <a:spcPts val="0"/>
              </a:spcBef>
              <a:spcAft>
                <a:spcPts val="0"/>
              </a:spcAft>
              <a:buSzPts val="1400"/>
              <a:buChar char="●"/>
            </a:pPr>
            <a:r>
              <a:rPr lang="en"/>
              <a:t>Clean EEG ≈ Noisy EEG − Generator(Noisy EEG)</a:t>
            </a:r>
            <a:endParaRPr/>
          </a:p>
          <a:p>
            <a:pPr indent="-317500" lvl="0" marL="457200" rtl="0" algn="l">
              <a:spcBef>
                <a:spcPts val="0"/>
              </a:spcBef>
              <a:spcAft>
                <a:spcPts val="0"/>
              </a:spcAft>
              <a:buSzPts val="1400"/>
              <a:buChar char="●"/>
            </a:pPr>
            <a:r>
              <a:rPr lang="en"/>
              <a:t>Losses - Adversarial loss (GAN) + reconstruction (MSE) loss for fidelity</a:t>
            </a:r>
            <a:endParaRPr/>
          </a:p>
          <a:p>
            <a:pPr indent="0" lvl="0" marL="0" rtl="0" algn="l">
              <a:spcBef>
                <a:spcPts val="0"/>
              </a:spcBef>
              <a:spcAft>
                <a:spcPts val="0"/>
              </a:spcAft>
              <a:buNone/>
            </a:pPr>
            <a:r>
              <a:t/>
            </a:r>
            <a:endParaRPr b="1"/>
          </a:p>
        </p:txBody>
      </p:sp>
      <p:sp>
        <p:nvSpPr>
          <p:cNvPr id="1300" name="Google Shape;1300;p39"/>
          <p:cNvSpPr txBox="1"/>
          <p:nvPr/>
        </p:nvSpPr>
        <p:spPr>
          <a:xfrm>
            <a:off x="675325" y="4080950"/>
            <a:ext cx="784200" cy="224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solidFill>
                  <a:srgbClr val="212121"/>
                </a:solidFill>
                <a:latin typeface="Montserrat"/>
                <a:ea typeface="Montserrat"/>
                <a:cs typeface="Montserrat"/>
                <a:sym typeface="Montserrat"/>
              </a:rPr>
              <a:t>[B,C, T</a:t>
            </a:r>
            <a:endParaRPr sz="1000">
              <a:solidFill>
                <a:srgbClr val="212121"/>
              </a:solidFill>
              <a:latin typeface="Montserrat"/>
              <a:ea typeface="Montserrat"/>
              <a:cs typeface="Montserrat"/>
              <a:sym typeface="Montserrat"/>
            </a:endParaRPr>
          </a:p>
        </p:txBody>
      </p:sp>
      <p:pic>
        <p:nvPicPr>
          <p:cNvPr id="1301" name="Google Shape;1301;p39" title="pair.png"/>
          <p:cNvPicPr preferRelativeResize="0"/>
          <p:nvPr/>
        </p:nvPicPr>
        <p:blipFill>
          <a:blip r:embed="rId4">
            <a:alphaModFix/>
          </a:blip>
          <a:stretch>
            <a:fillRect/>
          </a:stretch>
        </p:blipFill>
        <p:spPr>
          <a:xfrm>
            <a:off x="5534600" y="1188425"/>
            <a:ext cx="3255224" cy="1606274"/>
          </a:xfrm>
          <a:prstGeom prst="rect">
            <a:avLst/>
          </a:prstGeom>
          <a:noFill/>
          <a:ln>
            <a:noFill/>
          </a:ln>
        </p:spPr>
      </p:pic>
      <p:pic>
        <p:nvPicPr>
          <p:cNvPr id="1302" name="Google Shape;1302;p39" title="training.png"/>
          <p:cNvPicPr preferRelativeResize="0"/>
          <p:nvPr/>
        </p:nvPicPr>
        <p:blipFill>
          <a:blip r:embed="rId5">
            <a:alphaModFix/>
          </a:blip>
          <a:stretch>
            <a:fillRect/>
          </a:stretch>
        </p:blipFill>
        <p:spPr>
          <a:xfrm>
            <a:off x="5534600" y="3237300"/>
            <a:ext cx="3255225" cy="1290201"/>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6" name="Shape 1306"/>
        <p:cNvGrpSpPr/>
        <p:nvPr/>
      </p:nvGrpSpPr>
      <p:grpSpPr>
        <a:xfrm>
          <a:off x="0" y="0"/>
          <a:ext cx="0" cy="0"/>
          <a:chOff x="0" y="0"/>
          <a:chExt cx="0" cy="0"/>
        </a:xfrm>
      </p:grpSpPr>
      <p:pic>
        <p:nvPicPr>
          <p:cNvPr id="1307" name="Google Shape;1307;p40"/>
          <p:cNvPicPr preferRelativeResize="0"/>
          <p:nvPr/>
        </p:nvPicPr>
        <p:blipFill rotWithShape="1">
          <a:blip r:embed="rId3">
            <a:alphaModFix/>
          </a:blip>
          <a:srcRect b="5390" l="26806" r="25401" t="7660"/>
          <a:stretch/>
        </p:blipFill>
        <p:spPr>
          <a:xfrm>
            <a:off x="484075" y="2724275"/>
            <a:ext cx="1739952" cy="1780604"/>
          </a:xfrm>
          <a:prstGeom prst="rect">
            <a:avLst/>
          </a:prstGeom>
          <a:noFill/>
          <a:ln>
            <a:noFill/>
          </a:ln>
        </p:spPr>
      </p:pic>
      <p:pic>
        <p:nvPicPr>
          <p:cNvPr id="1308" name="Google Shape;1308;p40"/>
          <p:cNvPicPr preferRelativeResize="0"/>
          <p:nvPr/>
        </p:nvPicPr>
        <p:blipFill rotWithShape="1">
          <a:blip r:embed="rId4">
            <a:alphaModFix/>
          </a:blip>
          <a:srcRect b="5838" l="25537" r="23467" t="7152"/>
          <a:stretch/>
        </p:blipFill>
        <p:spPr>
          <a:xfrm>
            <a:off x="1491599" y="333475"/>
            <a:ext cx="1920000" cy="1842726"/>
          </a:xfrm>
          <a:prstGeom prst="rect">
            <a:avLst/>
          </a:prstGeom>
          <a:noFill/>
          <a:ln>
            <a:noFill/>
          </a:ln>
        </p:spPr>
      </p:pic>
      <p:pic>
        <p:nvPicPr>
          <p:cNvPr id="1309" name="Google Shape;1309;p40"/>
          <p:cNvPicPr preferRelativeResize="0"/>
          <p:nvPr/>
        </p:nvPicPr>
        <p:blipFill rotWithShape="1">
          <a:blip r:embed="rId5">
            <a:alphaModFix/>
          </a:blip>
          <a:srcRect b="0" l="22009" r="18455" t="0"/>
          <a:stretch/>
        </p:blipFill>
        <p:spPr>
          <a:xfrm rot="-1020103">
            <a:off x="5083338" y="473539"/>
            <a:ext cx="652201" cy="616226"/>
          </a:xfrm>
          <a:prstGeom prst="rect">
            <a:avLst/>
          </a:prstGeom>
          <a:noFill/>
          <a:ln>
            <a:noFill/>
          </a:ln>
        </p:spPr>
      </p:pic>
      <p:pic>
        <p:nvPicPr>
          <p:cNvPr id="1310" name="Google Shape;1310;p40"/>
          <p:cNvPicPr preferRelativeResize="0"/>
          <p:nvPr/>
        </p:nvPicPr>
        <p:blipFill rotWithShape="1">
          <a:blip r:embed="rId5">
            <a:alphaModFix/>
          </a:blip>
          <a:srcRect b="0" l="22009" r="18455" t="0"/>
          <a:stretch/>
        </p:blipFill>
        <p:spPr>
          <a:xfrm rot="3321565">
            <a:off x="3843063" y="3766862"/>
            <a:ext cx="652200" cy="616227"/>
          </a:xfrm>
          <a:prstGeom prst="rect">
            <a:avLst/>
          </a:prstGeom>
          <a:noFill/>
          <a:ln>
            <a:noFill/>
          </a:ln>
        </p:spPr>
      </p:pic>
      <p:sp>
        <p:nvSpPr>
          <p:cNvPr id="1311" name="Google Shape;1311;p40"/>
          <p:cNvSpPr txBox="1"/>
          <p:nvPr>
            <p:ph type="title"/>
          </p:nvPr>
        </p:nvSpPr>
        <p:spPr>
          <a:xfrm>
            <a:off x="3664650" y="495300"/>
            <a:ext cx="1674600" cy="572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Result</a:t>
            </a:r>
            <a:endParaRPr/>
          </a:p>
        </p:txBody>
      </p:sp>
      <p:sp>
        <p:nvSpPr>
          <p:cNvPr id="1312" name="Google Shape;1312;p40"/>
          <p:cNvSpPr txBox="1"/>
          <p:nvPr/>
        </p:nvSpPr>
        <p:spPr>
          <a:xfrm>
            <a:off x="6803425" y="1095450"/>
            <a:ext cx="922200" cy="299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solidFill>
                  <a:srgbClr val="212121"/>
                </a:solidFill>
                <a:latin typeface="Montserrat"/>
                <a:ea typeface="Montserrat"/>
                <a:cs typeface="Montserrat"/>
                <a:sym typeface="Montserrat"/>
              </a:rPr>
              <a:t>[8192, 64]</a:t>
            </a:r>
            <a:endParaRPr sz="1000">
              <a:solidFill>
                <a:srgbClr val="212121"/>
              </a:solidFill>
              <a:latin typeface="Montserrat"/>
              <a:ea typeface="Montserrat"/>
              <a:cs typeface="Montserrat"/>
              <a:sym typeface="Montserrat"/>
            </a:endParaRPr>
          </a:p>
        </p:txBody>
      </p:sp>
      <p:sp>
        <p:nvSpPr>
          <p:cNvPr id="1313" name="Google Shape;1313;p40"/>
          <p:cNvSpPr txBox="1"/>
          <p:nvPr/>
        </p:nvSpPr>
        <p:spPr>
          <a:xfrm>
            <a:off x="6270825" y="1594700"/>
            <a:ext cx="1626000" cy="424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000">
                <a:solidFill>
                  <a:srgbClr val="191919"/>
                </a:solidFill>
                <a:latin typeface="Montserrat"/>
                <a:ea typeface="Montserrat"/>
                <a:cs typeface="Montserrat"/>
                <a:sym typeface="Montserrat"/>
              </a:rPr>
              <a:t>vector-quantized patches</a:t>
            </a:r>
            <a:endParaRPr sz="1000">
              <a:solidFill>
                <a:srgbClr val="191919"/>
              </a:solidFill>
              <a:latin typeface="Montserrat"/>
              <a:ea typeface="Montserrat"/>
              <a:cs typeface="Montserrat"/>
              <a:sym typeface="Montserrat"/>
            </a:endParaRPr>
          </a:p>
          <a:p>
            <a:pPr indent="0" lvl="0" marL="0" rtl="0" algn="l">
              <a:spcBef>
                <a:spcPts val="0"/>
              </a:spcBef>
              <a:spcAft>
                <a:spcPts val="0"/>
              </a:spcAft>
              <a:buNone/>
            </a:pPr>
            <a:r>
              <a:t/>
            </a:r>
            <a:endParaRPr sz="1000">
              <a:solidFill>
                <a:srgbClr val="191919"/>
              </a:solidFill>
              <a:latin typeface="Montserrat"/>
              <a:ea typeface="Montserrat"/>
              <a:cs typeface="Montserrat"/>
              <a:sym typeface="Montserrat"/>
            </a:endParaRPr>
          </a:p>
        </p:txBody>
      </p:sp>
      <p:sp>
        <p:nvSpPr>
          <p:cNvPr id="1314" name="Google Shape;1314;p40"/>
          <p:cNvSpPr txBox="1"/>
          <p:nvPr>
            <p:ph idx="4294967295" type="subTitle"/>
          </p:nvPr>
        </p:nvSpPr>
        <p:spPr>
          <a:xfrm>
            <a:off x="603550" y="1095450"/>
            <a:ext cx="4819200" cy="3579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100">
                <a:latin typeface="Montserrat Black"/>
                <a:ea typeface="Montserrat Black"/>
                <a:cs typeface="Montserrat Black"/>
                <a:sym typeface="Montserrat Black"/>
              </a:rPr>
              <a:t>Metrics</a:t>
            </a:r>
            <a:endParaRPr sz="2100">
              <a:latin typeface="Montserrat Black"/>
              <a:ea typeface="Montserrat Black"/>
              <a:cs typeface="Montserrat Black"/>
              <a:sym typeface="Montserrat Black"/>
            </a:endParaRPr>
          </a:p>
          <a:p>
            <a:pPr indent="-317500" lvl="0" marL="457200" rtl="0" algn="l">
              <a:spcBef>
                <a:spcPts val="0"/>
              </a:spcBef>
              <a:spcAft>
                <a:spcPts val="0"/>
              </a:spcAft>
              <a:buSzPts val="1400"/>
              <a:buChar char="●"/>
            </a:pPr>
            <a:r>
              <a:rPr lang="en">
                <a:latin typeface="Montserrat Black"/>
                <a:ea typeface="Montserrat Black"/>
                <a:cs typeface="Montserrat Black"/>
                <a:sym typeface="Montserrat Black"/>
              </a:rPr>
              <a:t>SNR</a:t>
            </a:r>
            <a:r>
              <a:rPr lang="en"/>
              <a:t> increases - Avg SNR: 14.39 dB, </a:t>
            </a:r>
            <a:endParaRPr/>
          </a:p>
          <a:p>
            <a:pPr indent="0" lvl="0" marL="457200" rtl="0" algn="l">
              <a:spcBef>
                <a:spcPts val="0"/>
              </a:spcBef>
              <a:spcAft>
                <a:spcPts val="0"/>
              </a:spcAft>
              <a:buNone/>
            </a:pPr>
            <a:r>
              <a:rPr lang="en" sz="1000"/>
              <a:t>Std: 6.41, 95% CI: (14.20, 14.59)</a:t>
            </a:r>
            <a:endParaRPr sz="1000"/>
          </a:p>
          <a:p>
            <a:pPr indent="-317500" lvl="0" marL="457200" rtl="0" algn="l">
              <a:spcBef>
                <a:spcPts val="0"/>
              </a:spcBef>
              <a:spcAft>
                <a:spcPts val="0"/>
              </a:spcAft>
              <a:buSzPts val="1400"/>
              <a:buChar char="●"/>
            </a:pPr>
            <a:r>
              <a:rPr lang="en">
                <a:latin typeface="Montserrat Black"/>
                <a:ea typeface="Montserrat Black"/>
                <a:cs typeface="Montserrat Black"/>
                <a:sym typeface="Montserrat Black"/>
              </a:rPr>
              <a:t>RMSE</a:t>
            </a:r>
            <a:r>
              <a:rPr lang="en"/>
              <a:t> decreases - Avg RMSE: 0.3174, </a:t>
            </a:r>
            <a:endParaRPr/>
          </a:p>
          <a:p>
            <a:pPr indent="0" lvl="0" marL="457200" rtl="0" algn="l">
              <a:spcBef>
                <a:spcPts val="0"/>
              </a:spcBef>
              <a:spcAft>
                <a:spcPts val="0"/>
              </a:spcAft>
              <a:buNone/>
            </a:pPr>
            <a:r>
              <a:rPr lang="en" sz="1000"/>
              <a:t>Std: 0.9321,, 95% CI:(0.29, 0.34)</a:t>
            </a:r>
            <a:endParaRPr sz="1000"/>
          </a:p>
          <a:p>
            <a:pPr indent="-317500" lvl="0" marL="457200" rtl="0" algn="l">
              <a:spcBef>
                <a:spcPts val="0"/>
              </a:spcBef>
              <a:spcAft>
                <a:spcPts val="0"/>
              </a:spcAft>
              <a:buSzPts val="1400"/>
              <a:buChar char="●"/>
            </a:pPr>
            <a:r>
              <a:rPr lang="en">
                <a:latin typeface="Montserrat Black"/>
                <a:ea typeface="Montserrat Black"/>
                <a:cs typeface="Montserrat Black"/>
                <a:sym typeface="Montserrat Black"/>
              </a:rPr>
              <a:t>Pearson correlation coefficient</a:t>
            </a:r>
            <a:r>
              <a:rPr lang="en"/>
              <a:t>: 0.877</a:t>
            </a:r>
            <a:endParaRPr/>
          </a:p>
          <a:p>
            <a:pPr indent="-317500" lvl="0" marL="457200" rtl="0" algn="l">
              <a:spcBef>
                <a:spcPts val="0"/>
              </a:spcBef>
              <a:spcAft>
                <a:spcPts val="0"/>
              </a:spcAft>
              <a:buSzPts val="1400"/>
              <a:buChar char="●"/>
            </a:pPr>
            <a:r>
              <a:rPr lang="en">
                <a:latin typeface="Montserrat Black"/>
                <a:ea typeface="Montserrat Black"/>
                <a:cs typeface="Montserrat Black"/>
                <a:sym typeface="Montserrat Black"/>
              </a:rPr>
              <a:t>Paired t-test</a:t>
            </a:r>
            <a:r>
              <a:rPr lang="en"/>
              <a:t>: t-stat = 43.04, p-value &lt; 0.0001</a:t>
            </a:r>
            <a:endParaRPr/>
          </a:p>
          <a:p>
            <a:pPr indent="0" lvl="0" marL="0" rtl="0" algn="l">
              <a:spcBef>
                <a:spcPts val="0"/>
              </a:spcBef>
              <a:spcAft>
                <a:spcPts val="0"/>
              </a:spcAft>
              <a:buNone/>
            </a:pPr>
            <a:r>
              <a:t/>
            </a:r>
            <a:endParaRPr sz="1200"/>
          </a:p>
          <a:p>
            <a:pPr indent="0" lvl="0" marL="0" rtl="0" algn="l">
              <a:spcBef>
                <a:spcPts val="0"/>
              </a:spcBef>
              <a:spcAft>
                <a:spcPts val="0"/>
              </a:spcAft>
              <a:buNone/>
            </a:pPr>
            <a:r>
              <a:t/>
            </a:r>
            <a:endParaRPr sz="1200"/>
          </a:p>
          <a:p>
            <a:pPr indent="0" lvl="0" marL="0" rtl="0" algn="l">
              <a:spcBef>
                <a:spcPts val="0"/>
              </a:spcBef>
              <a:spcAft>
                <a:spcPts val="0"/>
              </a:spcAft>
              <a:buNone/>
            </a:pPr>
            <a:r>
              <a:t/>
            </a:r>
            <a:endParaRPr sz="1200"/>
          </a:p>
          <a:p>
            <a:pPr indent="0" lvl="0" marL="0" rtl="0" algn="l">
              <a:spcBef>
                <a:spcPts val="0"/>
              </a:spcBef>
              <a:spcAft>
                <a:spcPts val="0"/>
              </a:spcAft>
              <a:buNone/>
            </a:pPr>
            <a:r>
              <a:rPr lang="en" sz="2100">
                <a:latin typeface="Montserrat Black"/>
                <a:ea typeface="Montserrat Black"/>
                <a:cs typeface="Montserrat Black"/>
                <a:sym typeface="Montserrat Black"/>
              </a:rPr>
              <a:t>Time‑Domain Comparison</a:t>
            </a:r>
            <a:endParaRPr sz="2100">
              <a:latin typeface="Montserrat Black"/>
              <a:ea typeface="Montserrat Black"/>
              <a:cs typeface="Montserrat Black"/>
              <a:sym typeface="Montserrat Black"/>
            </a:endParaRPr>
          </a:p>
          <a:p>
            <a:pPr indent="0" lvl="0" marL="0" marR="0" rtl="0" algn="l">
              <a:lnSpc>
                <a:spcPct val="100000"/>
              </a:lnSpc>
              <a:spcBef>
                <a:spcPts val="0"/>
              </a:spcBef>
              <a:spcAft>
                <a:spcPts val="0"/>
              </a:spcAft>
              <a:buNone/>
            </a:pPr>
            <a:r>
              <a:rPr lang="en"/>
              <a:t>Denoised signal (green) aligns with clean EEG (blue)</a:t>
            </a:r>
            <a:endParaRPr/>
          </a:p>
          <a:p>
            <a:pPr indent="0" lvl="0" marL="0" marR="0" rtl="0" algn="l">
              <a:lnSpc>
                <a:spcPct val="100000"/>
              </a:lnSpc>
              <a:spcBef>
                <a:spcPts val="0"/>
              </a:spcBef>
              <a:spcAft>
                <a:spcPts val="0"/>
              </a:spcAft>
              <a:buNone/>
            </a:pPr>
            <a:r>
              <a:rPr lang="en"/>
              <a:t>Artifact peaks are successfully removed</a:t>
            </a:r>
            <a:endParaRPr/>
          </a:p>
          <a:p>
            <a:pPr indent="0" lvl="0" marL="0" rtl="0" algn="l">
              <a:spcBef>
                <a:spcPts val="0"/>
              </a:spcBef>
              <a:spcAft>
                <a:spcPts val="0"/>
              </a:spcAft>
              <a:buNone/>
            </a:pPr>
            <a:r>
              <a:t/>
            </a:r>
            <a:endParaRPr sz="1200"/>
          </a:p>
          <a:p>
            <a:pPr indent="0" lvl="0" marL="0" rtl="0" algn="l">
              <a:spcBef>
                <a:spcPts val="0"/>
              </a:spcBef>
              <a:spcAft>
                <a:spcPts val="0"/>
              </a:spcAft>
              <a:buNone/>
            </a:pPr>
            <a:r>
              <a:t/>
            </a:r>
            <a:endParaRPr sz="2100">
              <a:latin typeface="Montserrat Black"/>
              <a:ea typeface="Montserrat Black"/>
              <a:cs typeface="Montserrat Black"/>
              <a:sym typeface="Montserrat Black"/>
            </a:endParaRPr>
          </a:p>
        </p:txBody>
      </p:sp>
      <p:grpSp>
        <p:nvGrpSpPr>
          <p:cNvPr id="1315" name="Google Shape;1315;p40"/>
          <p:cNvGrpSpPr/>
          <p:nvPr/>
        </p:nvGrpSpPr>
        <p:grpSpPr>
          <a:xfrm>
            <a:off x="5339250" y="1247850"/>
            <a:ext cx="3598725" cy="2159250"/>
            <a:chOff x="5339250" y="1171650"/>
            <a:chExt cx="3598725" cy="2159250"/>
          </a:xfrm>
        </p:grpSpPr>
        <p:pic>
          <p:nvPicPr>
            <p:cNvPr id="1316" name="Google Shape;1316;p40" title="test_rrmse_learning_curve.png"/>
            <p:cNvPicPr preferRelativeResize="0"/>
            <p:nvPr/>
          </p:nvPicPr>
          <p:blipFill>
            <a:blip r:embed="rId6">
              <a:alphaModFix/>
            </a:blip>
            <a:stretch>
              <a:fillRect/>
            </a:stretch>
          </p:blipFill>
          <p:spPr>
            <a:xfrm>
              <a:off x="5339250" y="2251281"/>
              <a:ext cx="1799363" cy="1079619"/>
            </a:xfrm>
            <a:prstGeom prst="rect">
              <a:avLst/>
            </a:prstGeom>
            <a:noFill/>
            <a:ln>
              <a:noFill/>
            </a:ln>
          </p:spPr>
        </p:pic>
        <p:pic>
          <p:nvPicPr>
            <p:cNvPr id="1317" name="Google Shape;1317;p40" title="test_snr_learning_curve.png"/>
            <p:cNvPicPr preferRelativeResize="0"/>
            <p:nvPr/>
          </p:nvPicPr>
          <p:blipFill>
            <a:blip r:embed="rId7">
              <a:alphaModFix/>
            </a:blip>
            <a:stretch>
              <a:fillRect/>
            </a:stretch>
          </p:blipFill>
          <p:spPr>
            <a:xfrm>
              <a:off x="7138613" y="1171656"/>
              <a:ext cx="1799363" cy="1079625"/>
            </a:xfrm>
            <a:prstGeom prst="rect">
              <a:avLst/>
            </a:prstGeom>
            <a:noFill/>
            <a:ln>
              <a:noFill/>
            </a:ln>
          </p:spPr>
        </p:pic>
        <p:pic>
          <p:nvPicPr>
            <p:cNvPr id="1318" name="Google Shape;1318;p40" title="training_loss_curves.png"/>
            <p:cNvPicPr preferRelativeResize="0"/>
            <p:nvPr/>
          </p:nvPicPr>
          <p:blipFill>
            <a:blip r:embed="rId8">
              <a:alphaModFix/>
            </a:blip>
            <a:stretch>
              <a:fillRect/>
            </a:stretch>
          </p:blipFill>
          <p:spPr>
            <a:xfrm>
              <a:off x="5339250" y="1171650"/>
              <a:ext cx="1799363" cy="1079631"/>
            </a:xfrm>
            <a:prstGeom prst="rect">
              <a:avLst/>
            </a:prstGeom>
            <a:noFill/>
            <a:ln>
              <a:noFill/>
            </a:ln>
          </p:spPr>
        </p:pic>
        <p:pic>
          <p:nvPicPr>
            <p:cNvPr id="1319" name="Google Shape;1319;p40" title="test_corr_learning_curve.png"/>
            <p:cNvPicPr preferRelativeResize="0"/>
            <p:nvPr/>
          </p:nvPicPr>
          <p:blipFill>
            <a:blip r:embed="rId9">
              <a:alphaModFix/>
            </a:blip>
            <a:stretch>
              <a:fillRect/>
            </a:stretch>
          </p:blipFill>
          <p:spPr>
            <a:xfrm>
              <a:off x="7138612" y="2251281"/>
              <a:ext cx="1799345" cy="1079609"/>
            </a:xfrm>
            <a:prstGeom prst="rect">
              <a:avLst/>
            </a:prstGeom>
            <a:noFill/>
            <a:ln>
              <a:noFill/>
            </a:ln>
          </p:spPr>
        </p:pic>
      </p:grpSp>
      <p:pic>
        <p:nvPicPr>
          <p:cNvPr id="1320" name="Google Shape;1320;p40" title="result.png"/>
          <p:cNvPicPr preferRelativeResize="0"/>
          <p:nvPr/>
        </p:nvPicPr>
        <p:blipFill>
          <a:blip r:embed="rId10">
            <a:alphaModFix/>
          </a:blip>
          <a:stretch>
            <a:fillRect/>
          </a:stretch>
        </p:blipFill>
        <p:spPr>
          <a:xfrm>
            <a:off x="5339250" y="3750500"/>
            <a:ext cx="3551523" cy="96962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4" name="Shape 1324"/>
        <p:cNvGrpSpPr/>
        <p:nvPr/>
      </p:nvGrpSpPr>
      <p:grpSpPr>
        <a:xfrm>
          <a:off x="0" y="0"/>
          <a:ext cx="0" cy="0"/>
          <a:chOff x="0" y="0"/>
          <a:chExt cx="0" cy="0"/>
        </a:xfrm>
      </p:grpSpPr>
      <p:pic>
        <p:nvPicPr>
          <p:cNvPr id="1325" name="Google Shape;1325;p41"/>
          <p:cNvPicPr preferRelativeResize="0"/>
          <p:nvPr/>
        </p:nvPicPr>
        <p:blipFill>
          <a:blip r:embed="rId3">
            <a:alphaModFix/>
          </a:blip>
          <a:stretch>
            <a:fillRect/>
          </a:stretch>
        </p:blipFill>
        <p:spPr>
          <a:xfrm>
            <a:off x="0" y="0"/>
            <a:ext cx="9144000" cy="2553300"/>
          </a:xfrm>
          <a:prstGeom prst="rect">
            <a:avLst/>
          </a:prstGeom>
          <a:noFill/>
          <a:ln>
            <a:noFill/>
          </a:ln>
        </p:spPr>
      </p:pic>
      <p:sp>
        <p:nvSpPr>
          <p:cNvPr id="1326" name="Google Shape;1326;p41"/>
          <p:cNvSpPr txBox="1"/>
          <p:nvPr>
            <p:ph idx="1" type="subTitle"/>
          </p:nvPr>
        </p:nvSpPr>
        <p:spPr>
          <a:xfrm>
            <a:off x="346825" y="2723550"/>
            <a:ext cx="4590000" cy="1356000"/>
          </a:xfrm>
          <a:prstGeom prst="rect">
            <a:avLst/>
          </a:prstGeom>
        </p:spPr>
        <p:txBody>
          <a:bodyPr anchorCtr="0" anchor="t" bIns="91425" lIns="91425" spcFirstLastPara="1" rIns="91425" wrap="square" tIns="91425">
            <a:noAutofit/>
          </a:bodyPr>
          <a:lstStyle/>
          <a:p>
            <a:pPr indent="-317500" lvl="0" marL="457200" rtl="0" algn="l">
              <a:spcBef>
                <a:spcPts val="0"/>
              </a:spcBef>
              <a:spcAft>
                <a:spcPts val="0"/>
              </a:spcAft>
              <a:buSzPts val="1400"/>
              <a:buChar char="●"/>
            </a:pPr>
            <a:r>
              <a:rPr lang="en"/>
              <a:t>LSTM‑GAN effectively removes real-world artifacts while preserving EEG content.</a:t>
            </a:r>
            <a:endParaRPr/>
          </a:p>
          <a:p>
            <a:pPr indent="-317500" lvl="0" marL="457200" rtl="0" algn="l">
              <a:spcBef>
                <a:spcPts val="0"/>
              </a:spcBef>
              <a:spcAft>
                <a:spcPts val="0"/>
              </a:spcAft>
              <a:buSzPts val="1400"/>
              <a:buChar char="●"/>
            </a:pPr>
            <a:r>
              <a:rPr lang="en"/>
              <a:t>TUAR’s high-quality annotations enable semi‑supervised training on clinical data.</a:t>
            </a:r>
            <a:endParaRPr/>
          </a:p>
          <a:p>
            <a:pPr indent="-317500" lvl="0" marL="457200" rtl="0" algn="l">
              <a:spcBef>
                <a:spcPts val="0"/>
              </a:spcBef>
              <a:spcAft>
                <a:spcPts val="0"/>
              </a:spcAft>
              <a:buSzPts val="1400"/>
              <a:buChar char="●"/>
            </a:pPr>
            <a:r>
              <a:rPr lang="en"/>
              <a:t>Results demonstrate substantial SNR gains and minimal distortion of true EEG.</a:t>
            </a:r>
            <a:endParaRPr/>
          </a:p>
          <a:p>
            <a:pPr indent="0" lvl="0" marL="0" rtl="0" algn="l">
              <a:spcBef>
                <a:spcPts val="0"/>
              </a:spcBef>
              <a:spcAft>
                <a:spcPts val="0"/>
              </a:spcAft>
              <a:buNone/>
            </a:pPr>
            <a:r>
              <a:t/>
            </a:r>
            <a:endParaRPr/>
          </a:p>
        </p:txBody>
      </p:sp>
      <p:sp>
        <p:nvSpPr>
          <p:cNvPr id="1327" name="Google Shape;1327;p41"/>
          <p:cNvSpPr txBox="1"/>
          <p:nvPr>
            <p:ph idx="3" type="subTitle"/>
          </p:nvPr>
        </p:nvSpPr>
        <p:spPr>
          <a:xfrm>
            <a:off x="4721475" y="2723550"/>
            <a:ext cx="4044600" cy="1771500"/>
          </a:xfrm>
          <a:prstGeom prst="rect">
            <a:avLst/>
          </a:prstGeom>
        </p:spPr>
        <p:txBody>
          <a:bodyPr anchorCtr="0" anchor="t" bIns="91425" lIns="91425" spcFirstLastPara="1" rIns="91425" wrap="square" tIns="91425">
            <a:noAutofit/>
          </a:bodyPr>
          <a:lstStyle/>
          <a:p>
            <a:pPr indent="-317500" lvl="0" marL="457200" rtl="0" algn="l">
              <a:spcBef>
                <a:spcPts val="0"/>
              </a:spcBef>
              <a:spcAft>
                <a:spcPts val="0"/>
              </a:spcAft>
              <a:buSzPts val="1400"/>
              <a:buChar char="●"/>
            </a:pPr>
            <a:r>
              <a:rPr lang="en"/>
              <a:t>P</a:t>
            </a:r>
            <a:r>
              <a:rPr lang="en"/>
              <a:t>erformance variability need further refining the network architecture and data augmentation strategies.</a:t>
            </a:r>
            <a:endParaRPr/>
          </a:p>
          <a:p>
            <a:pPr indent="-317500" lvl="0" marL="457200" rtl="0" algn="l">
              <a:spcBef>
                <a:spcPts val="0"/>
              </a:spcBef>
              <a:spcAft>
                <a:spcPts val="0"/>
              </a:spcAft>
              <a:buSzPts val="1400"/>
              <a:buChar char="●"/>
            </a:pPr>
            <a:r>
              <a:rPr lang="en"/>
              <a:t>I</a:t>
            </a:r>
            <a:r>
              <a:rPr lang="en"/>
              <a:t>ntegrating complementary artifact removal techniques (like adaptive filters) with our deep model to capture edge cases.</a:t>
            </a:r>
            <a:endParaRPr/>
          </a:p>
          <a:p>
            <a:pPr indent="0" lvl="0" marL="457200" rtl="0" algn="l">
              <a:spcBef>
                <a:spcPts val="0"/>
              </a:spcBef>
              <a:spcAft>
                <a:spcPts val="0"/>
              </a:spcAft>
              <a:buNone/>
            </a:pPr>
            <a:r>
              <a:t/>
            </a:r>
            <a:endParaRPr/>
          </a:p>
        </p:txBody>
      </p:sp>
      <p:sp>
        <p:nvSpPr>
          <p:cNvPr id="1328" name="Google Shape;1328;p41"/>
          <p:cNvSpPr txBox="1"/>
          <p:nvPr>
            <p:ph idx="4" type="subTitle"/>
          </p:nvPr>
        </p:nvSpPr>
        <p:spPr>
          <a:xfrm>
            <a:off x="926987" y="2116575"/>
            <a:ext cx="2095200" cy="4572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Conclusion:</a:t>
            </a:r>
            <a:endParaRPr/>
          </a:p>
        </p:txBody>
      </p:sp>
      <p:sp>
        <p:nvSpPr>
          <p:cNvPr id="1329" name="Google Shape;1329;p41"/>
          <p:cNvSpPr txBox="1"/>
          <p:nvPr>
            <p:ph idx="6" type="subTitle"/>
          </p:nvPr>
        </p:nvSpPr>
        <p:spPr>
          <a:xfrm>
            <a:off x="5319346" y="2116575"/>
            <a:ext cx="2897700" cy="4572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Future Improvements:</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E2A47"/>
        </a:solidFill>
      </p:bgPr>
    </p:bg>
    <p:spTree>
      <p:nvGrpSpPr>
        <p:cNvPr id="1333" name="Shape 1333"/>
        <p:cNvGrpSpPr/>
        <p:nvPr/>
      </p:nvGrpSpPr>
      <p:grpSpPr>
        <a:xfrm>
          <a:off x="0" y="0"/>
          <a:ext cx="0" cy="0"/>
          <a:chOff x="0" y="0"/>
          <a:chExt cx="0" cy="0"/>
        </a:xfrm>
      </p:grpSpPr>
      <p:sp>
        <p:nvSpPr>
          <p:cNvPr id="1334" name="Google Shape;1334;p42"/>
          <p:cNvSpPr txBox="1"/>
          <p:nvPr>
            <p:ph type="title"/>
          </p:nvPr>
        </p:nvSpPr>
        <p:spPr>
          <a:xfrm>
            <a:off x="716775" y="510900"/>
            <a:ext cx="7710600" cy="4824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Reference</a:t>
            </a:r>
            <a:endParaRPr/>
          </a:p>
        </p:txBody>
      </p:sp>
      <p:sp>
        <p:nvSpPr>
          <p:cNvPr id="1335" name="Google Shape;1335;p42"/>
          <p:cNvSpPr txBox="1"/>
          <p:nvPr/>
        </p:nvSpPr>
        <p:spPr>
          <a:xfrm>
            <a:off x="716700" y="1188000"/>
            <a:ext cx="7710600" cy="3444600"/>
          </a:xfrm>
          <a:prstGeom prst="rect">
            <a:avLst/>
          </a:prstGeom>
          <a:noFill/>
          <a:ln>
            <a:noFill/>
          </a:ln>
        </p:spPr>
        <p:txBody>
          <a:bodyPr anchorCtr="0" anchor="t" bIns="91425" lIns="91425" spcFirstLastPara="1" rIns="91425" wrap="square" tIns="91425">
            <a:noAutofit/>
          </a:bodyPr>
          <a:lstStyle/>
          <a:p>
            <a:pPr indent="-298450" lvl="0" marL="457200" rtl="0" algn="l">
              <a:spcBef>
                <a:spcPts val="0"/>
              </a:spcBef>
              <a:spcAft>
                <a:spcPts val="0"/>
              </a:spcAft>
              <a:buClr>
                <a:schemeClr val="lt1"/>
              </a:buClr>
              <a:buSzPts val="1100"/>
              <a:buChar char="●"/>
            </a:pPr>
            <a:r>
              <a:rPr lang="en" sz="1100">
                <a:solidFill>
                  <a:schemeClr val="lt1"/>
                </a:solidFill>
              </a:rPr>
              <a:t>Brophy, C., Smith, H., &amp; Zhao, L. (2022). An lstm-based generative adversarial network for eeg artifact removal. Frontiers in Neuroscience, 16, 812345.</a:t>
            </a:r>
            <a:endParaRPr sz="1100">
              <a:solidFill>
                <a:schemeClr val="lt1"/>
              </a:solidFill>
            </a:endParaRPr>
          </a:p>
          <a:p>
            <a:pPr indent="-298450" lvl="0" marL="457200" rtl="0" algn="l">
              <a:spcBef>
                <a:spcPts val="0"/>
              </a:spcBef>
              <a:spcAft>
                <a:spcPts val="0"/>
              </a:spcAft>
              <a:buClr>
                <a:schemeClr val="lt1"/>
              </a:buClr>
              <a:buSzPts val="1100"/>
              <a:buChar char="●"/>
            </a:pPr>
            <a:r>
              <a:rPr lang="en" sz="1100">
                <a:solidFill>
                  <a:schemeClr val="lt1"/>
                </a:solidFill>
              </a:rPr>
              <a:t> Chen, J., &amp; Wang, Z. (2017). Improvement of signal-to-noise ratio in biomedical signals: Theory and practice. Biomedical Signal Processing and Control, 30, 123–135. Corpus, T. (2023). Clinical eeg dataset with artifact annotations. https://tuar-corpus.org. (Accessed: March 22, 2025)</a:t>
            </a:r>
            <a:endParaRPr sz="1100">
              <a:solidFill>
                <a:schemeClr val="lt1"/>
              </a:solidFill>
            </a:endParaRPr>
          </a:p>
          <a:p>
            <a:pPr indent="-298450" lvl="0" marL="457200" rtl="0" algn="l">
              <a:spcBef>
                <a:spcPts val="0"/>
              </a:spcBef>
              <a:spcAft>
                <a:spcPts val="0"/>
              </a:spcAft>
              <a:buClr>
                <a:schemeClr val="lt1"/>
              </a:buClr>
              <a:buSzPts val="1100"/>
              <a:buChar char="●"/>
            </a:pPr>
            <a:r>
              <a:rPr lang="en" sz="1100">
                <a:solidFill>
                  <a:schemeClr val="lt1"/>
                </a:solidFill>
              </a:rPr>
              <a:t> Dong, F., Li, M., &amp; Chen, H. (2023). Wasserstein gan for stabilized artifact removal in eeg data. Journal of Neural Engineering, 20(1), 012345.</a:t>
            </a:r>
            <a:endParaRPr sz="1100">
              <a:solidFill>
                <a:schemeClr val="lt1"/>
              </a:solidFill>
            </a:endParaRPr>
          </a:p>
          <a:p>
            <a:pPr indent="-298450" lvl="0" marL="457200" rtl="0" algn="l">
              <a:spcBef>
                <a:spcPts val="0"/>
              </a:spcBef>
              <a:spcAft>
                <a:spcPts val="0"/>
              </a:spcAft>
              <a:buClr>
                <a:schemeClr val="lt1"/>
              </a:buClr>
              <a:buSzPts val="1100"/>
              <a:buChar char="●"/>
            </a:pPr>
            <a:r>
              <a:rPr lang="en" sz="1100">
                <a:solidFill>
                  <a:schemeClr val="lt1"/>
                </a:solidFill>
              </a:rPr>
              <a:t>Fatourechi, M., Bashashati, A., Ward, R. K., &amp; Birch, G. E. (2007). A review of eeg artifact detection and removal techniques. Journal of Neural Engineering, 4(3), R13–R29.</a:t>
            </a:r>
            <a:endParaRPr sz="1100">
              <a:solidFill>
                <a:schemeClr val="lt1"/>
              </a:solidFill>
            </a:endParaRPr>
          </a:p>
          <a:p>
            <a:pPr indent="-298450" lvl="0" marL="457200" rtl="0" algn="l">
              <a:spcBef>
                <a:spcPts val="0"/>
              </a:spcBef>
              <a:spcAft>
                <a:spcPts val="0"/>
              </a:spcAft>
              <a:buClr>
                <a:schemeClr val="lt1"/>
              </a:buClr>
              <a:buSzPts val="1100"/>
              <a:buChar char="●"/>
            </a:pPr>
            <a:r>
              <a:rPr lang="en" sz="1100">
                <a:solidFill>
                  <a:schemeClr val="lt1"/>
                </a:solidFill>
              </a:rPr>
              <a:t>Gao, Z., Wang, X., &amp; Zhang, Y. (2021). Dual-pathway cnn-lstm model for eeg artifact removal. IEEE Transactions on Neural Systems and Rehabilitation Engineering, 29, 1245–1254.</a:t>
            </a:r>
            <a:endParaRPr sz="1100">
              <a:solidFill>
                <a:schemeClr val="lt1"/>
              </a:solidFill>
            </a:endParaRPr>
          </a:p>
          <a:p>
            <a:pPr indent="-298450" lvl="0" marL="457200" rtl="0" algn="l">
              <a:spcBef>
                <a:spcPts val="0"/>
              </a:spcBef>
              <a:spcAft>
                <a:spcPts val="0"/>
              </a:spcAft>
              <a:buClr>
                <a:schemeClr val="lt1"/>
              </a:buClr>
              <a:buSzPts val="1100"/>
              <a:buChar char="●"/>
            </a:pPr>
            <a:r>
              <a:rPr lang="en" sz="1100">
                <a:solidFill>
                  <a:schemeClr val="lt1"/>
                </a:solidFill>
              </a:rPr>
              <a:t>Jurcak, V., Tsuzuki, D., &amp; Dan, I. (2007). 10/20, 10/10, and 10/5 systems revisited: Their validity as relative head-surface-based positioning systems. NeuroImage, 34(4), 1600–1611.</a:t>
            </a:r>
            <a:endParaRPr sz="1100">
              <a:solidFill>
                <a:schemeClr val="lt1"/>
              </a:solidFill>
            </a:endParaRPr>
          </a:p>
          <a:p>
            <a:pPr indent="-298450" lvl="0" marL="457200" rtl="0" algn="l">
              <a:spcBef>
                <a:spcPts val="0"/>
              </a:spcBef>
              <a:spcAft>
                <a:spcPts val="0"/>
              </a:spcAft>
              <a:buClr>
                <a:schemeClr val="lt1"/>
              </a:buClr>
              <a:buSzPts val="1100"/>
              <a:buChar char="●"/>
            </a:pPr>
            <a:r>
              <a:rPr lang="en" sz="1100">
                <a:solidFill>
                  <a:schemeClr val="lt1"/>
                </a:solidFill>
              </a:rPr>
              <a:t>Liu, Y., Zhang, W., &amp; Xu, J. (2021). Deep learning for eeg artifact detection and removal: A review. Journal of Biomedical Engineering, 18(2), 123–145.</a:t>
            </a:r>
            <a:endParaRPr sz="1100">
              <a:solidFill>
                <a:schemeClr val="lt1"/>
              </a:solidFill>
            </a:endParaRPr>
          </a:p>
          <a:p>
            <a:pPr indent="-298450" lvl="0" marL="457200" rtl="0" algn="l">
              <a:spcBef>
                <a:spcPts val="0"/>
              </a:spcBef>
              <a:spcAft>
                <a:spcPts val="0"/>
              </a:spcAft>
              <a:buClr>
                <a:schemeClr val="lt1"/>
              </a:buClr>
              <a:buSzPts val="1100"/>
              <a:buChar char="●"/>
            </a:pPr>
            <a:r>
              <a:rPr lang="en" sz="1100">
                <a:solidFill>
                  <a:schemeClr val="lt1"/>
                </a:solidFill>
              </a:rPr>
              <a:t>Sawangjai, P., Kiatamornrak, T., &amp; Wongsawat, Y. (2021). Eeganet: A gan-based framework for ocular artifact removal in eeg data. Biomedical Signal Processing and Control, 63, 102123.</a:t>
            </a:r>
            <a:endParaRPr sz="1100">
              <a:solidFill>
                <a:schemeClr val="lt1"/>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9" name="Shape 1339"/>
        <p:cNvGrpSpPr/>
        <p:nvPr/>
      </p:nvGrpSpPr>
      <p:grpSpPr>
        <a:xfrm>
          <a:off x="0" y="0"/>
          <a:ext cx="0" cy="0"/>
          <a:chOff x="0" y="0"/>
          <a:chExt cx="0" cy="0"/>
        </a:xfrm>
      </p:grpSpPr>
      <p:sp>
        <p:nvSpPr>
          <p:cNvPr id="1340" name="Google Shape;1340;p43"/>
          <p:cNvSpPr txBox="1"/>
          <p:nvPr>
            <p:ph idx="1" type="subTitle"/>
          </p:nvPr>
        </p:nvSpPr>
        <p:spPr>
          <a:xfrm>
            <a:off x="720000" y="3272250"/>
            <a:ext cx="5067600" cy="375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You can enter a subtitle here if you need it</a:t>
            </a:r>
            <a:endParaRPr/>
          </a:p>
        </p:txBody>
      </p:sp>
      <p:pic>
        <p:nvPicPr>
          <p:cNvPr id="1341" name="Google Shape;1341;p43"/>
          <p:cNvPicPr preferRelativeResize="0"/>
          <p:nvPr/>
        </p:nvPicPr>
        <p:blipFill rotWithShape="1">
          <a:blip r:embed="rId3">
            <a:alphaModFix/>
          </a:blip>
          <a:srcRect b="4591" l="24331" r="23342" t="5721"/>
          <a:stretch/>
        </p:blipFill>
        <p:spPr>
          <a:xfrm rot="2268302">
            <a:off x="7040137" y="2719387"/>
            <a:ext cx="1857374" cy="1790699"/>
          </a:xfrm>
          <a:prstGeom prst="rect">
            <a:avLst/>
          </a:prstGeom>
          <a:noFill/>
          <a:ln>
            <a:noFill/>
          </a:ln>
        </p:spPr>
      </p:pic>
      <p:pic>
        <p:nvPicPr>
          <p:cNvPr id="1342" name="Google Shape;1342;p43"/>
          <p:cNvPicPr preferRelativeResize="0"/>
          <p:nvPr/>
        </p:nvPicPr>
        <p:blipFill rotWithShape="1">
          <a:blip r:embed="rId4">
            <a:alphaModFix/>
          </a:blip>
          <a:srcRect b="8336" l="18647" r="8852" t="7960"/>
          <a:stretch/>
        </p:blipFill>
        <p:spPr>
          <a:xfrm rot="-1406513">
            <a:off x="6447085" y="3651950"/>
            <a:ext cx="1175233" cy="763227"/>
          </a:xfrm>
          <a:prstGeom prst="rect">
            <a:avLst/>
          </a:prstGeom>
          <a:noFill/>
          <a:ln>
            <a:noFill/>
          </a:ln>
        </p:spPr>
      </p:pic>
      <p:pic>
        <p:nvPicPr>
          <p:cNvPr id="1343" name="Google Shape;1343;p43"/>
          <p:cNvPicPr preferRelativeResize="0"/>
          <p:nvPr/>
        </p:nvPicPr>
        <p:blipFill rotWithShape="1">
          <a:blip r:embed="rId5">
            <a:alphaModFix/>
          </a:blip>
          <a:srcRect b="5838" l="25537" r="23467" t="7152"/>
          <a:stretch/>
        </p:blipFill>
        <p:spPr>
          <a:xfrm>
            <a:off x="6035249" y="251825"/>
            <a:ext cx="1920000" cy="1842726"/>
          </a:xfrm>
          <a:prstGeom prst="rect">
            <a:avLst/>
          </a:prstGeom>
          <a:noFill/>
          <a:ln>
            <a:noFill/>
          </a:ln>
        </p:spPr>
      </p:pic>
      <p:pic>
        <p:nvPicPr>
          <p:cNvPr id="1344" name="Google Shape;1344;p43"/>
          <p:cNvPicPr preferRelativeResize="0"/>
          <p:nvPr/>
        </p:nvPicPr>
        <p:blipFill rotWithShape="1">
          <a:blip r:embed="rId6">
            <a:alphaModFix/>
          </a:blip>
          <a:srcRect b="0" l="15236" r="10474" t="0"/>
          <a:stretch/>
        </p:blipFill>
        <p:spPr>
          <a:xfrm rot="1220421">
            <a:off x="4940349" y="553959"/>
            <a:ext cx="1552575" cy="1390851"/>
          </a:xfrm>
          <a:prstGeom prst="rect">
            <a:avLst/>
          </a:prstGeom>
          <a:noFill/>
          <a:ln>
            <a:noFill/>
          </a:ln>
        </p:spPr>
      </p:pic>
      <p:sp>
        <p:nvSpPr>
          <p:cNvPr id="1345" name="Google Shape;1345;p43"/>
          <p:cNvSpPr txBox="1"/>
          <p:nvPr>
            <p:ph type="title"/>
          </p:nvPr>
        </p:nvSpPr>
        <p:spPr>
          <a:xfrm>
            <a:off x="720000" y="2155638"/>
            <a:ext cx="7351800" cy="8418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Thank you</a:t>
            </a:r>
            <a:endParaRPr/>
          </a:p>
        </p:txBody>
      </p:sp>
      <p:pic>
        <p:nvPicPr>
          <p:cNvPr id="1346" name="Google Shape;1346;p43"/>
          <p:cNvPicPr preferRelativeResize="0"/>
          <p:nvPr/>
        </p:nvPicPr>
        <p:blipFill rotWithShape="1">
          <a:blip r:embed="rId7">
            <a:alphaModFix/>
          </a:blip>
          <a:srcRect b="0" l="22009" r="18455" t="0"/>
          <a:stretch/>
        </p:blipFill>
        <p:spPr>
          <a:xfrm rot="1203247">
            <a:off x="1616204" y="3965720"/>
            <a:ext cx="903665" cy="85381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lidesgo Final Pages">
  <a:themeElements>
    <a:clrScheme name="Simple Light">
      <a:dk1>
        <a:srgbClr val="0E2A47"/>
      </a:dk1>
      <a:lt1>
        <a:srgbClr val="FFFFFF"/>
      </a:lt1>
      <a:dk2>
        <a:srgbClr val="869FB2"/>
      </a:dk2>
      <a:lt2>
        <a:srgbClr val="FFFFFF"/>
      </a:lt2>
      <a:accent1>
        <a:srgbClr val="FFFFFF"/>
      </a:accent1>
      <a:accent2>
        <a:srgbClr val="FFFFFF"/>
      </a:accent2>
      <a:accent3>
        <a:srgbClr val="FFFFFF"/>
      </a:accent3>
      <a:accent4>
        <a:srgbClr val="FFFFFF"/>
      </a:accent4>
      <a:accent5>
        <a:srgbClr val="FFFFFF"/>
      </a:accent5>
      <a:accent6>
        <a:srgbClr val="FFFFFF"/>
      </a:accent6>
      <a:hlink>
        <a:srgbClr val="869FB2"/>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Artificial Intelligence (AI) Technology Consulting by Slidesgo">
  <a:themeElements>
    <a:clrScheme name="Simple Light">
      <a:dk1>
        <a:srgbClr val="FFFFFF"/>
      </a:dk1>
      <a:lt1>
        <a:srgbClr val="032138"/>
      </a:lt1>
      <a:dk2>
        <a:srgbClr val="6995D9"/>
      </a:dk2>
      <a:lt2>
        <a:srgbClr val="002E8A"/>
      </a:lt2>
      <a:accent1>
        <a:srgbClr val="00FB87"/>
      </a:accent1>
      <a:accent2>
        <a:srgbClr val="00CCAC"/>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